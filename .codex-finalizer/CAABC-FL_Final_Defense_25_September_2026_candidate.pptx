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622567f06446ca" /><Relationship Type="http://schemas.openxmlformats.org/officeDocument/2006/relationships/extended-properties" Target="/docProps/app.xml" Id="R0b5990cb5a2d46f7" /><Relationship Type="http://schemas.openxmlformats.org/officeDocument/2006/relationships/officeDocument" Target="/ppt/presentation.xml" Id="Rc9926aeec30e44ca" /></Relationships>
</file>

<file path=ppt/presentation.xml><?xml version="1.0" encoding="utf-8"?>
<p:presentation xmlns:p="http://schemas.openxmlformats.org/presentationml/2006/main">
  <p:sldMasterIdLst>
    <p:sldMasterId xmlns:r="http://schemas.openxmlformats.org/officeDocument/2006/relationships" id="2147483648" r:id="R3ecaeebc658149e3"/>
  </p:sldMasterIdLst>
  <p:notesMasterIdLst>
    <p:notesMasterId xmlns:r="http://schemas.openxmlformats.org/officeDocument/2006/relationships" r:id="Rb8405081df0e40b7"/>
  </p:notesMasterIdLst>
  <p:sldIdLst>
    <p:sldId xmlns:r="http://schemas.openxmlformats.org/officeDocument/2006/relationships" id="256" r:id="Rdd31aac388494421"/>
    <p:sldId xmlns:r="http://schemas.openxmlformats.org/officeDocument/2006/relationships" id="257" r:id="R59b5d8a18ff94dee"/>
    <p:sldId xmlns:r="http://schemas.openxmlformats.org/officeDocument/2006/relationships" id="258" r:id="R7ba419f53a6245fb"/>
    <p:sldId xmlns:r="http://schemas.openxmlformats.org/officeDocument/2006/relationships" id="259" r:id="R40729a764ce54eed"/>
    <p:sldId xmlns:r="http://schemas.openxmlformats.org/officeDocument/2006/relationships" id="260" r:id="Rf1c82b3204324ae6"/>
    <p:sldId xmlns:r="http://schemas.openxmlformats.org/officeDocument/2006/relationships" id="261" r:id="R3125303ae08f409c"/>
    <p:sldId xmlns:r="http://schemas.openxmlformats.org/officeDocument/2006/relationships" id="262" r:id="R9180ef9fe0b645b1"/>
    <p:sldId xmlns:r="http://schemas.openxmlformats.org/officeDocument/2006/relationships" id="263" r:id="Ra63dddfcc47849b8"/>
    <p:sldId xmlns:r="http://schemas.openxmlformats.org/officeDocument/2006/relationships" id="264" r:id="R7b4647b0e4464fa9"/>
    <p:sldId xmlns:r="http://schemas.openxmlformats.org/officeDocument/2006/relationships" id="265" r:id="R2521b714219a4984"/>
    <p:sldId xmlns:r="http://schemas.openxmlformats.org/officeDocument/2006/relationships" id="266" r:id="R7d3b332f6ff540d7"/>
    <p:sldId xmlns:r="http://schemas.openxmlformats.org/officeDocument/2006/relationships" id="267" r:id="R685d194d562f4481"/>
    <p:sldId xmlns:r="http://schemas.openxmlformats.org/officeDocument/2006/relationships" id="268" r:id="R2710699dc2e8459c"/>
    <p:sldId xmlns:r="http://schemas.openxmlformats.org/officeDocument/2006/relationships" id="269" r:id="Red6baa3a43104d39"/>
    <p:sldId xmlns:r="http://schemas.openxmlformats.org/officeDocument/2006/relationships" id="270" r:id="Rc00b9b7e0a1b41b0"/>
    <p:sldId xmlns:r="http://schemas.openxmlformats.org/officeDocument/2006/relationships" id="271" r:id="Rb3798db2aa2a46d0"/>
    <p:sldId xmlns:r="http://schemas.openxmlformats.org/officeDocument/2006/relationships" id="272" r:id="Rf58fec0a3ec241d2"/>
    <p:sldId xmlns:r="http://schemas.openxmlformats.org/officeDocument/2006/relationships" id="273" r:id="R6ed34ddfa8ec4340"/>
    <p:sldId xmlns:r="http://schemas.openxmlformats.org/officeDocument/2006/relationships" id="274" r:id="R633002b453e843b8"/>
    <p:sldId xmlns:r="http://schemas.openxmlformats.org/officeDocument/2006/relationships" id="275" r:id="R804584cb28264221"/>
    <p:sldId xmlns:r="http://schemas.openxmlformats.org/officeDocument/2006/relationships" id="276" r:id="Rb509ba78bc7040dd"/>
    <p:sldId xmlns:r="http://schemas.openxmlformats.org/officeDocument/2006/relationships" id="277" r:id="R5c5b2062fd27472e"/>
    <p:sldId xmlns:r="http://schemas.openxmlformats.org/officeDocument/2006/relationships" id="278" r:id="R81d5d9c6b6c04e6a"/>
    <p:sldId xmlns:r="http://schemas.openxmlformats.org/officeDocument/2006/relationships" id="279" r:id="R5c1dd7cba7364a34"/>
    <p:sldId xmlns:r="http://schemas.openxmlformats.org/officeDocument/2006/relationships" id="280" r:id="R746ab47b01094d56"/>
    <p:sldId xmlns:r="http://schemas.openxmlformats.org/officeDocument/2006/relationships" id="281" r:id="R8eb612dab2bd428d"/>
    <p:sldId xmlns:r="http://schemas.openxmlformats.org/officeDocument/2006/relationships" id="282" r:id="R2e21a299f1744c95"/>
    <p:sldId xmlns:r="http://schemas.openxmlformats.org/officeDocument/2006/relationships" id="283" r:id="R57c2368134214231"/>
    <p:sldId xmlns:r="http://schemas.openxmlformats.org/officeDocument/2006/relationships" id="284" r:id="Rfb08f6c47f8e4431"/>
    <p:sldId xmlns:r="http://schemas.openxmlformats.org/officeDocument/2006/relationships" id="285" r:id="R6919c8264d05430e"/>
    <p:sldId xmlns:r="http://schemas.openxmlformats.org/officeDocument/2006/relationships" id="286" r:id="R4b5ac200cc834f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0c662d370f840e4" /><Relationship Type="http://schemas.openxmlformats.org/officeDocument/2006/relationships/slideMaster" Target="/ppt/slideMasters/slideMaster1.xml" Id="R3ecaeebc658149e3" /><Relationship Type="http://schemas.openxmlformats.org/officeDocument/2006/relationships/notesMaster" Target="/ppt/notesMasters/notesMaster1.xml" Id="Rb8405081df0e40b7" /><Relationship Type="http://schemas.openxmlformats.org/officeDocument/2006/relationships/presProps" Target="/ppt/presProps.xml" Id="R703ecba69c4a47ab" /><Relationship Type="http://schemas.openxmlformats.org/officeDocument/2006/relationships/viewProps" Target="/ppt/viewProps.xml" Id="Rbd474268e943449c" /><Relationship Type="http://schemas.openxmlformats.org/officeDocument/2006/relationships/tableStyles" Target="/ppt/tableStyles.xml" Id="R8158a6c9650e46d0" /><Relationship Type="http://schemas.openxmlformats.org/officeDocument/2006/relationships/slide" Target="/ppt/slides/slide1.xml" Id="Rdd31aac388494421" /><Relationship Type="http://schemas.openxmlformats.org/officeDocument/2006/relationships/slide" Target="/ppt/slides/slide2.xml" Id="R59b5d8a18ff94dee" /><Relationship Type="http://schemas.openxmlformats.org/officeDocument/2006/relationships/slide" Target="/ppt/slides/slide3.xml" Id="R7ba419f53a6245fb" /><Relationship Type="http://schemas.openxmlformats.org/officeDocument/2006/relationships/slide" Target="/ppt/slides/slide4.xml" Id="R40729a764ce54eed" /><Relationship Type="http://schemas.openxmlformats.org/officeDocument/2006/relationships/slide" Target="/ppt/slides/slide5.xml" Id="Rf1c82b3204324ae6" /><Relationship Type="http://schemas.openxmlformats.org/officeDocument/2006/relationships/slide" Target="/ppt/slides/slide6.xml" Id="R3125303ae08f409c" /><Relationship Type="http://schemas.openxmlformats.org/officeDocument/2006/relationships/slide" Target="/ppt/slides/slide7.xml" Id="R9180ef9fe0b645b1" /><Relationship Type="http://schemas.openxmlformats.org/officeDocument/2006/relationships/slide" Target="/ppt/slides/slide8.xml" Id="Ra63dddfcc47849b8" /><Relationship Type="http://schemas.openxmlformats.org/officeDocument/2006/relationships/slide" Target="/ppt/slides/slide9.xml" Id="R7b4647b0e4464fa9" /><Relationship Type="http://schemas.openxmlformats.org/officeDocument/2006/relationships/slide" Target="/ppt/slides/slide10.xml" Id="R2521b714219a4984" /><Relationship Type="http://schemas.openxmlformats.org/officeDocument/2006/relationships/slide" Target="/ppt/slides/slide11.xml" Id="R7d3b332f6ff540d7" /><Relationship Type="http://schemas.openxmlformats.org/officeDocument/2006/relationships/slide" Target="/ppt/slides/slide12.xml" Id="R685d194d562f4481" /><Relationship Type="http://schemas.openxmlformats.org/officeDocument/2006/relationships/slide" Target="/ppt/slides/slide13.xml" Id="R2710699dc2e8459c" /><Relationship Type="http://schemas.openxmlformats.org/officeDocument/2006/relationships/slide" Target="/ppt/slides/slide14.xml" Id="Red6baa3a43104d39" /><Relationship Type="http://schemas.openxmlformats.org/officeDocument/2006/relationships/slide" Target="/ppt/slides/slide15.xml" Id="Rc00b9b7e0a1b41b0" /><Relationship Type="http://schemas.openxmlformats.org/officeDocument/2006/relationships/slide" Target="/ppt/slides/slide16.xml" Id="Rb3798db2aa2a46d0" /><Relationship Type="http://schemas.openxmlformats.org/officeDocument/2006/relationships/slide" Target="/ppt/slides/slide17.xml" Id="Rf58fec0a3ec241d2" /><Relationship Type="http://schemas.openxmlformats.org/officeDocument/2006/relationships/slide" Target="/ppt/slides/slide18.xml" Id="R6ed34ddfa8ec4340" /><Relationship Type="http://schemas.openxmlformats.org/officeDocument/2006/relationships/slide" Target="/ppt/slides/slide19.xml" Id="R633002b453e843b8" /><Relationship Type="http://schemas.openxmlformats.org/officeDocument/2006/relationships/slide" Target="/ppt/slides/slide20.xml" Id="R804584cb28264221" /><Relationship Type="http://schemas.openxmlformats.org/officeDocument/2006/relationships/slide" Target="/ppt/slides/slide21.xml" Id="Rb509ba78bc7040dd" /><Relationship Type="http://schemas.openxmlformats.org/officeDocument/2006/relationships/slide" Target="/ppt/slides/slide22.xml" Id="R5c5b2062fd27472e" /><Relationship Type="http://schemas.openxmlformats.org/officeDocument/2006/relationships/slide" Target="/ppt/slides/slide23.xml" Id="R81d5d9c6b6c04e6a" /><Relationship Type="http://schemas.openxmlformats.org/officeDocument/2006/relationships/slide" Target="/ppt/slides/slide24.xml" Id="R5c1dd7cba7364a34" /><Relationship Type="http://schemas.openxmlformats.org/officeDocument/2006/relationships/slide" Target="/ppt/slides/slide25.xml" Id="R746ab47b01094d56" /><Relationship Type="http://schemas.openxmlformats.org/officeDocument/2006/relationships/slide" Target="/ppt/slides/slide26.xml" Id="R8eb612dab2bd428d" /><Relationship Type="http://schemas.openxmlformats.org/officeDocument/2006/relationships/slide" Target="/ppt/slides/slide27.xml" Id="R2e21a299f1744c95" /><Relationship Type="http://schemas.openxmlformats.org/officeDocument/2006/relationships/slide" Target="/ppt/slides/slide28.xml" Id="R57c2368134214231" /><Relationship Type="http://schemas.openxmlformats.org/officeDocument/2006/relationships/slide" Target="/ppt/slides/slide29.xml" Id="Rfb08f6c47f8e4431" /><Relationship Type="http://schemas.openxmlformats.org/officeDocument/2006/relationships/slide" Target="/ppt/slides/slide30.xml" Id="R6919c8264d05430e" /><Relationship Type="http://schemas.openxmlformats.org/officeDocument/2006/relationships/slide" Target="/ppt/slides/slide31.xml" Id="R4b5ac200cc834f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e3a073fba148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db134691ad4ab1" /><Relationship Type="http://schemas.openxmlformats.org/officeDocument/2006/relationships/notesMaster" Target="/ppt/notesMasters/notesMaster1.xml" Id="Rdd8e57bc77e947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ee5a92c5664bc6" /><Relationship Type="http://schemas.openxmlformats.org/officeDocument/2006/relationships/notesMaster" Target="/ppt/notesMasters/notesMaster1.xml" Id="R76d26fa4c4d4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23b5a921194410" /><Relationship Type="http://schemas.openxmlformats.org/officeDocument/2006/relationships/notesMaster" Target="/ppt/notesMasters/notesMaster1.xml" Id="R9caf4c03a7e240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120c4b9d294b61" /><Relationship Type="http://schemas.openxmlformats.org/officeDocument/2006/relationships/notesMaster" Target="/ppt/notesMasters/notesMaster1.xml" Id="Rb6f01af19c5141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02800721742ca" /><Relationship Type="http://schemas.openxmlformats.org/officeDocument/2006/relationships/notesMaster" Target="/ppt/notesMasters/notesMaster1.xml" Id="R6288f5c14dad4f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be4f2857454bef" /><Relationship Type="http://schemas.openxmlformats.org/officeDocument/2006/relationships/notesMaster" Target="/ppt/notesMasters/notesMaster1.xml" Id="R2c3daa45a1304b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4b805ffb124150" /><Relationship Type="http://schemas.openxmlformats.org/officeDocument/2006/relationships/notesMaster" Target="/ppt/notesMasters/notesMaster1.xml" Id="Rb994c2825e6341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7efc7f9f7b4b41" /><Relationship Type="http://schemas.openxmlformats.org/officeDocument/2006/relationships/notesMaster" Target="/ppt/notesMasters/notesMaster1.xml" Id="Ree18fc7987514f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5a465c03d840cb" /><Relationship Type="http://schemas.openxmlformats.org/officeDocument/2006/relationships/notesMaster" Target="/ppt/notesMasters/notesMaster1.xml" Id="R0c47c30ee7994e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1e81388ad746a4" /><Relationship Type="http://schemas.openxmlformats.org/officeDocument/2006/relationships/notesMaster" Target="/ppt/notesMasters/notesMaster1.xml" Id="Rba4131939d2940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68520b5a6b44f7" /><Relationship Type="http://schemas.openxmlformats.org/officeDocument/2006/relationships/notesMaster" Target="/ppt/notesMasters/notesMaster1.xml" Id="R95b0ba4b86e14d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e4b49b57c448a0" /><Relationship Type="http://schemas.openxmlformats.org/officeDocument/2006/relationships/notesMaster" Target="/ppt/notesMasters/notesMaster1.xml" Id="R84f2ab767c6747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fe2e1a87b04cab" /><Relationship Type="http://schemas.openxmlformats.org/officeDocument/2006/relationships/notesMaster" Target="/ppt/notesMasters/notesMaster1.xml" Id="Reae3d089fa7949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026db2e3ca494b" /><Relationship Type="http://schemas.openxmlformats.org/officeDocument/2006/relationships/notesMaster" Target="/ppt/notesMasters/notesMaster1.xml" Id="R2b5c9136a38440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c176a5a0854901" /><Relationship Type="http://schemas.openxmlformats.org/officeDocument/2006/relationships/notesMaster" Target="/ppt/notesMasters/notesMaster1.xml" Id="Raac99f7f642747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e71b7f6f1543a7" /><Relationship Type="http://schemas.openxmlformats.org/officeDocument/2006/relationships/notesMaster" Target="/ppt/notesMasters/notesMaster1.xml" Id="R0b43001dc15d49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fa76f79162471c" /><Relationship Type="http://schemas.openxmlformats.org/officeDocument/2006/relationships/notesMaster" Target="/ppt/notesMasters/notesMaster1.xml" Id="Rfa4f1fdbcbfc41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76c7e9f55640ae" /><Relationship Type="http://schemas.openxmlformats.org/officeDocument/2006/relationships/notesMaster" Target="/ppt/notesMasters/notesMaster1.xml" Id="R84ae9c4cecbb41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acf5420e864af4" /><Relationship Type="http://schemas.openxmlformats.org/officeDocument/2006/relationships/notesMaster" Target="/ppt/notesMasters/notesMaster1.xml" Id="Raefc38b77f5347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61409d921d4044" /><Relationship Type="http://schemas.openxmlformats.org/officeDocument/2006/relationships/notesMaster" Target="/ppt/notesMasters/notesMaster1.xml" Id="Ra64409c6d4d341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05937456244b10" /><Relationship Type="http://schemas.openxmlformats.org/officeDocument/2006/relationships/notesMaster" Target="/ppt/notesMasters/notesMaster1.xml" Id="R476b2f50ded249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8bf0d3921848d4" /><Relationship Type="http://schemas.openxmlformats.org/officeDocument/2006/relationships/notesMaster" Target="/ppt/notesMasters/notesMaster1.xml" Id="Rf8f6db2699354e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2361dce65e49d4" /><Relationship Type="http://schemas.openxmlformats.org/officeDocument/2006/relationships/notesMaster" Target="/ppt/notesMasters/notesMaster1.xml" Id="R3226eca31e604c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4f686a4a97c4e53" /><Relationship Type="http://schemas.openxmlformats.org/officeDocument/2006/relationships/notesMaster" Target="/ppt/notesMasters/notesMaster1.xml" Id="R5d98cbfcf7d24f4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68950d63d74bef" /><Relationship Type="http://schemas.openxmlformats.org/officeDocument/2006/relationships/notesMaster" Target="/ppt/notesMasters/notesMaster1.xml" Id="R01905d163d0e421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79d3c6615c413f" /><Relationship Type="http://schemas.openxmlformats.org/officeDocument/2006/relationships/notesMaster" Target="/ppt/notesMasters/notesMaster1.xml" Id="R2dbace7bded145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308e10e217b4cda" /><Relationship Type="http://schemas.openxmlformats.org/officeDocument/2006/relationships/notesMaster" Target="/ppt/notesMasters/notesMaster1.xml" Id="R28269eec52cb4a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497ee859a73460b" /><Relationship Type="http://schemas.openxmlformats.org/officeDocument/2006/relationships/notesMaster" Target="/ppt/notesMasters/notesMaster1.xml" Id="R3d91828d3f0843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7c52d3808174fc5" /><Relationship Type="http://schemas.openxmlformats.org/officeDocument/2006/relationships/notesMaster" Target="/ppt/notesMasters/notesMaster1.xml" Id="Rfb2f8bb8a478478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221a8efd439469a" /><Relationship Type="http://schemas.openxmlformats.org/officeDocument/2006/relationships/notesMaster" Target="/ppt/notesMasters/notesMaster1.xml" Id="R07f343155ab045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bf95eec01c48e9" /><Relationship Type="http://schemas.openxmlformats.org/officeDocument/2006/relationships/notesMaster" Target="/ppt/notesMasters/notesMaster1.xml" Id="R02ce09f6143b4a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f2fef88c7547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cd11c7337e4c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ee6b3885642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e1c64fce7347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643aab2ae045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644d472515430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6081febc22548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e3879d9962460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d6127ab7ec4a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31202b2e459489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0ac5b4ec2714de4"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fda8820bfe44e8" /><Relationship Type="http://schemas.openxmlformats.org/officeDocument/2006/relationships/slideLayout" Target="/ppt/slideLayouts/slideLayout1.xml" Id="R4c8379527e954756" /><Relationship Type="http://schemas.openxmlformats.org/officeDocument/2006/relationships/slideLayout" Target="/ppt/slideLayouts/slideLayout2.xml" Id="R3573d425fb74412d" /><Relationship Type="http://schemas.openxmlformats.org/officeDocument/2006/relationships/slideLayout" Target="/ppt/slideLayouts/slideLayout3.xml" Id="R220b590ce7164457" /><Relationship Type="http://schemas.openxmlformats.org/officeDocument/2006/relationships/slideLayout" Target="/ppt/slideLayouts/slideLayout4.xml" Id="R972b6784aae845f1" /><Relationship Type="http://schemas.openxmlformats.org/officeDocument/2006/relationships/slideLayout" Target="/ppt/slideLayouts/slideLayout5.xml" Id="Rcd059e381557426a" /><Relationship Type="http://schemas.openxmlformats.org/officeDocument/2006/relationships/slideLayout" Target="/ppt/slideLayouts/slideLayout6.xml" Id="Rd310ce055be14c7a" /><Relationship Type="http://schemas.openxmlformats.org/officeDocument/2006/relationships/slideLayout" Target="/ppt/slideLayouts/slideLayout7.xml" Id="Ra906a15d47ad44d8" /><Relationship Type="http://schemas.openxmlformats.org/officeDocument/2006/relationships/slideLayout" Target="/ppt/slideLayouts/slideLayout8.xml" Id="Rc18b1f6b130144d4" /><Relationship Type="http://schemas.openxmlformats.org/officeDocument/2006/relationships/slideLayout" Target="/ppt/slideLayouts/slideLayout9.xml" Id="R39cbf9cc4fb74de7" /><Relationship Type="http://schemas.openxmlformats.org/officeDocument/2006/relationships/slideLayout" Target="/ppt/slideLayouts/slideLayout10.xml" Id="R2de2203da6a445ac" /><Relationship Type="http://schemas.openxmlformats.org/officeDocument/2006/relationships/slideLayout" Target="/ppt/slideLayouts/slideLayout11.xml" Id="Rdb09ca977915401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c8379527e954756"/>
    <p:sldLayoutId xmlns:r="http://schemas.openxmlformats.org/officeDocument/2006/relationships" id="2147483650" r:id="R3573d425fb74412d"/>
    <p:sldLayoutId xmlns:r="http://schemas.openxmlformats.org/officeDocument/2006/relationships" id="2147483651" r:id="R220b590ce7164457"/>
    <p:sldLayoutId xmlns:r="http://schemas.openxmlformats.org/officeDocument/2006/relationships" id="2147483652" r:id="R972b6784aae845f1"/>
    <p:sldLayoutId xmlns:r="http://schemas.openxmlformats.org/officeDocument/2006/relationships" id="2147483653" r:id="Rcd059e381557426a"/>
    <p:sldLayoutId xmlns:r="http://schemas.openxmlformats.org/officeDocument/2006/relationships" id="2147483654" r:id="Rd310ce055be14c7a"/>
    <p:sldLayoutId xmlns:r="http://schemas.openxmlformats.org/officeDocument/2006/relationships" id="2147483655" r:id="Ra906a15d47ad44d8"/>
    <p:sldLayoutId xmlns:r="http://schemas.openxmlformats.org/officeDocument/2006/relationships" id="2147483656" r:id="Rc18b1f6b130144d4"/>
    <p:sldLayoutId xmlns:r="http://schemas.openxmlformats.org/officeDocument/2006/relationships" id="2147483657" r:id="R39cbf9cc4fb74de7"/>
    <p:sldLayoutId xmlns:r="http://schemas.openxmlformats.org/officeDocument/2006/relationships" id="2147483658" r:id="R2de2203da6a445ac"/>
    <p:sldLayoutId xmlns:r="http://schemas.openxmlformats.org/officeDocument/2006/relationships" id="2147483659" r:id="Rdb09ca977915401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8d51db6bd54676" /><Relationship Type="http://schemas.openxmlformats.org/officeDocument/2006/relationships/image" Target="/ppt/media/image.jpeg" Id="Rb8d53431be0c4c72" /><Relationship Type="http://schemas.openxmlformats.org/officeDocument/2006/relationships/image" Target="/ppt/media/image.png" Id="R851435c92a7443c3" /><Relationship Type="http://schemas.openxmlformats.org/officeDocument/2006/relationships/notesSlide" Target="/ppt/notesSlides/notesSlide1.xml" Id="R4943bfb9ff7348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dd8405121948a4" /><Relationship Type="http://schemas.openxmlformats.org/officeDocument/2006/relationships/image" Target="/ppt/media/image2.jpeg" Id="R591cce925364498f" /><Relationship Type="http://schemas.openxmlformats.org/officeDocument/2006/relationships/image" Target="/ppt/media/image2.png" Id="R4f88737a5709416f" /><Relationship Type="http://schemas.openxmlformats.org/officeDocument/2006/relationships/notesSlide" Target="/ppt/notesSlides/notesSlide2.xml" Id="Rc7dcf712eadb48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993d309ffa74b6e" /><Relationship Type="http://schemas.openxmlformats.org/officeDocument/2006/relationships/image" Target="/ppt/media/image3.jpeg" Id="Rb430f19d6ba4430f" /><Relationship Type="http://schemas.openxmlformats.org/officeDocument/2006/relationships/image" Target="/ppt/media/image.png" Id="R7843d45802264da3" /><Relationship Type="http://schemas.openxmlformats.org/officeDocument/2006/relationships/image" Target="/ppt/media/image3.png" Id="R13f164a5239648cb" /><Relationship Type="http://schemas.openxmlformats.org/officeDocument/2006/relationships/image" Target="/ppt/media/image4.png" Id="R810d697f204240e5" /><Relationship Type="http://schemas.openxmlformats.org/officeDocument/2006/relationships/notesSlide" Target="/ppt/notesSlides/notesSlide3.xml" Id="R183b16c912b54d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7e6955e300404d" /><Relationship Type="http://schemas.openxmlformats.org/officeDocument/2006/relationships/image" Target="/ppt/media/image3.jpeg" Id="R97853dc0cf794c28" /><Relationship Type="http://schemas.openxmlformats.org/officeDocument/2006/relationships/image" Target="/ppt/media/image.png" Id="R059f652954aa4810" /><Relationship Type="http://schemas.openxmlformats.org/officeDocument/2006/relationships/notesSlide" Target="/ppt/notesSlides/notesSlide4.xml" Id="R8b111c1d9eca4c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78eedfc5114fe0" /><Relationship Type="http://schemas.openxmlformats.org/officeDocument/2006/relationships/image" Target="/ppt/media/image3.jpeg" Id="Rfda64fa83ae04a69" /><Relationship Type="http://schemas.openxmlformats.org/officeDocument/2006/relationships/image" Target="/ppt/media/image.png" Id="Ra32ab69c25fb45be" /><Relationship Type="http://schemas.openxmlformats.org/officeDocument/2006/relationships/notesSlide" Target="/ppt/notesSlides/notesSlide5.xml" Id="R495757878f2e41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b8c4cbc8484007" /><Relationship Type="http://schemas.openxmlformats.org/officeDocument/2006/relationships/image" Target="/ppt/media/image3.jpeg" Id="Rb6b767d47e5c4544" /><Relationship Type="http://schemas.openxmlformats.org/officeDocument/2006/relationships/image" Target="/ppt/media/image.png" Id="R818345fe5c6d45f4" /><Relationship Type="http://schemas.openxmlformats.org/officeDocument/2006/relationships/notesSlide" Target="/ppt/notesSlides/notesSlide6.xml" Id="R48fcf588477442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1fa69b5f8e4ea8" /><Relationship Type="http://schemas.openxmlformats.org/officeDocument/2006/relationships/image" Target="/ppt/media/image3.jpeg" Id="R217055e61a5341b4" /><Relationship Type="http://schemas.openxmlformats.org/officeDocument/2006/relationships/image" Target="/ppt/media/image.png" Id="R4a694a80839a43a0" /><Relationship Type="http://schemas.openxmlformats.org/officeDocument/2006/relationships/notesSlide" Target="/ppt/notesSlides/notesSlide7.xml" Id="R65a7bd206f4348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881dbb80da5412d" /><Relationship Type="http://schemas.openxmlformats.org/officeDocument/2006/relationships/image" Target="/ppt/media/image3.jpeg" Id="R694219f5c9054687" /><Relationship Type="http://schemas.openxmlformats.org/officeDocument/2006/relationships/image" Target="/ppt/media/image.png" Id="R89bff6c421a04379" /><Relationship Type="http://schemas.openxmlformats.org/officeDocument/2006/relationships/image" Target="/ppt/media/image3.png" Id="Ra1e9190e3e464f62" /><Relationship Type="http://schemas.openxmlformats.org/officeDocument/2006/relationships/image" Target="/ppt/media/image5.png" Id="R663e256af1b6461e" /><Relationship Type="http://schemas.openxmlformats.org/officeDocument/2006/relationships/notesSlide" Target="/ppt/notesSlides/notesSlide8.xml" Id="Re0016c5061964d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13e297ac434c5c" /><Relationship Type="http://schemas.openxmlformats.org/officeDocument/2006/relationships/image" Target="/ppt/media/image3.jpeg" Id="Rc8380d478da1451c" /><Relationship Type="http://schemas.openxmlformats.org/officeDocument/2006/relationships/image" Target="/ppt/media/image.png" Id="Rf4059e45df2b4f2f" /><Relationship Type="http://schemas.openxmlformats.org/officeDocument/2006/relationships/notesSlide" Target="/ppt/notesSlides/notesSlide9.xml" Id="Rc7585e40690944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8236f343cd4277" /><Relationship Type="http://schemas.openxmlformats.org/officeDocument/2006/relationships/image" Target="/ppt/media/image4.jpeg" Id="Rf74282e368e74bc1" /><Relationship Type="http://schemas.openxmlformats.org/officeDocument/2006/relationships/image" Target="/ppt/media/image6.png" Id="Rcc7b959eaae94496" /><Relationship Type="http://schemas.openxmlformats.org/officeDocument/2006/relationships/notesSlide" Target="/ppt/notesSlides/notesSlide10.xml" Id="Reefd6bc7dd0642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f3af3ef1ad94e6c" /><Relationship Type="http://schemas.openxmlformats.org/officeDocument/2006/relationships/image" Target="/ppt/media/image3.jpeg" Id="R399824ce48b64fb8" /><Relationship Type="http://schemas.openxmlformats.org/officeDocument/2006/relationships/image" Target="/ppt/media/image.png" Id="R45ccfc666d454ba9" /><Relationship Type="http://schemas.openxmlformats.org/officeDocument/2006/relationships/notesSlide" Target="/ppt/notesSlides/notesSlide11.xml" Id="Rd6ec5fd3c5b145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c9fbad8032443a" /><Relationship Type="http://schemas.openxmlformats.org/officeDocument/2006/relationships/image" Target="/ppt/media/image3.jpeg" Id="R76733afcfa744b33" /><Relationship Type="http://schemas.openxmlformats.org/officeDocument/2006/relationships/image" Target="/ppt/media/image.png" Id="R60704070aafa4aa6" /><Relationship Type="http://schemas.openxmlformats.org/officeDocument/2006/relationships/notesSlide" Target="/ppt/notesSlides/notesSlide12.xml" Id="Rc71b5e8a81e346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8a11525d1f4445c" /><Relationship Type="http://schemas.openxmlformats.org/officeDocument/2006/relationships/image" Target="/ppt/media/image3.jpeg" Id="R06ec25cfb2e74da2" /><Relationship Type="http://schemas.openxmlformats.org/officeDocument/2006/relationships/image" Target="/ppt/media/image.png" Id="R4cdd5ca1c7904381" /><Relationship Type="http://schemas.openxmlformats.org/officeDocument/2006/relationships/image" Target="/ppt/media/image3.png" Id="R42ae863533454759" /><Relationship Type="http://schemas.openxmlformats.org/officeDocument/2006/relationships/image" Target="/ppt/media/image7.png" Id="Rb071b0cba90445b6" /><Relationship Type="http://schemas.openxmlformats.org/officeDocument/2006/relationships/notesSlide" Target="/ppt/notesSlides/notesSlide13.xml" Id="Ra4481378387840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621f79ac5b14b40" /><Relationship Type="http://schemas.openxmlformats.org/officeDocument/2006/relationships/image" Target="/ppt/media/image3.jpeg" Id="R65e935100a754061" /><Relationship Type="http://schemas.openxmlformats.org/officeDocument/2006/relationships/image" Target="/ppt/media/image.png" Id="R07dfa4d35faf47ff" /><Relationship Type="http://schemas.openxmlformats.org/officeDocument/2006/relationships/image" Target="/ppt/media/image8.png" Id="Re1b2233c1c6a45e0" /><Relationship Type="http://schemas.openxmlformats.org/officeDocument/2006/relationships/notesSlide" Target="/ppt/notesSlides/notesSlide14.xml" Id="Rceb7feec7a524a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3c9ed09c4e48ef" /><Relationship Type="http://schemas.openxmlformats.org/officeDocument/2006/relationships/image" Target="/ppt/media/image3.jpeg" Id="R8ec7613564c9446a" /><Relationship Type="http://schemas.openxmlformats.org/officeDocument/2006/relationships/image" Target="/ppt/media/image.png" Id="Ra05619cf7fdb4be1" /><Relationship Type="http://schemas.openxmlformats.org/officeDocument/2006/relationships/notesSlide" Target="/ppt/notesSlides/notesSlide15.xml" Id="Re9ccf9f5bc5b4d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9e77329e4c41a8" /><Relationship Type="http://schemas.openxmlformats.org/officeDocument/2006/relationships/image" Target="/ppt/media/image3.jpeg" Id="R5cfffb6ffbaf4b48" /><Relationship Type="http://schemas.openxmlformats.org/officeDocument/2006/relationships/image" Target="/ppt/media/image.png" Id="Rd9ec1aaca6474533" /><Relationship Type="http://schemas.openxmlformats.org/officeDocument/2006/relationships/notesSlide" Target="/ppt/notesSlides/notesSlide16.xml" Id="Rd8a73fb21efa40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413a90cd3d4c45" /><Relationship Type="http://schemas.openxmlformats.org/officeDocument/2006/relationships/image" Target="/ppt/media/image3.jpeg" Id="R595296b2811b40b3" /><Relationship Type="http://schemas.openxmlformats.org/officeDocument/2006/relationships/image" Target="/ppt/media/image.png" Id="R204fa7c235e34ca1" /><Relationship Type="http://schemas.openxmlformats.org/officeDocument/2006/relationships/notesSlide" Target="/ppt/notesSlides/notesSlide17.xml" Id="R39ad11cf91d043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c255b943e154ddf" /><Relationship Type="http://schemas.openxmlformats.org/officeDocument/2006/relationships/image" Target="/ppt/media/image3.jpeg" Id="R31230900c763425d" /><Relationship Type="http://schemas.openxmlformats.org/officeDocument/2006/relationships/image" Target="/ppt/media/image.png" Id="Rd4c173b3a81444eb" /><Relationship Type="http://schemas.openxmlformats.org/officeDocument/2006/relationships/notesSlide" Target="/ppt/notesSlides/notesSlide18.xml" Id="R4241aa2ae9f44c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33026bc4444415b" /><Relationship Type="http://schemas.openxmlformats.org/officeDocument/2006/relationships/image" Target="/ppt/media/image3.jpeg" Id="Ra5d2c8c26aa84d6c" /><Relationship Type="http://schemas.openxmlformats.org/officeDocument/2006/relationships/image" Target="/ppt/media/image.png" Id="R96b1b407ee2d4c19" /><Relationship Type="http://schemas.openxmlformats.org/officeDocument/2006/relationships/image" Target="/ppt/media/image3.png" Id="R1d20c0f3646e4844" /><Relationship Type="http://schemas.openxmlformats.org/officeDocument/2006/relationships/image" Target="/ppt/media/image9.png" Id="Rb29cdf6f9a8c48c2" /><Relationship Type="http://schemas.openxmlformats.org/officeDocument/2006/relationships/notesSlide" Target="/ppt/notesSlides/notesSlide19.xml" Id="R958efd040e7640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dfc13b4cead459f" /><Relationship Type="http://schemas.openxmlformats.org/officeDocument/2006/relationships/image" Target="/ppt/media/image3.jpeg" Id="R759d8db22bd44b5b" /><Relationship Type="http://schemas.openxmlformats.org/officeDocument/2006/relationships/image" Target="/ppt/media/image.png" Id="R81e2f982c8ea4089" /><Relationship Type="http://schemas.openxmlformats.org/officeDocument/2006/relationships/notesSlide" Target="/ppt/notesSlides/notesSlide20.xml" Id="R55efc59991bf48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bcf5247f60641a1" /><Relationship Type="http://schemas.openxmlformats.org/officeDocument/2006/relationships/image" Target="/ppt/media/image3.jpeg" Id="Ref0c6978ca024468" /><Relationship Type="http://schemas.openxmlformats.org/officeDocument/2006/relationships/image" Target="/ppt/media/image.png" Id="R2dcdf7bc50a34a7e" /><Relationship Type="http://schemas.openxmlformats.org/officeDocument/2006/relationships/chart" Target="/ppt/slides/charts/chart1.xml" Id="Rf64666b6259540cc" /><Relationship Type="http://schemas.openxmlformats.org/officeDocument/2006/relationships/notesSlide" Target="/ppt/notesSlides/notesSlide21.xml" Id="Rf5b48278f35b46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7d103bc4a8439c" /><Relationship Type="http://schemas.openxmlformats.org/officeDocument/2006/relationships/image" Target="/ppt/media/image3.jpeg" Id="R55ccb45928214747" /><Relationship Type="http://schemas.openxmlformats.org/officeDocument/2006/relationships/image" Target="/ppt/media/image.png" Id="R0e4bac9244f74453" /><Relationship Type="http://schemas.openxmlformats.org/officeDocument/2006/relationships/image" Target="/ppt/media/image10.png" Id="R142006d5a9324d91" /><Relationship Type="http://schemas.openxmlformats.org/officeDocument/2006/relationships/image" Target="/ppt/media/image11.png" Id="R25bdfa1428f742f5" /><Relationship Type="http://schemas.openxmlformats.org/officeDocument/2006/relationships/notesSlide" Target="/ppt/notesSlides/notesSlide22.xml" Id="Rf8cf9bebbf314ac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1eee52d4b7d41c5" /><Relationship Type="http://schemas.openxmlformats.org/officeDocument/2006/relationships/image" Target="/ppt/media/image3.jpeg" Id="R3003fe8cb84b4e1c" /><Relationship Type="http://schemas.openxmlformats.org/officeDocument/2006/relationships/image" Target="/ppt/media/image.png" Id="R42ec9b961a8b452a" /><Relationship Type="http://schemas.openxmlformats.org/officeDocument/2006/relationships/image" Target="/ppt/media/image3.png" Id="R41dfab72455748f9" /><Relationship Type="http://schemas.openxmlformats.org/officeDocument/2006/relationships/image" Target="/ppt/media/image12.png" Id="R146c4a86407e48a3" /><Relationship Type="http://schemas.openxmlformats.org/officeDocument/2006/relationships/notesSlide" Target="/ppt/notesSlides/notesSlide23.xml" Id="Rf5b144f2bc5a43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5f4d56c97244764" /><Relationship Type="http://schemas.openxmlformats.org/officeDocument/2006/relationships/image" Target="/ppt/media/image3.jpeg" Id="R2285cab21eeb4b57" /><Relationship Type="http://schemas.openxmlformats.org/officeDocument/2006/relationships/image" Target="/ppt/media/image.png" Id="Rdf99c7305f114c37" /><Relationship Type="http://schemas.openxmlformats.org/officeDocument/2006/relationships/notesSlide" Target="/ppt/notesSlides/notesSlide24.xml" Id="R567962f385b74a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45bd581b48e4a34" /><Relationship Type="http://schemas.openxmlformats.org/officeDocument/2006/relationships/image" Target="/ppt/media/image3.jpeg" Id="Rd0d286b31ec1446d" /><Relationship Type="http://schemas.openxmlformats.org/officeDocument/2006/relationships/image" Target="/ppt/media/image.png" Id="R2722da647af64b08" /><Relationship Type="http://schemas.openxmlformats.org/officeDocument/2006/relationships/notesSlide" Target="/ppt/notesSlides/notesSlide25.xml" Id="Rd19152d7b6dc49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abe060de7ad4aa3" /><Relationship Type="http://schemas.openxmlformats.org/officeDocument/2006/relationships/image" Target="/ppt/media/image3.jpeg" Id="Ra5d9c71e80ac4e71" /><Relationship Type="http://schemas.openxmlformats.org/officeDocument/2006/relationships/image" Target="/ppt/media/image.png" Id="R89ee3402b0e947c6" /><Relationship Type="http://schemas.openxmlformats.org/officeDocument/2006/relationships/notesSlide" Target="/ppt/notesSlides/notesSlide26.xml" Id="Rea49de0fd22b4d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d7c8a018ac5439b" /><Relationship Type="http://schemas.openxmlformats.org/officeDocument/2006/relationships/image" Target="/ppt/media/image3.jpeg" Id="R2dad7ae6232b4dae" /><Relationship Type="http://schemas.openxmlformats.org/officeDocument/2006/relationships/image" Target="/ppt/media/image.png" Id="R475ed5dc46324104" /><Relationship Type="http://schemas.openxmlformats.org/officeDocument/2006/relationships/notesSlide" Target="/ppt/notesSlides/notesSlide27.xml" Id="R701c87fb991b4d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c5bf814872949d2" /><Relationship Type="http://schemas.openxmlformats.org/officeDocument/2006/relationships/image" Target="/ppt/media/image3.jpeg" Id="R3c4fa7d62c8f4105" /><Relationship Type="http://schemas.openxmlformats.org/officeDocument/2006/relationships/image" Target="/ppt/media/image.png" Id="Rc3ec2b8fe8aa41c8" /><Relationship Type="http://schemas.openxmlformats.org/officeDocument/2006/relationships/notesSlide" Target="/ppt/notesSlides/notesSlide28.xml" Id="R8df5a8023a4847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246dd5927524edd" /><Relationship Type="http://schemas.openxmlformats.org/officeDocument/2006/relationships/image" Target="/ppt/media/image3.jpeg" Id="R68cc3391dd3e4294" /><Relationship Type="http://schemas.openxmlformats.org/officeDocument/2006/relationships/image" Target="/ppt/media/image.png" Id="Raa9a23ac9c7d4313" /><Relationship Type="http://schemas.openxmlformats.org/officeDocument/2006/relationships/notesSlide" Target="/ppt/notesSlides/notesSlide29.xml" Id="Rc5b31c9a2ad744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32818ed53a846ef" /><Relationship Type="http://schemas.openxmlformats.org/officeDocument/2006/relationships/image" Target="/ppt/media/image3.jpeg" Id="R577ad6a89cc34ab3" /><Relationship Type="http://schemas.openxmlformats.org/officeDocument/2006/relationships/image" Target="/ppt/media/image.png" Id="R354c5eb183c148fd" /><Relationship Type="http://schemas.openxmlformats.org/officeDocument/2006/relationships/image" Target="/ppt/media/image13.png" Id="Rb50c3906bacc4a28" /><Relationship Type="http://schemas.openxmlformats.org/officeDocument/2006/relationships/notesSlide" Target="/ppt/notesSlides/notesSlide30.xml" Id="R4f89f040440e4f5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70fc6a303f84e11" /><Relationship Type="http://schemas.openxmlformats.org/officeDocument/2006/relationships/image" Target="/ppt/media/image3.jpeg" Id="R45720c845d7c4ac9" /><Relationship Type="http://schemas.openxmlformats.org/officeDocument/2006/relationships/image" Target="/ppt/media/image.gif" Id="R0280d4932dc8443a" /><Relationship Type="http://schemas.openxmlformats.org/officeDocument/2006/relationships/image" Target="/ppt/media/image.png" Id="Rda2f781f009542e6" /><Relationship Type="http://schemas.openxmlformats.org/officeDocument/2006/relationships/notesSlide" Target="/ppt/notesSlides/notesSlide31.xml" Id="R6a0dbbe565e64ce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2"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8d53431be0c4c72">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7"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51435c92a7443c3">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91cce925364498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f88737a5709416f"/>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25 September 2026</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8"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b430f19d6ba4430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1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843d45802264d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2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13f164a5239648cb">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2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810d697f204240e5">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2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7853dc0cf794c2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9f652954aa48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a64fa83ae04a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2ab69c25fb45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6b767d47e5c454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18345fe5c6d45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7055e61a5341b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694a80839a43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88"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694219f5c905468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89bff6c421a043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a1e9190e3e464f6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9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663e256af1b6461e">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9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8380d478da1451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059e45df2b4f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3"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4282e368e74bc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c7b959eaae9449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25 September 2026</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2"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9824ce48b64fb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5ccfc666d454b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3"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733afcfa744b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704070aafa4aa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8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06ec25cfb2e74d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cdd5ca1c79043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42ae86353345475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8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b071b0cba90445b6">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9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e935100a75406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7dfa4d35faf47f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e1b2233c1c6a45e0"/>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c7613564c944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5619cf7fdb4b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cfffb6ffbaf4b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ec1aaca64745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5296b2811b40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4fa7c235e34ca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230900c763425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4c173b3a81444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5"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506"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5d2c8c26aa84d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96b1b407ee2d4c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1d20c0f3646e484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1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29cdf6f9a8c48c2">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1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59d8db22bd44b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1e2f982c8ea40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f0c6978ca0244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cdf7bc50a34a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5"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6"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f64666b6259540cc"/>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5ccb4592821474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e4bac9244f744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142006d5a9324d91"/>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25bdfa1428f742f5"/>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43"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3003fe8cb84b4e1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42ec9b961a8b45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41dfab72455748f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4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146c4a86407e48a3">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cxnSp>
        <p:nvCxnSpPr>
          <p:cNvPr id="54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85cab21eeb4b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f99c7305f114c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0d286b31ec144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22da647af64b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5d9c71e80ac4e7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9ee3402b0e947c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ad7ae6232b4d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5ed5dc463241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c4fa7d62c8f410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3ec2b8fe8aa41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cc3391dd3e42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a9a23ac9c7d43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77ad6a89cc34a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4c5eb183c148f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pic>
        <p:nvPicPr>
          <p:cNvPr id="227"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b50c3906bacc4a28">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8"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45720c845d7c4a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25 September 2026</a:t>
            </a:r>
            <a:endParaRPr b="1">
              <a:solidFill>
                <a:srgbClr val="002060"/>
              </a:solidFill>
              <a:latin typeface="Arial"/>
              <a:ea typeface="Arial"/>
              <a:cs typeface="Arial"/>
            </a:endParaRPr>
          </a:p>
        </p:txBody>
      </p:sp>
      <p:pic>
        <p:nvPicPr>
          <p:cNvPr id="610"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0280d4932dc8443a">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2f781f009542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2026-09-24T00:37:29.0590000Z</dcterms:created>
  <dcterms:modified xsi:type="dcterms:W3CDTF">2026-09-24T00:37:29.0590000Z</dcterms:modified>
</coreProperties>
</file>