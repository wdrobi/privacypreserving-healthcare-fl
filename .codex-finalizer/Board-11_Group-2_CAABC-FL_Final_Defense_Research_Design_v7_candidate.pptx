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8775d383654a03" /><Relationship Type="http://schemas.openxmlformats.org/officeDocument/2006/relationships/extended-properties" Target="/docProps/app.xml" Id="Rd2345cda1b604af9" /><Relationship Type="http://schemas.openxmlformats.org/officeDocument/2006/relationships/officeDocument" Target="/ppt/presentation.xml" Id="R57a8e050baa34582" /></Relationships>
</file>

<file path=ppt/presentation.xml><?xml version="1.0" encoding="utf-8"?>
<p:presentation xmlns:p="http://schemas.openxmlformats.org/presentationml/2006/main">
  <p:sldMasterIdLst>
    <p:sldMasterId xmlns:r="http://schemas.openxmlformats.org/officeDocument/2006/relationships" id="2147483648" r:id="Rb32c4cabb06845bf"/>
  </p:sldMasterIdLst>
  <p:notesMasterIdLst>
    <p:notesMasterId xmlns:r="http://schemas.openxmlformats.org/officeDocument/2006/relationships" r:id="R16bda1c1babd42da"/>
  </p:notesMasterIdLst>
  <p:sldIdLst>
    <p:sldId xmlns:r="http://schemas.openxmlformats.org/officeDocument/2006/relationships" id="256" r:id="Rf575f8fe472f4e19"/>
    <p:sldId xmlns:r="http://schemas.openxmlformats.org/officeDocument/2006/relationships" id="257" r:id="Rb265363008534fcf"/>
    <p:sldId xmlns:r="http://schemas.openxmlformats.org/officeDocument/2006/relationships" id="258" r:id="Re77c5b8ee7b24128"/>
    <p:sldId xmlns:r="http://schemas.openxmlformats.org/officeDocument/2006/relationships" id="259" r:id="R4e3ed38fe0134c0a"/>
    <p:sldId xmlns:r="http://schemas.openxmlformats.org/officeDocument/2006/relationships" id="260" r:id="Rf1b3cc78fbaa4e7c"/>
    <p:sldId xmlns:r="http://schemas.openxmlformats.org/officeDocument/2006/relationships" id="261" r:id="R7d1d51c2c10347e3"/>
    <p:sldId xmlns:r="http://schemas.openxmlformats.org/officeDocument/2006/relationships" id="262" r:id="R65771088ed6941fc"/>
    <p:sldId xmlns:r="http://schemas.openxmlformats.org/officeDocument/2006/relationships" id="263" r:id="R0c4f01e635094c7c"/>
    <p:sldId xmlns:r="http://schemas.openxmlformats.org/officeDocument/2006/relationships" id="264" r:id="Re7de2c0225f84590"/>
    <p:sldId xmlns:r="http://schemas.openxmlformats.org/officeDocument/2006/relationships" id="265" r:id="R17e95e2ca71f4de4"/>
    <p:sldId xmlns:r="http://schemas.openxmlformats.org/officeDocument/2006/relationships" id="266" r:id="R58a32d4324b14858"/>
    <p:sldId xmlns:r="http://schemas.openxmlformats.org/officeDocument/2006/relationships" id="267" r:id="Rc4ed97a5c9e7404b"/>
    <p:sldId xmlns:r="http://schemas.openxmlformats.org/officeDocument/2006/relationships" id="268" r:id="R80961e435fdc45e7"/>
    <p:sldId xmlns:r="http://schemas.openxmlformats.org/officeDocument/2006/relationships" id="269" r:id="Rb3d5ea836f20429e"/>
    <p:sldId xmlns:r="http://schemas.openxmlformats.org/officeDocument/2006/relationships" id="270" r:id="R9fd64c18e28e42ca"/>
    <p:sldId xmlns:r="http://schemas.openxmlformats.org/officeDocument/2006/relationships" id="271" r:id="Re4a30ee2afd04d2a"/>
    <p:sldId xmlns:r="http://schemas.openxmlformats.org/officeDocument/2006/relationships" id="272" r:id="Re9739c8e619d47b0"/>
    <p:sldId xmlns:r="http://schemas.openxmlformats.org/officeDocument/2006/relationships" id="273" r:id="R8194c224da114efe"/>
    <p:sldId xmlns:r="http://schemas.openxmlformats.org/officeDocument/2006/relationships" id="274" r:id="R89af5600ae3f4aae"/>
    <p:sldId xmlns:r="http://schemas.openxmlformats.org/officeDocument/2006/relationships" id="275" r:id="Rbfca07fd8c454fe0"/>
    <p:sldId xmlns:r="http://schemas.openxmlformats.org/officeDocument/2006/relationships" id="276" r:id="R7e42245c320a4ed1"/>
    <p:sldId xmlns:r="http://schemas.openxmlformats.org/officeDocument/2006/relationships" id="277" r:id="Rb1eb611e1b8442f1"/>
    <p:sldId xmlns:r="http://schemas.openxmlformats.org/officeDocument/2006/relationships" id="278" r:id="R1f00e5ff72e64540"/>
    <p:sldId xmlns:r="http://schemas.openxmlformats.org/officeDocument/2006/relationships" id="279" r:id="Rff3722e8576c4cc9"/>
    <p:sldId xmlns:r="http://schemas.openxmlformats.org/officeDocument/2006/relationships" id="280" r:id="R56e35d0582c0463a"/>
    <p:sldId xmlns:r="http://schemas.openxmlformats.org/officeDocument/2006/relationships" id="281" r:id="Ra6206e09ebbf4768"/>
    <p:sldId xmlns:r="http://schemas.openxmlformats.org/officeDocument/2006/relationships" id="282" r:id="Ree5015499f6b49af"/>
    <p:sldId xmlns:r="http://schemas.openxmlformats.org/officeDocument/2006/relationships" id="283" r:id="Rc7241c5a0c9d48c7"/>
    <p:sldId xmlns:r="http://schemas.openxmlformats.org/officeDocument/2006/relationships" id="284" r:id="R4f5deb7e673e4d75"/>
    <p:sldId xmlns:r="http://schemas.openxmlformats.org/officeDocument/2006/relationships" id="285" r:id="R34f19e7f8e1344fa"/>
    <p:sldId xmlns:r="http://schemas.openxmlformats.org/officeDocument/2006/relationships" id="286" r:id="R3a12fe76b09c4db0"/>
    <p:sldId xmlns:r="http://schemas.openxmlformats.org/officeDocument/2006/relationships" id="287" r:id="Rdfdbbb1db2ed4a45"/>
    <p:sldId xmlns:r="http://schemas.openxmlformats.org/officeDocument/2006/relationships" id="288" r:id="R3b97094f249446cc"/>
    <p:sldId xmlns:r="http://schemas.openxmlformats.org/officeDocument/2006/relationships" id="289" r:id="R362339fab9944e95"/>
    <p:sldId xmlns:r="http://schemas.openxmlformats.org/officeDocument/2006/relationships" id="290" r:id="R896c986dc3104f81"/>
    <p:sldId xmlns:r="http://schemas.openxmlformats.org/officeDocument/2006/relationships" id="291" r:id="Ra27c0146933f4fa2"/>
    <p:sldId xmlns:r="http://schemas.openxmlformats.org/officeDocument/2006/relationships" id="292" r:id="Rc0a7a1e7a5964f41"/>
    <p:sldId xmlns:r="http://schemas.openxmlformats.org/officeDocument/2006/relationships" id="293" r:id="Rd8df9c4764764da1"/>
    <p:sldId xmlns:r="http://schemas.openxmlformats.org/officeDocument/2006/relationships" id="294" r:id="Raa15c3b4fa454353"/>
    <p:sldId xmlns:r="http://schemas.openxmlformats.org/officeDocument/2006/relationships" id="295" r:id="Rd3f29b8c2594441a"/>
    <p:sldId xmlns:r="http://schemas.openxmlformats.org/officeDocument/2006/relationships" id="296" r:id="Rc96eb252809d4e74"/>
    <p:sldId xmlns:r="http://schemas.openxmlformats.org/officeDocument/2006/relationships" id="297" r:id="R1ce9a36a708a4e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98b2827f3c449cd" /><Relationship Type="http://schemas.openxmlformats.org/officeDocument/2006/relationships/slideMaster" Target="/ppt/slideMasters/slideMaster1.xml" Id="Rb32c4cabb06845bf" /><Relationship Type="http://schemas.openxmlformats.org/officeDocument/2006/relationships/notesMaster" Target="/ppt/notesMasters/notesMaster1.xml" Id="R16bda1c1babd42da" /><Relationship Type="http://schemas.openxmlformats.org/officeDocument/2006/relationships/presProps" Target="/ppt/presProps.xml" Id="Rc2094ca25d104adf" /><Relationship Type="http://schemas.openxmlformats.org/officeDocument/2006/relationships/viewProps" Target="/ppt/viewProps.xml" Id="R8b7dcd5f861c4093" /><Relationship Type="http://schemas.openxmlformats.org/officeDocument/2006/relationships/tableStyles" Target="/ppt/tableStyles.xml" Id="R266d04924e1c4c70" /><Relationship Type="http://schemas.openxmlformats.org/officeDocument/2006/relationships/slide" Target="/ppt/slides/slide1.xml" Id="Rf575f8fe472f4e19" /><Relationship Type="http://schemas.openxmlformats.org/officeDocument/2006/relationships/slide" Target="/ppt/slides/slide2.xml" Id="Rb265363008534fcf" /><Relationship Type="http://schemas.openxmlformats.org/officeDocument/2006/relationships/slide" Target="/ppt/slides/slide3.xml" Id="Re77c5b8ee7b24128" /><Relationship Type="http://schemas.openxmlformats.org/officeDocument/2006/relationships/slide" Target="/ppt/slides/slide4.xml" Id="R4e3ed38fe0134c0a" /><Relationship Type="http://schemas.openxmlformats.org/officeDocument/2006/relationships/slide" Target="/ppt/slides/slide5.xml" Id="Rf1b3cc78fbaa4e7c" /><Relationship Type="http://schemas.openxmlformats.org/officeDocument/2006/relationships/slide" Target="/ppt/slides/slide6.xml" Id="R7d1d51c2c10347e3" /><Relationship Type="http://schemas.openxmlformats.org/officeDocument/2006/relationships/slide" Target="/ppt/slides/slide7.xml" Id="R65771088ed6941fc" /><Relationship Type="http://schemas.openxmlformats.org/officeDocument/2006/relationships/slide" Target="/ppt/slides/slide8.xml" Id="R0c4f01e635094c7c" /><Relationship Type="http://schemas.openxmlformats.org/officeDocument/2006/relationships/slide" Target="/ppt/slides/slide9.xml" Id="Re7de2c0225f84590" /><Relationship Type="http://schemas.openxmlformats.org/officeDocument/2006/relationships/slide" Target="/ppt/slides/slide10.xml" Id="R17e95e2ca71f4de4" /><Relationship Type="http://schemas.openxmlformats.org/officeDocument/2006/relationships/slide" Target="/ppt/slides/slide11.xml" Id="R58a32d4324b14858" /><Relationship Type="http://schemas.openxmlformats.org/officeDocument/2006/relationships/slide" Target="/ppt/slides/slide12.xml" Id="Rc4ed97a5c9e7404b" /><Relationship Type="http://schemas.openxmlformats.org/officeDocument/2006/relationships/slide" Target="/ppt/slides/slide13.xml" Id="R80961e435fdc45e7" /><Relationship Type="http://schemas.openxmlformats.org/officeDocument/2006/relationships/slide" Target="/ppt/slides/slide14.xml" Id="Rb3d5ea836f20429e" /><Relationship Type="http://schemas.openxmlformats.org/officeDocument/2006/relationships/slide" Target="/ppt/slides/slide15.xml" Id="R9fd64c18e28e42ca" /><Relationship Type="http://schemas.openxmlformats.org/officeDocument/2006/relationships/slide" Target="/ppt/slides/slide16.xml" Id="Re4a30ee2afd04d2a" /><Relationship Type="http://schemas.openxmlformats.org/officeDocument/2006/relationships/slide" Target="/ppt/slides/slide17.xml" Id="Re9739c8e619d47b0" /><Relationship Type="http://schemas.openxmlformats.org/officeDocument/2006/relationships/slide" Target="/ppt/slides/slide18.xml" Id="R8194c224da114efe" /><Relationship Type="http://schemas.openxmlformats.org/officeDocument/2006/relationships/slide" Target="/ppt/slides/slide19.xml" Id="R89af5600ae3f4aae" /><Relationship Type="http://schemas.openxmlformats.org/officeDocument/2006/relationships/slide" Target="/ppt/slides/slide20.xml" Id="Rbfca07fd8c454fe0" /><Relationship Type="http://schemas.openxmlformats.org/officeDocument/2006/relationships/slide" Target="/ppt/slides/slide21.xml" Id="R7e42245c320a4ed1" /><Relationship Type="http://schemas.openxmlformats.org/officeDocument/2006/relationships/slide" Target="/ppt/slides/slide22.xml" Id="Rb1eb611e1b8442f1" /><Relationship Type="http://schemas.openxmlformats.org/officeDocument/2006/relationships/slide" Target="/ppt/slides/slide23.xml" Id="R1f00e5ff72e64540" /><Relationship Type="http://schemas.openxmlformats.org/officeDocument/2006/relationships/slide" Target="/ppt/slides/slide24.xml" Id="Rff3722e8576c4cc9" /><Relationship Type="http://schemas.openxmlformats.org/officeDocument/2006/relationships/slide" Target="/ppt/slides/slide25.xml" Id="R56e35d0582c0463a" /><Relationship Type="http://schemas.openxmlformats.org/officeDocument/2006/relationships/slide" Target="/ppt/slides/slide26.xml" Id="Ra6206e09ebbf4768" /><Relationship Type="http://schemas.openxmlformats.org/officeDocument/2006/relationships/slide" Target="/ppt/slides/slide27.xml" Id="Ree5015499f6b49af" /><Relationship Type="http://schemas.openxmlformats.org/officeDocument/2006/relationships/slide" Target="/ppt/slides/slide28.xml" Id="Rc7241c5a0c9d48c7" /><Relationship Type="http://schemas.openxmlformats.org/officeDocument/2006/relationships/slide" Target="/ppt/slides/slide29.xml" Id="R4f5deb7e673e4d75" /><Relationship Type="http://schemas.openxmlformats.org/officeDocument/2006/relationships/slide" Target="/ppt/slides/slide30.xml" Id="R34f19e7f8e1344fa" /><Relationship Type="http://schemas.openxmlformats.org/officeDocument/2006/relationships/slide" Target="/ppt/slides/slide31.xml" Id="R3a12fe76b09c4db0" /><Relationship Type="http://schemas.openxmlformats.org/officeDocument/2006/relationships/slide" Target="/ppt/slides/slide32.xml" Id="Rdfdbbb1db2ed4a45" /><Relationship Type="http://schemas.openxmlformats.org/officeDocument/2006/relationships/slide" Target="/ppt/slides/slide33.xml" Id="R3b97094f249446cc" /><Relationship Type="http://schemas.openxmlformats.org/officeDocument/2006/relationships/slide" Target="/ppt/slides/slide34.xml" Id="R362339fab9944e95" /><Relationship Type="http://schemas.openxmlformats.org/officeDocument/2006/relationships/slide" Target="/ppt/slides/slide35.xml" Id="R896c986dc3104f81" /><Relationship Type="http://schemas.openxmlformats.org/officeDocument/2006/relationships/slide" Target="/ppt/slides/slide36.xml" Id="Ra27c0146933f4fa2" /><Relationship Type="http://schemas.openxmlformats.org/officeDocument/2006/relationships/slide" Target="/ppt/slides/slide37.xml" Id="Rc0a7a1e7a5964f41" /><Relationship Type="http://schemas.openxmlformats.org/officeDocument/2006/relationships/slide" Target="/ppt/slides/slide38.xml" Id="Rd8df9c4764764da1" /><Relationship Type="http://schemas.openxmlformats.org/officeDocument/2006/relationships/slide" Target="/ppt/slides/slide39.xml" Id="Raa15c3b4fa454353" /><Relationship Type="http://schemas.openxmlformats.org/officeDocument/2006/relationships/slide" Target="/ppt/slides/slide40.xml" Id="Rd3f29b8c2594441a" /><Relationship Type="http://schemas.openxmlformats.org/officeDocument/2006/relationships/slide" Target="/ppt/slides/slide41.xml" Id="Rc96eb252809d4e74" /><Relationship Type="http://schemas.openxmlformats.org/officeDocument/2006/relationships/slide" Target="/ppt/slides/slide42.xml" Id="R1ce9a36a708a4e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7fc44fd19341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31cc4d216f4b81" /><Relationship Type="http://schemas.openxmlformats.org/officeDocument/2006/relationships/notesMaster" Target="/ppt/notesMasters/notesMaster1.xml" Id="Rd5aaf81467974b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7e342564f34373" /><Relationship Type="http://schemas.openxmlformats.org/officeDocument/2006/relationships/notesMaster" Target="/ppt/notesMasters/notesMaster1.xml" Id="R487ad628fb6740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d24afd1f7c4a61" /><Relationship Type="http://schemas.openxmlformats.org/officeDocument/2006/relationships/notesMaster" Target="/ppt/notesMasters/notesMaster1.xml" Id="R79c5dbe22a3942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10664af13c4303" /><Relationship Type="http://schemas.openxmlformats.org/officeDocument/2006/relationships/notesMaster" Target="/ppt/notesMasters/notesMaster1.xml" Id="R3cfbc8bac9b740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9f7ee054104475" /><Relationship Type="http://schemas.openxmlformats.org/officeDocument/2006/relationships/notesMaster" Target="/ppt/notesMasters/notesMaster1.xml" Id="Rfb89b63d05c440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68bb32e5174a46" /><Relationship Type="http://schemas.openxmlformats.org/officeDocument/2006/relationships/notesMaster" Target="/ppt/notesMasters/notesMaster1.xml" Id="R654a6c90214e4a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9fd055fc7f424b" /><Relationship Type="http://schemas.openxmlformats.org/officeDocument/2006/relationships/notesMaster" Target="/ppt/notesMasters/notesMaster1.xml" Id="R869b42e31a5942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91cdbaea5c4d8c" /><Relationship Type="http://schemas.openxmlformats.org/officeDocument/2006/relationships/notesMaster" Target="/ppt/notesMasters/notesMaster1.xml" Id="R2bc326302f4546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92bd6371fe486d" /><Relationship Type="http://schemas.openxmlformats.org/officeDocument/2006/relationships/notesMaster" Target="/ppt/notesMasters/notesMaster1.xml" Id="R2dfef6b9f37842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5bcddaf33644c7" /><Relationship Type="http://schemas.openxmlformats.org/officeDocument/2006/relationships/notesMaster" Target="/ppt/notesMasters/notesMaster1.xml" Id="R3d126f1e706e4d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4a53c6aa3a4e3f" /><Relationship Type="http://schemas.openxmlformats.org/officeDocument/2006/relationships/notesMaster" Target="/ppt/notesMasters/notesMaster1.xml" Id="R091468edd7e642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37d491012c4ebc" /><Relationship Type="http://schemas.openxmlformats.org/officeDocument/2006/relationships/notesMaster" Target="/ppt/notesMasters/notesMaster1.xml" Id="Ra8c9b563880648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b855d3cd7b401a" /><Relationship Type="http://schemas.openxmlformats.org/officeDocument/2006/relationships/notesMaster" Target="/ppt/notesMasters/notesMaster1.xml" Id="R9e9d90fa12234a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311753271b4ac0" /><Relationship Type="http://schemas.openxmlformats.org/officeDocument/2006/relationships/notesMaster" Target="/ppt/notesMasters/notesMaster1.xml" Id="R89adae00cacc49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eccb5ba1304b3f" /><Relationship Type="http://schemas.openxmlformats.org/officeDocument/2006/relationships/notesMaster" Target="/ppt/notesMasters/notesMaster1.xml" Id="R9660cb4fcc0249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1a6aee9a954c7f" /><Relationship Type="http://schemas.openxmlformats.org/officeDocument/2006/relationships/notesMaster" Target="/ppt/notesMasters/notesMaster1.xml" Id="R69a667ead0324f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7a390a8901841a7" /><Relationship Type="http://schemas.openxmlformats.org/officeDocument/2006/relationships/notesMaster" Target="/ppt/notesMasters/notesMaster1.xml" Id="Ra11d651e78e942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be5ab72603453a" /><Relationship Type="http://schemas.openxmlformats.org/officeDocument/2006/relationships/notesMaster" Target="/ppt/notesMasters/notesMaster1.xml" Id="R97b1ecf39aab4c7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a550bb5275049da" /><Relationship Type="http://schemas.openxmlformats.org/officeDocument/2006/relationships/notesMaster" Target="/ppt/notesMasters/notesMaster1.xml" Id="Ree2bbda4948945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eb3f479ed704ae9" /><Relationship Type="http://schemas.openxmlformats.org/officeDocument/2006/relationships/notesMaster" Target="/ppt/notesMasters/notesMaster1.xml" Id="R9c0b57cde18b42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3c8d18ff1343fb" /><Relationship Type="http://schemas.openxmlformats.org/officeDocument/2006/relationships/notesMaster" Target="/ppt/notesMasters/notesMaster1.xml" Id="Rf5f01baf82ff402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203d6c31cc46c4" /><Relationship Type="http://schemas.openxmlformats.org/officeDocument/2006/relationships/notesMaster" Target="/ppt/notesMasters/notesMaster1.xml" Id="Rbc8f7753dd7444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5228bbb7c14a8c" /><Relationship Type="http://schemas.openxmlformats.org/officeDocument/2006/relationships/notesMaster" Target="/ppt/notesMasters/notesMaster1.xml" Id="R08a4240eb4454c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b0d1b2c41e24840" /><Relationship Type="http://schemas.openxmlformats.org/officeDocument/2006/relationships/notesMaster" Target="/ppt/notesMasters/notesMaster1.xml" Id="R374e6a38397f4a8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1491c7206254e8d" /><Relationship Type="http://schemas.openxmlformats.org/officeDocument/2006/relationships/notesMaster" Target="/ppt/notesMasters/notesMaster1.xml" Id="R1c622f695c534c2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1380f7e076b4329" /><Relationship Type="http://schemas.openxmlformats.org/officeDocument/2006/relationships/notesMaster" Target="/ppt/notesMasters/notesMaster1.xml" Id="R7619f051f2a847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ad6e7b26e346a5" /><Relationship Type="http://schemas.openxmlformats.org/officeDocument/2006/relationships/notesMaster" Target="/ppt/notesMasters/notesMaster1.xml" Id="R8e11c8eb6afd4af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3b2843b4d614a02" /><Relationship Type="http://schemas.openxmlformats.org/officeDocument/2006/relationships/notesMaster" Target="/ppt/notesMasters/notesMaster1.xml" Id="R6132ffe3c5d24e9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25b48ec90934d3a" /><Relationship Type="http://schemas.openxmlformats.org/officeDocument/2006/relationships/notesMaster" Target="/ppt/notesMasters/notesMaster1.xml" Id="R5c6122b8e80b4f9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ade04fcf46a40a6" /><Relationship Type="http://schemas.openxmlformats.org/officeDocument/2006/relationships/notesMaster" Target="/ppt/notesMasters/notesMaster1.xml" Id="Rd56c3887d53e435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05ce6e503ad4bbb" /><Relationship Type="http://schemas.openxmlformats.org/officeDocument/2006/relationships/notesMaster" Target="/ppt/notesMasters/notesMaster1.xml" Id="R81d0fa8f71624c1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806658bf0914df2" /><Relationship Type="http://schemas.openxmlformats.org/officeDocument/2006/relationships/notesMaster" Target="/ppt/notesMasters/notesMaster1.xml" Id="R43e67fe4dc6b48a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30e53a97d9942e2" /><Relationship Type="http://schemas.openxmlformats.org/officeDocument/2006/relationships/notesMaster" Target="/ppt/notesMasters/notesMaster1.xml" Id="Rc7cebd38b207466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979b6f341f84f5a" /><Relationship Type="http://schemas.openxmlformats.org/officeDocument/2006/relationships/notesMaster" Target="/ppt/notesMasters/notesMaster1.xml" Id="R2a4ca441ecd147b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1748a63b70c4f8f" /><Relationship Type="http://schemas.openxmlformats.org/officeDocument/2006/relationships/notesMaster" Target="/ppt/notesMasters/notesMaster1.xml" Id="R6f132ab97c86459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de7ada600f44c5d" /><Relationship Type="http://schemas.openxmlformats.org/officeDocument/2006/relationships/notesMaster" Target="/ppt/notesMasters/notesMaster1.xml" Id="R704bc58b22444f9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50228f2b48e448e" /><Relationship Type="http://schemas.openxmlformats.org/officeDocument/2006/relationships/notesMaster" Target="/ppt/notesMasters/notesMaster1.xml" Id="R65865082a5044d5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da4f84504f8407a" /><Relationship Type="http://schemas.openxmlformats.org/officeDocument/2006/relationships/notesMaster" Target="/ppt/notesMasters/notesMaster1.xml" Id="R3bf799a193014a7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1c39ff48c1f4103" /><Relationship Type="http://schemas.openxmlformats.org/officeDocument/2006/relationships/notesMaster" Target="/ppt/notesMasters/notesMaster1.xml" Id="Rb35a71f847594f8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8f24a2283d1475d" /><Relationship Type="http://schemas.openxmlformats.org/officeDocument/2006/relationships/notesMaster" Target="/ppt/notesMasters/notesMaster1.xml" Id="R37dc2e87c3e24ef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621cff1a95f408c" /><Relationship Type="http://schemas.openxmlformats.org/officeDocument/2006/relationships/notesMaster" Target="/ppt/notesMasters/notesMaster1.xml" Id="R6955870c44ce434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99acebbd51642b0" /><Relationship Type="http://schemas.openxmlformats.org/officeDocument/2006/relationships/notesMaster" Target="/ppt/notesMasters/notesMaster1.xml" Id="R0ecda72c1e7942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framework moves from research inputs to bounded evidence. The inputs are the natural hospital partitions, the threat and trust model, and our research objectives. The protection pipeline combines patient-level differential privacy, CAABC-FL, CKKS-protected and authenticated updates, poisoning-aware validation, and governed release. We then measure utility, privacy exposure, encrypted communication, poisoning response, and system correctness. The final stage defines the claim boundary: our evidence applies to the evaluated data, attacks, seeds, and deployment environment, rather than universal or production security.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explains our main algorithmic contribution, CAABC-FL. Each hospital first adds the previous compression residual to its patient-level differentially private update. The method divides that effective update into contiguous 256-coordinate blocks and scores block energy only after privatization. Every fifth round, the hospitals derive one common support from aggregate block scores, subject to a two-ciphertext packing budget. Each hospital projects onto the same support and retains omitted information as the next residual. The selected blocks occupy aligned CKKS slots, so the coordinator can add ciphertexts without learning client-specific sparse indices. This shared support is the central novelty because it converts logical sparsity into measured encrypted-wire reduction. Formal privacy still comes from the differential privacy accountant, not from compression.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used a controlled cross-silo research design. First, we retained the natural Hospital A and Hospital B partition of the 40,336-patient PhysioNet cohort. Second, every method used the same MLP, evaluation split, privacy budget, CKKS parameters, round budget, and five paired seeds. Third, we compared CAABC-FL with four baselines under benign and registered attack conditions, measuring utility, privacy, poisoning resilience, encrypted wire cost, and system timing. Finally, paired confidence intervals and statistical tests support direct method-level comparisons. This design isolates the learning and aggregation method while keeping every claim within the evaluated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Gradient-reconstruction evidence: under the registered 300-step attack, RMSE increased from 0.684 for plaintext-exact exposure to 2.763 for DP plus CAABC-FL. Higher RMSE means the attacker recovered the input features less accurately. This result is attack-specific empirical evidence; the differential privacy accountant provides the formal privacy guarantee.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thesis makes five contributions. First, the theoretical model treats privacy, confidentiality, communication efficiency, and integrity as interacting properties, which exposes conflicts between controls. Second, CAABC-FL aligns adaptive common-block selection with CKKS packing and residual feedback. Third, we implemented a governed multi-service system with independent verification and external audit witnesses. Fourth, the frozen paired protocol evaluates utility, privacy, poisoning, and system cost under the same conditions. Finally, CAABC-FL reduced encrypted upload by 56 percent while meeting the registered AUROC non-inferiority criterion. We also report the weaker AUPRC and operating-point results, so the claim remains within the evidence.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limitations define the boundary of the evidence. First, we used one retrospective sepsis cohort, two source hospitals, and one MLP, without prospective or external clinical validation. Second, the main TenSEAL path still uses central key custody, while threshold decryption was tested only as an isolated 3-of-3 experiment without dropout tolerance. Third, system timing came from sequential single-host runs rather than a real wide-area deployment or physical confidential-computing cluster. Finally, privacy and poisoning conclusions remain limited to the registered attacks and five seeds. These constraints support bounded protocol-level claims. Clinical and production-security validation remain future work.</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78841faccd4d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031ab34b8f41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e3070e97c64c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9c7ceea78043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49b8e1881840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b8f2a54ad74eb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8be2a8ec11d453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2e96ba456904e9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004cfd482ea4d4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226c7890cf1465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7cba557612c42c5"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206"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89"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14b303380848f4" /><Relationship Type="http://schemas.openxmlformats.org/officeDocument/2006/relationships/slideLayout" Target="/ppt/slideLayouts/slideLayout1.xml" Id="R47f7698a6eb8475b" /><Relationship Type="http://schemas.openxmlformats.org/officeDocument/2006/relationships/slideLayout" Target="/ppt/slideLayouts/slideLayout2.xml" Id="R9d630a6236c54e4d" /><Relationship Type="http://schemas.openxmlformats.org/officeDocument/2006/relationships/slideLayout" Target="/ppt/slideLayouts/slideLayout3.xml" Id="R92980e8865664f4d" /><Relationship Type="http://schemas.openxmlformats.org/officeDocument/2006/relationships/slideLayout" Target="/ppt/slideLayouts/slideLayout4.xml" Id="R51554fd526b84fb9" /><Relationship Type="http://schemas.openxmlformats.org/officeDocument/2006/relationships/slideLayout" Target="/ppt/slideLayouts/slideLayout5.xml" Id="R261af5f98e1d4edc" /><Relationship Type="http://schemas.openxmlformats.org/officeDocument/2006/relationships/slideLayout" Target="/ppt/slideLayouts/slideLayout6.xml" Id="Rffc07da9267045f7" /><Relationship Type="http://schemas.openxmlformats.org/officeDocument/2006/relationships/slideLayout" Target="/ppt/slideLayouts/slideLayout7.xml" Id="Rf29d4060d5a941da" /><Relationship Type="http://schemas.openxmlformats.org/officeDocument/2006/relationships/slideLayout" Target="/ppt/slideLayouts/slideLayout8.xml" Id="Rc4b081ff0fc54c4b" /><Relationship Type="http://schemas.openxmlformats.org/officeDocument/2006/relationships/slideLayout" Target="/ppt/slideLayouts/slideLayout9.xml" Id="R95c55d22b56b4630" /><Relationship Type="http://schemas.openxmlformats.org/officeDocument/2006/relationships/slideLayout" Target="/ppt/slideLayouts/slideLayout10.xml" Id="R96aa700a3ea64aac" /><Relationship Type="http://schemas.openxmlformats.org/officeDocument/2006/relationships/slideLayout" Target="/ppt/slideLayouts/slideLayout11.xml" Id="Rdfeceac62a974d6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7f7698a6eb8475b"/>
    <p:sldLayoutId xmlns:r="http://schemas.openxmlformats.org/officeDocument/2006/relationships" id="2147483650" r:id="R9d630a6236c54e4d"/>
    <p:sldLayoutId xmlns:r="http://schemas.openxmlformats.org/officeDocument/2006/relationships" id="2147483651" r:id="R92980e8865664f4d"/>
    <p:sldLayoutId xmlns:r="http://schemas.openxmlformats.org/officeDocument/2006/relationships" id="2147483652" r:id="R51554fd526b84fb9"/>
    <p:sldLayoutId xmlns:r="http://schemas.openxmlformats.org/officeDocument/2006/relationships" id="2147483653" r:id="R261af5f98e1d4edc"/>
    <p:sldLayoutId xmlns:r="http://schemas.openxmlformats.org/officeDocument/2006/relationships" id="2147483654" r:id="Rffc07da9267045f7"/>
    <p:sldLayoutId xmlns:r="http://schemas.openxmlformats.org/officeDocument/2006/relationships" id="2147483655" r:id="Rf29d4060d5a941da"/>
    <p:sldLayoutId xmlns:r="http://schemas.openxmlformats.org/officeDocument/2006/relationships" id="2147483656" r:id="Rc4b081ff0fc54c4b"/>
    <p:sldLayoutId xmlns:r="http://schemas.openxmlformats.org/officeDocument/2006/relationships" id="2147483657" r:id="R95c55d22b56b4630"/>
    <p:sldLayoutId xmlns:r="http://schemas.openxmlformats.org/officeDocument/2006/relationships" id="2147483658" r:id="R96aa700a3ea64aac"/>
    <p:sldLayoutId xmlns:r="http://schemas.openxmlformats.org/officeDocument/2006/relationships" id="2147483659" r:id="Rdfeceac62a974d60"/>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6327782c614baf" /><Relationship Type="http://schemas.openxmlformats.org/officeDocument/2006/relationships/image" Target="/ppt/media/image.png" Id="R977336efc8404f5e" /><Relationship Type="http://schemas.openxmlformats.org/officeDocument/2006/relationships/image" Target="/ppt/media/image2.png" Id="Ra733a3533d9c4087" /><Relationship Type="http://schemas.openxmlformats.org/officeDocument/2006/relationships/notesSlide" Target="/ppt/notesSlides/notesSlide1.xml" Id="R1500d11a70c244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f955224c834f79" /><Relationship Type="http://schemas.openxmlformats.org/officeDocument/2006/relationships/image" Target="/ppt/media/image2.png" Id="R64727b6fbe4c434d" /><Relationship Type="http://schemas.openxmlformats.org/officeDocument/2006/relationships/image" Target="/ppt/media/image3.png" Id="Re4a7ecff512e43c0" /><Relationship Type="http://schemas.openxmlformats.org/officeDocument/2006/relationships/notesSlide" Target="/ppt/notesSlides/notesSlide2.xml" Id="R585f6a6346924b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dcc788ce8e04a20" /><Relationship Type="http://schemas.openxmlformats.org/officeDocument/2006/relationships/image" Target="/ppt/media/image2.png" Id="R9fe93c15b87a4d82" /><Relationship Type="http://schemas.openxmlformats.org/officeDocument/2006/relationships/image" Target="/ppt/media/image4.png" Id="R9753743a866d4385" /><Relationship Type="http://schemas.openxmlformats.org/officeDocument/2006/relationships/image" Target="/ppt/media/image5.png" Id="Re50e396bce2f4e9c" /><Relationship Type="http://schemas.openxmlformats.org/officeDocument/2006/relationships/image" Target="/ppt/media/image3.png" Id="R678f159ef51645f9" /><Relationship Type="http://schemas.openxmlformats.org/officeDocument/2006/relationships/notesSlide" Target="/ppt/notesSlides/notesSlide3.xml" Id="R5c13f1e138ea4e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097584b46c4a2d" /><Relationship Type="http://schemas.openxmlformats.org/officeDocument/2006/relationships/image" Target="/ppt/media/image2.png" Id="R47d4e104e9bd4c2f" /><Relationship Type="http://schemas.openxmlformats.org/officeDocument/2006/relationships/image" Target="/ppt/media/image6.png" Id="R7517be5f177f4d73" /><Relationship Type="http://schemas.openxmlformats.org/officeDocument/2006/relationships/image" Target="/ppt/media/image3.png" Id="Ra741005976334705" /><Relationship Type="http://schemas.openxmlformats.org/officeDocument/2006/relationships/notesSlide" Target="/ppt/notesSlides/notesSlide4.xml" Id="Re589a46b9b6944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be30ef62994436" /><Relationship Type="http://schemas.openxmlformats.org/officeDocument/2006/relationships/image" Target="/ppt/media/image2.png" Id="R7d4a138316f848f8" /><Relationship Type="http://schemas.openxmlformats.org/officeDocument/2006/relationships/image" Target="/ppt/media/image3.png" Id="Re7d7726ecc8949eb" /><Relationship Type="http://schemas.openxmlformats.org/officeDocument/2006/relationships/notesSlide" Target="/ppt/notesSlides/notesSlide5.xml" Id="R5cd50fff9ade43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79c16505f04574" /><Relationship Type="http://schemas.openxmlformats.org/officeDocument/2006/relationships/image" Target="/ppt/media/image2.png" Id="R9afd1aa937e74f9f" /><Relationship Type="http://schemas.openxmlformats.org/officeDocument/2006/relationships/image" Target="/ppt/media/image3.png" Id="Rb28b82160a4d43de" /><Relationship Type="http://schemas.openxmlformats.org/officeDocument/2006/relationships/notesSlide" Target="/ppt/notesSlides/notesSlide6.xml" Id="R6efc95dff3f24f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fab98e0ce745e1" /><Relationship Type="http://schemas.openxmlformats.org/officeDocument/2006/relationships/image" Target="/ppt/media/image2.png" Id="Re208a4e4501a40e9" /><Relationship Type="http://schemas.openxmlformats.org/officeDocument/2006/relationships/chart" Target="/ppt/slides/charts/chart1.xml" Id="R453e55be2d354ad5" /><Relationship Type="http://schemas.openxmlformats.org/officeDocument/2006/relationships/image" Target="/ppt/media/image3.png" Id="R7f3b17e57746410a" /><Relationship Type="http://schemas.openxmlformats.org/officeDocument/2006/relationships/notesSlide" Target="/ppt/notesSlides/notesSlide7.xml" Id="Re6a8c7448f1b43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5fe117d21e4b89" /><Relationship Type="http://schemas.openxmlformats.org/officeDocument/2006/relationships/image" Target="/ppt/media/image2.png" Id="Rfbb95a14ac7a4c0b" /><Relationship Type="http://schemas.openxmlformats.org/officeDocument/2006/relationships/image" Target="/ppt/media/image3.png" Id="R1af02fa20ddb4914" /><Relationship Type="http://schemas.openxmlformats.org/officeDocument/2006/relationships/notesSlide" Target="/ppt/notesSlides/notesSlide8.xml" Id="R041e186dab5948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a2c21864e94ccb" /><Relationship Type="http://schemas.openxmlformats.org/officeDocument/2006/relationships/image" Target="/ppt/media/image2.png" Id="Rc87a68a130634c90" /><Relationship Type="http://schemas.openxmlformats.org/officeDocument/2006/relationships/image" Target="/ppt/media/image3.png" Id="R43a4985cfdf14e9d" /><Relationship Type="http://schemas.openxmlformats.org/officeDocument/2006/relationships/notesSlide" Target="/ppt/notesSlides/notesSlide9.xml" Id="Rb519a984f08e4f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df0e35561334401" /><Relationship Type="http://schemas.openxmlformats.org/officeDocument/2006/relationships/image" Target="/ppt/media/image2.png" Id="Rc74f6aeaa794437a" /><Relationship Type="http://schemas.openxmlformats.org/officeDocument/2006/relationships/image" Target="/ppt/media/image4.png" Id="R89f52cb589ad4f73" /><Relationship Type="http://schemas.openxmlformats.org/officeDocument/2006/relationships/image" Target="/ppt/media/image7.png" Id="R56523c57852b4fce" /><Relationship Type="http://schemas.openxmlformats.org/officeDocument/2006/relationships/image" Target="/ppt/media/image3.png" Id="Rddb0ee14797042aa" /><Relationship Type="http://schemas.openxmlformats.org/officeDocument/2006/relationships/notesSlide" Target="/ppt/notesSlides/notesSlide10.xml" Id="Rd8d9881218d147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beacec07554be5" /><Relationship Type="http://schemas.openxmlformats.org/officeDocument/2006/relationships/image" Target="/ppt/media/image2.png" Id="Rc52b5c1f01fa4032" /><Relationship Type="http://schemas.openxmlformats.org/officeDocument/2006/relationships/image" Target="/ppt/media/image3.png" Id="Rb210ee7f1ed346b9" /><Relationship Type="http://schemas.openxmlformats.org/officeDocument/2006/relationships/notesSlide" Target="/ppt/notesSlides/notesSlide11.xml" Id="Rd1cf4d13f73443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0dce9479d7c4890" /><Relationship Type="http://schemas.openxmlformats.org/officeDocument/2006/relationships/image" Target="/ppt/media/image2.png" Id="Rfd0cf58d25794b91" /><Relationship Type="http://schemas.openxmlformats.org/officeDocument/2006/relationships/image" Target="/ppt/media/image3.png" Id="R25244c64d06c433d" /><Relationship Type="http://schemas.openxmlformats.org/officeDocument/2006/relationships/notesSlide" Target="/ppt/notesSlides/notesSlide12.xml" Id="Rc809d4ab77ac4f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8924a4ec8734c00" /><Relationship Type="http://schemas.openxmlformats.org/officeDocument/2006/relationships/image" Target="/ppt/media/image2.png" Id="R7327a7cce9344477" /><Relationship Type="http://schemas.openxmlformats.org/officeDocument/2006/relationships/image" Target="/ppt/media/image3.png" Id="R23d80dfb5c584303" /><Relationship Type="http://schemas.openxmlformats.org/officeDocument/2006/relationships/notesSlide" Target="/ppt/notesSlides/notesSlide13.xml" Id="R92e50747f9524a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bc4f1ee4d9490d" /><Relationship Type="http://schemas.openxmlformats.org/officeDocument/2006/relationships/image" Target="/ppt/media/image2.png" Id="R7110fb99537a401f" /><Relationship Type="http://schemas.openxmlformats.org/officeDocument/2006/relationships/image" Target="/ppt/media/image3.png" Id="R0a39836139b84095" /><Relationship Type="http://schemas.openxmlformats.org/officeDocument/2006/relationships/notesSlide" Target="/ppt/notesSlides/notesSlide14.xml" Id="Rc8736e0c092d4d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4a0206b13184d7c" /><Relationship Type="http://schemas.openxmlformats.org/officeDocument/2006/relationships/image" Target="/ppt/media/image2.png" Id="R9f1fb235e1d04679" /><Relationship Type="http://schemas.openxmlformats.org/officeDocument/2006/relationships/image" Target="/ppt/media/image3.png" Id="Re544f45a4c824ce5" /><Relationship Type="http://schemas.openxmlformats.org/officeDocument/2006/relationships/notesSlide" Target="/ppt/notesSlides/notesSlide15.xml" Id="Rf88c362dd8b145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31634f3e19a4763" /><Relationship Type="http://schemas.openxmlformats.org/officeDocument/2006/relationships/image" Target="/ppt/media/image2.png" Id="R39f544b6175740b6" /><Relationship Type="http://schemas.openxmlformats.org/officeDocument/2006/relationships/image" Target="/ppt/media/image3.png" Id="R437e54a9285749e1" /><Relationship Type="http://schemas.openxmlformats.org/officeDocument/2006/relationships/notesSlide" Target="/ppt/notesSlides/notesSlide16.xml" Id="R8f5c351ac40d47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0b6777491794a31" /><Relationship Type="http://schemas.openxmlformats.org/officeDocument/2006/relationships/image" Target="/ppt/media/image2.png" Id="R7c95457a410341d3" /><Relationship Type="http://schemas.openxmlformats.org/officeDocument/2006/relationships/image" Target="/ppt/media/image4.png" Id="Ra69f4762068345ad" /><Relationship Type="http://schemas.openxmlformats.org/officeDocument/2006/relationships/image" Target="/ppt/media/image8.png" Id="Ree7c83485a314713" /><Relationship Type="http://schemas.openxmlformats.org/officeDocument/2006/relationships/image" Target="/ppt/media/image3.png" Id="Radf30d4e79d64453" /><Relationship Type="http://schemas.openxmlformats.org/officeDocument/2006/relationships/notesSlide" Target="/ppt/notesSlides/notesSlide17.xml" Id="R914918bf450544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1616f84605447e1" /><Relationship Type="http://schemas.openxmlformats.org/officeDocument/2006/relationships/image" Target="/ppt/media/image2.png" Id="R409d1a089d7e4d0b" /><Relationship Type="http://schemas.openxmlformats.org/officeDocument/2006/relationships/image" Target="/ppt/media/image9.png" Id="R5197a7f592a94f20" /><Relationship Type="http://schemas.openxmlformats.org/officeDocument/2006/relationships/image" Target="/ppt/media/image10.png" Id="R0c55544aaffb4f4f" /><Relationship Type="http://schemas.openxmlformats.org/officeDocument/2006/relationships/image" Target="/ppt/media/image3.png" Id="R184280fe22984a72" /><Relationship Type="http://schemas.openxmlformats.org/officeDocument/2006/relationships/notesSlide" Target="/ppt/notesSlides/notesSlide18.xml" Id="R50dd853e42a644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810e49b48804340" /><Relationship Type="http://schemas.openxmlformats.org/officeDocument/2006/relationships/image" Target="/ppt/media/image2.png" Id="R4c6e1747f4d6439a" /><Relationship Type="http://schemas.openxmlformats.org/officeDocument/2006/relationships/image" Target="/ppt/media/image9.png" Id="R08ebdba487c04a5a" /><Relationship Type="http://schemas.openxmlformats.org/officeDocument/2006/relationships/image" Target="/ppt/media/image11.png" Id="R7c9e129ee69d4aeb" /><Relationship Type="http://schemas.openxmlformats.org/officeDocument/2006/relationships/image" Target="/ppt/media/image3.png" Id="Raa17520c18b34c2d" /><Relationship Type="http://schemas.openxmlformats.org/officeDocument/2006/relationships/notesSlide" Target="/ppt/notesSlides/notesSlide19.xml" Id="R92bf33fd9cf64b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1e050ec7c084f13" /><Relationship Type="http://schemas.openxmlformats.org/officeDocument/2006/relationships/image" Target="/ppt/media/image2.png" Id="Re5cfeabb0cf640f1" /><Relationship Type="http://schemas.openxmlformats.org/officeDocument/2006/relationships/image" Target="/ppt/media/image9.png" Id="Rcee2e232ee9c42a2" /><Relationship Type="http://schemas.openxmlformats.org/officeDocument/2006/relationships/image" Target="/ppt/media/image10.png" Id="R2c6f8cec1c8d4669" /><Relationship Type="http://schemas.openxmlformats.org/officeDocument/2006/relationships/image" Target="/ppt/media/image3.png" Id="R8447fdf1e76148ea" /><Relationship Type="http://schemas.openxmlformats.org/officeDocument/2006/relationships/notesSlide" Target="/ppt/notesSlides/notesSlide20.xml" Id="Rc16eecdd7fb940c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f14f3305ebf4b4d" /><Relationship Type="http://schemas.openxmlformats.org/officeDocument/2006/relationships/image" Target="/ppt/media/image2.png" Id="R07371978ce2f4462" /><Relationship Type="http://schemas.openxmlformats.org/officeDocument/2006/relationships/image" Target="/ppt/media/image3.png" Id="R86d95fc4f64844af" /><Relationship Type="http://schemas.openxmlformats.org/officeDocument/2006/relationships/notesSlide" Target="/ppt/notesSlides/notesSlide21.xml" Id="R3a9a01e0d13f448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74af2963b3e4102" /><Relationship Type="http://schemas.openxmlformats.org/officeDocument/2006/relationships/image" Target="/ppt/media/image2.png" Id="R2548d34f70ac40ee" /><Relationship Type="http://schemas.openxmlformats.org/officeDocument/2006/relationships/image" Target="/ppt/media/image3.png" Id="Rcea9d296aeef472f" /><Relationship Type="http://schemas.openxmlformats.org/officeDocument/2006/relationships/notesSlide" Target="/ppt/notesSlides/notesSlide22.xml" Id="R129ec043506e4a1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7116d4526a64484" /><Relationship Type="http://schemas.openxmlformats.org/officeDocument/2006/relationships/image" Target="/ppt/media/image2.png" Id="Rd9cd9f5d33ab4ea7" /><Relationship Type="http://schemas.openxmlformats.org/officeDocument/2006/relationships/image" Target="/ppt/media/image3.png" Id="Re0de217f24d0425c" /><Relationship Type="http://schemas.openxmlformats.org/officeDocument/2006/relationships/notesSlide" Target="/ppt/notesSlides/notesSlide23.xml" Id="R8663cfff437d4d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559a866ae0b4207" /><Relationship Type="http://schemas.openxmlformats.org/officeDocument/2006/relationships/image" Target="/ppt/media/image2.png" Id="Rc9c7cebb65e94d51" /><Relationship Type="http://schemas.openxmlformats.org/officeDocument/2006/relationships/image" Target="/ppt/media/image3.png" Id="R32e71040cf1f4af2" /><Relationship Type="http://schemas.openxmlformats.org/officeDocument/2006/relationships/notesSlide" Target="/ppt/notesSlides/notesSlide24.xml" Id="R6bb3c296cb4847b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06307eab9f14b5d" /><Relationship Type="http://schemas.openxmlformats.org/officeDocument/2006/relationships/image" Target="/ppt/media/image2.png" Id="R48f6f26bb46440d1" /><Relationship Type="http://schemas.openxmlformats.org/officeDocument/2006/relationships/image" Target="/ppt/media/image3.png" Id="Rd4f0beec46674186" /><Relationship Type="http://schemas.openxmlformats.org/officeDocument/2006/relationships/notesSlide" Target="/ppt/notesSlides/notesSlide25.xml" Id="R7cea5f266f814d2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ab01b896fb44889" /><Relationship Type="http://schemas.openxmlformats.org/officeDocument/2006/relationships/image" Target="/ppt/media/image2.png" Id="Rd5b7543612654614" /><Relationship Type="http://schemas.openxmlformats.org/officeDocument/2006/relationships/image" Target="/ppt/media/image3.png" Id="Rd97cce34495a47e2" /><Relationship Type="http://schemas.openxmlformats.org/officeDocument/2006/relationships/notesSlide" Target="/ppt/notesSlides/notesSlide26.xml" Id="R51508c8f9623471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2d6dd698d31d45ed" /><Relationship Type="http://schemas.openxmlformats.org/officeDocument/2006/relationships/image" Target="/ppt/media/image2.png" Id="R7e33174e62ee4f16" /><Relationship Type="http://schemas.openxmlformats.org/officeDocument/2006/relationships/image" Target="/ppt/media/image4.png" Id="Rc5a66f4b22ac480d" /><Relationship Type="http://schemas.openxmlformats.org/officeDocument/2006/relationships/image" Target="/ppt/media/image12.png" Id="R8f61e4a45ee24d37" /><Relationship Type="http://schemas.openxmlformats.org/officeDocument/2006/relationships/image" Target="/ppt/media/image3.png" Id="Rcd69b9e1ecfa428c" /><Relationship Type="http://schemas.openxmlformats.org/officeDocument/2006/relationships/notesSlide" Target="/ppt/notesSlides/notesSlide27.xml" Id="R25c8ef79b9084fe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3ce317099fa4583" /><Relationship Type="http://schemas.openxmlformats.org/officeDocument/2006/relationships/image" Target="/ppt/media/image2.png" Id="R31d9a7e928d74ef8" /><Relationship Type="http://schemas.openxmlformats.org/officeDocument/2006/relationships/image" Target="/ppt/media/image3.png" Id="R8e5e32fc59b74f3b" /><Relationship Type="http://schemas.openxmlformats.org/officeDocument/2006/relationships/notesSlide" Target="/ppt/notesSlides/notesSlide28.xml" Id="R7306651db52c4e8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3fe9250159f45ce" /><Relationship Type="http://schemas.openxmlformats.org/officeDocument/2006/relationships/image" Target="/ppt/media/image2.png" Id="Rfa50318636de44b9" /><Relationship Type="http://schemas.openxmlformats.org/officeDocument/2006/relationships/chart" Target="/ppt/slides/charts/chart2.xml" Id="R040f1f2c1f6e4c7a" /><Relationship Type="http://schemas.openxmlformats.org/officeDocument/2006/relationships/image" Target="/ppt/media/image3.png" Id="Rb0cd4d5890b14616" /><Relationship Type="http://schemas.openxmlformats.org/officeDocument/2006/relationships/notesSlide" Target="/ppt/notesSlides/notesSlide29.xml" Id="R6a2a1c7500014c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d1b18f8d1c54ad9" /><Relationship Type="http://schemas.openxmlformats.org/officeDocument/2006/relationships/image" Target="/ppt/media/image2.png" Id="R66f3a1346e8f463e" /><Relationship Type="http://schemas.openxmlformats.org/officeDocument/2006/relationships/image" Target="/ppt/media/image13.png" Id="Rb476bff977634cdf" /><Relationship Type="http://schemas.openxmlformats.org/officeDocument/2006/relationships/image" Target="/ppt/media/image14.png" Id="R8dec5c69082f4187" /><Relationship Type="http://schemas.openxmlformats.org/officeDocument/2006/relationships/image" Target="/ppt/media/image3.png" Id="R19fcbbcf569c4582" /><Relationship Type="http://schemas.openxmlformats.org/officeDocument/2006/relationships/notesSlide" Target="/ppt/notesSlides/notesSlide30.xml" Id="R1505c851b99d49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3941366896df401b" /><Relationship Type="http://schemas.openxmlformats.org/officeDocument/2006/relationships/image" Target="/ppt/media/image2.png" Id="Rd056d6a88cc0475c" /><Relationship Type="http://schemas.openxmlformats.org/officeDocument/2006/relationships/image" Target="/ppt/media/image4.png" Id="Rccca10e0967a4483" /><Relationship Type="http://schemas.openxmlformats.org/officeDocument/2006/relationships/image" Target="/ppt/media/image15.png" Id="R648acf01dc7a494a" /><Relationship Type="http://schemas.openxmlformats.org/officeDocument/2006/relationships/image" Target="/ppt/media/image3.png" Id="R9487a01ceb044cdb" /><Relationship Type="http://schemas.openxmlformats.org/officeDocument/2006/relationships/notesSlide" Target="/ppt/notesSlides/notesSlide31.xml" Id="Re6c327cc4f44472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0221a5573b1439f" /><Relationship Type="http://schemas.openxmlformats.org/officeDocument/2006/relationships/image" Target="/ppt/media/image2.png" Id="R1aba909610f94243" /><Relationship Type="http://schemas.openxmlformats.org/officeDocument/2006/relationships/image" Target="/ppt/media/image3.png" Id="Ra311455f4a484ed1" /><Relationship Type="http://schemas.openxmlformats.org/officeDocument/2006/relationships/notesSlide" Target="/ppt/notesSlides/notesSlide32.xml" Id="Rc08503cf0d8d4f8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268ab9e81d94d5c" /><Relationship Type="http://schemas.openxmlformats.org/officeDocument/2006/relationships/image" Target="/ppt/media/image2.png" Id="R345a6ebbe1a94fb4" /><Relationship Type="http://schemas.openxmlformats.org/officeDocument/2006/relationships/image" Target="/ppt/media/image3.png" Id="Rf7c8b578da324ce8" /><Relationship Type="http://schemas.openxmlformats.org/officeDocument/2006/relationships/notesSlide" Target="/ppt/notesSlides/notesSlide33.xml" Id="R80196479e097453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4e82fe635d146c0" /><Relationship Type="http://schemas.openxmlformats.org/officeDocument/2006/relationships/image" Target="/ppt/media/image2.png" Id="Rc294f62486bb4693" /><Relationship Type="http://schemas.openxmlformats.org/officeDocument/2006/relationships/image" Target="/ppt/media/image3.png" Id="R5d47f8e4b9704f75" /><Relationship Type="http://schemas.openxmlformats.org/officeDocument/2006/relationships/notesSlide" Target="/ppt/notesSlides/notesSlide34.xml" Id="R6f0d4ecf8b504e0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72071d6acd64ba5" /><Relationship Type="http://schemas.openxmlformats.org/officeDocument/2006/relationships/image" Target="/ppt/media/image2.png" Id="R83ff030127844134" /><Relationship Type="http://schemas.openxmlformats.org/officeDocument/2006/relationships/image" Target="/ppt/media/image3.png" Id="Rcdf00f1e42724430" /><Relationship Type="http://schemas.openxmlformats.org/officeDocument/2006/relationships/notesSlide" Target="/ppt/notesSlides/notesSlide35.xml" Id="R96fb131a656547b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057dbb29cac4fb3" /><Relationship Type="http://schemas.openxmlformats.org/officeDocument/2006/relationships/image" Target="/ppt/media/image2.png" Id="Rb562ba19bed540ad" /><Relationship Type="http://schemas.openxmlformats.org/officeDocument/2006/relationships/image" Target="/ppt/media/image3.png" Id="R65ef51c6323742ed" /><Relationship Type="http://schemas.openxmlformats.org/officeDocument/2006/relationships/notesSlide" Target="/ppt/notesSlides/notesSlide36.xml" Id="Rb0ac3bebef6a49e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50fef78b0aa4e4b" /><Relationship Type="http://schemas.openxmlformats.org/officeDocument/2006/relationships/image" Target="/ppt/media/image2.png" Id="R98f261d820f74dbc" /><Relationship Type="http://schemas.openxmlformats.org/officeDocument/2006/relationships/image" Target="/ppt/media/image3.png" Id="R18cc35730ed64f0b" /><Relationship Type="http://schemas.openxmlformats.org/officeDocument/2006/relationships/notesSlide" Target="/ppt/notesSlides/notesSlide37.xml" Id="R7d895f35d0e24ab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dc8fe7af0cd40cd" /><Relationship Type="http://schemas.openxmlformats.org/officeDocument/2006/relationships/image" Target="/ppt/media/image2.png" Id="Rfb7b1bae20b44625" /><Relationship Type="http://schemas.openxmlformats.org/officeDocument/2006/relationships/image" Target="/ppt/media/image3.png" Id="Rbf947f0409a34519" /><Relationship Type="http://schemas.openxmlformats.org/officeDocument/2006/relationships/notesSlide" Target="/ppt/notesSlides/notesSlide38.xml" Id="R61e7e282b34b428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e4c877bd4d646bb" /><Relationship Type="http://schemas.openxmlformats.org/officeDocument/2006/relationships/image" Target="/ppt/media/image2.png" Id="R74cc789f960e4acc" /><Relationship Type="http://schemas.openxmlformats.org/officeDocument/2006/relationships/image" Target="/ppt/media/image3.png" Id="R0b897df1e94649fa" /><Relationship Type="http://schemas.openxmlformats.org/officeDocument/2006/relationships/notesSlide" Target="/ppt/notesSlides/notesSlide39.xml" Id="Ra6c8c3b52ec7488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8b3759bb6d24010" /><Relationship Type="http://schemas.openxmlformats.org/officeDocument/2006/relationships/image" Target="/ppt/media/image2.png" Id="Rcc663b422aa442bf" /><Relationship Type="http://schemas.openxmlformats.org/officeDocument/2006/relationships/image" Target="/ppt/media/image3.png" Id="Rc4da38244bf5439b" /><Relationship Type="http://schemas.openxmlformats.org/officeDocument/2006/relationships/notesSlide" Target="/ppt/notesSlides/notesSlide40.xml" Id="R48fa2d3a62084c3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551e6bd6fe94f45" /><Relationship Type="http://schemas.openxmlformats.org/officeDocument/2006/relationships/image" Target="/ppt/media/image2.png" Id="R9d5937a967544302" /><Relationship Type="http://schemas.openxmlformats.org/officeDocument/2006/relationships/image" Target="/ppt/media/image16.png" Id="Rcc673d027840421f" /><Relationship Type="http://schemas.openxmlformats.org/officeDocument/2006/relationships/image" Target="/ppt/media/image3.png" Id="R8bc427acb7cf4d06" /><Relationship Type="http://schemas.openxmlformats.org/officeDocument/2006/relationships/notesSlide" Target="/ppt/notesSlides/notesSlide41.xml" Id="Rd24b76fd484048d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7b6a97c6a9bb45aa" /><Relationship Type="http://schemas.openxmlformats.org/officeDocument/2006/relationships/image" Target="/ppt/media/image.gif" Id="R1339224530804627" /><Relationship Type="http://schemas.openxmlformats.org/officeDocument/2006/relationships/image" Target="/ppt/media/image2.png" Id="R40590d59bd734981" /><Relationship Type="http://schemas.openxmlformats.org/officeDocument/2006/relationships/image" Target="/ppt/media/image3.png" Id="Rabea39654f794f10" /><Relationship Type="http://schemas.openxmlformats.org/officeDocument/2006/relationships/notesSlide" Target="/ppt/notesSlides/notesSlide42.xml" Id="R42f7881cc99f4a78"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977336efc8404f5e">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a733a3533d9c4087">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Picture 68"/>
          <p:cNvPicPr>
            <a:picLocks xmlns:a="http://schemas.openxmlformats.org/drawingml/2006/main" noChangeAspect="1"/>
          </p:cNvPicPr>
          <p:nvPr/>
        </p:nvPicPr>
        <p:blipFill>
          <a:blip xmlns:r="http://schemas.openxmlformats.org/officeDocument/2006/relationships" xmlns:a="http://schemas.openxmlformats.org/drawingml/2006/main" r:embed="R64727b6fbe4c434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717" lnSpcReduction="20000"/>
          </a:bodyPr>
          <a:lstStyle xmlns:a="http://schemas.openxmlformats.org/drawingml/2006/main"/>
          <a:p xmlns:a="http://schemas.openxmlformats.org/drawingml/2006/main">
            <a:pPr>
              <a:buNone/>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a:solidFill>
                  <a:srgbClr val="062B6F"/>
                </a:solidFill>
                <a:latin typeface="Arial"/>
                <a:ea typeface="Arial"/>
                <a:cs typeface="Arial"/>
              </a:defRPr>
            </a:pPr>
            <a:r>
              <a:rPr sz="1100">
                <a:solidFill>
                  <a:srgbClr val="062B6F"/>
                </a:solidFill>
                <a:latin typeface="Arial"/>
                <a:ea typeface="Arial"/>
                <a:cs typeface="Arial"/>
              </a:rPr>
              <a:t>Experimental setup</a:t>
            </a:r>
          </a:p>
        </p:txBody>
      </p:sp>
      <p:pic>
        <p:nvPicPr>
          <p:cNvPr id="132" name="Picture 1"/>
          <p:cNvPicPr>
            <a:picLocks xmlns:a="http://schemas.openxmlformats.org/drawingml/2006/main" noChangeAspect="1"/>
          </p:cNvPicPr>
          <p:nvPr/>
        </p:nvPicPr>
        <p:blipFill>
          <a:blip xmlns:r="http://schemas.openxmlformats.org/officeDocument/2006/relationships" xmlns:a="http://schemas.openxmlformats.org/drawingml/2006/main" r:embed="Re4a7ecff512e43c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436"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9fe93c15b87a4d8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37"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9753743a866d4385">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439"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e50e396bce2f4e9c">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440"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444" name="Picture 1"/>
          <p:cNvPicPr>
            <a:picLocks xmlns:a="http://schemas.openxmlformats.org/drawingml/2006/main" noChangeAspect="1"/>
          </p:cNvPicPr>
          <p:nvPr/>
        </p:nvPicPr>
        <p:blipFill>
          <a:blip xmlns:r="http://schemas.openxmlformats.org/officeDocument/2006/relationships" xmlns:a="http://schemas.openxmlformats.org/drawingml/2006/main" r:embed="R678f159ef51645f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a:t>
            </a:r>
            <a:endParaRPr sz="2800"/>
          </a:p>
        </p:txBody>
      </p:sp>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7d4e104e9bd4c2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955813" y="207790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236"/>
          <p:cNvPicPr>
            <a:picLocks xmlns:a="http://schemas.openxmlformats.org/drawingml/2006/main" noChangeAspect="1"/>
          </p:cNvPicPr>
          <p:nvPr/>
        </p:nvPicPr>
        <p:blipFill>
          <a:blip xmlns:r="http://schemas.openxmlformats.org/officeDocument/2006/relationships" xmlns:a="http://schemas.openxmlformats.org/drawingml/2006/main" r:embed="R7517be5f177f4d73"/>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pic>
        <p:nvPicPr>
          <p:cNvPr id="235" name="Picture 1"/>
          <p:cNvPicPr>
            <a:picLocks xmlns:a="http://schemas.openxmlformats.org/drawingml/2006/main" noChangeAspect="1"/>
          </p:cNvPicPr>
          <p:nvPr/>
        </p:nvPicPr>
        <p:blipFill>
          <a:blip xmlns:r="http://schemas.openxmlformats.org/officeDocument/2006/relationships" xmlns:a="http://schemas.openxmlformats.org/drawingml/2006/main" r:embed="Ra74100597633470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5</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4a138316f848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47746" y="195262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pic>
        <p:nvPicPr>
          <p:cNvPr id="236" name="Picture 1"/>
          <p:cNvPicPr>
            <a:picLocks xmlns:a="http://schemas.openxmlformats.org/drawingml/2006/main" noChangeAspect="1"/>
          </p:cNvPicPr>
          <p:nvPr/>
        </p:nvPicPr>
        <p:blipFill>
          <a:blip xmlns:r="http://schemas.openxmlformats.org/officeDocument/2006/relationships" xmlns:a="http://schemas.openxmlformats.org/drawingml/2006/main" r:embed="Re7d7726ecc8949e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6</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afd1aa937e74f9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b28b82160a4d43d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7</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208a4e4501a40e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59"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453e55be2d354ad5"/>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7f3b17e57746410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8</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bb95a14ac7a4c0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1af02fa20ddb491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87a68a130634c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43a4985cfdf14e9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506"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c74f6aeaa794437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07"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89f52cb589ad4f7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509"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56523c57852b4fce">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510"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514" name="Picture 3"/>
          <p:cNvPicPr>
            <a:picLocks xmlns:a="http://schemas.openxmlformats.org/drawingml/2006/main" noChangeAspect="1"/>
          </p:cNvPicPr>
          <p:nvPr/>
        </p:nvPicPr>
        <p:blipFill>
          <a:blip xmlns:r="http://schemas.openxmlformats.org/officeDocument/2006/relationships" xmlns:a="http://schemas.openxmlformats.org/drawingml/2006/main" r:embed="Rddb0ee14797042a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11</a:t>
            </a:r>
            <a:endParaRPr sz="2800"/>
          </a:p>
        </p:txBody>
      </p:sp>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52b5c1f01fa403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5"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a:t>
            </a:r>
            <a:r>
              <a:rPr sz="1500" b="1">
                <a:solidFill>
                  <a:srgbClr val="1E3A5F"/>
                </a:solidFill>
                <a:latin typeface="Arial"/>
                <a:ea typeface="Arial"/>
                <a:cs typeface="Arial"/>
              </a:rPr>
              <a:t>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pic>
        <p:nvPicPr>
          <p:cNvPr id="275" name="Picture 1"/>
          <p:cNvPicPr>
            <a:picLocks xmlns:a="http://schemas.openxmlformats.org/drawingml/2006/main" noChangeAspect="1"/>
          </p:cNvPicPr>
          <p:nvPr/>
        </p:nvPicPr>
        <p:blipFill>
          <a:blip xmlns:r="http://schemas.openxmlformats.org/officeDocument/2006/relationships" xmlns:a="http://schemas.openxmlformats.org/drawingml/2006/main" r:embed="Rb210ee7f1ed346b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1"/>
          <p:cNvPicPr>
            <a:picLocks xmlns:a="http://schemas.openxmlformats.org/drawingml/2006/main" noChangeAspect="1"/>
          </p:cNvPicPr>
          <p:nvPr/>
        </p:nvPicPr>
        <p:blipFill>
          <a:blip xmlns:r="http://schemas.openxmlformats.org/officeDocument/2006/relationships" xmlns:a="http://schemas.openxmlformats.org/drawingml/2006/main" r:embed="Rfd0cf58d25794b9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6"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202" lnSpcReduction="2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pic>
        <p:nvPicPr>
          <p:cNvPr id="68" name="Picture 1"/>
          <p:cNvPicPr>
            <a:picLocks xmlns:a="http://schemas.openxmlformats.org/drawingml/2006/main" noChangeAspect="1"/>
          </p:cNvPicPr>
          <p:nvPr/>
        </p:nvPicPr>
        <p:blipFill>
          <a:blip xmlns:r="http://schemas.openxmlformats.org/officeDocument/2006/relationships" xmlns:a="http://schemas.openxmlformats.org/drawingml/2006/main" r:embed="R25244c64d06c433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13</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327a7cce934447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4"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pic>
        <p:nvPicPr>
          <p:cNvPr id="273" name="Picture 1"/>
          <p:cNvPicPr>
            <a:picLocks xmlns:a="http://schemas.openxmlformats.org/drawingml/2006/main" noChangeAspect="1"/>
          </p:cNvPicPr>
          <p:nvPr/>
        </p:nvPicPr>
        <p:blipFill>
          <a:blip xmlns:r="http://schemas.openxmlformats.org/officeDocument/2006/relationships" xmlns:a="http://schemas.openxmlformats.org/drawingml/2006/main" r:embed="R23d80dfb5c58430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14</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110fb99537a401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8"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9"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2" name="Picture 296"/>
          <p:cNvPicPr>
            <a:picLocks xmlns:a="http://schemas.openxmlformats.org/drawingml/2006/main" noChangeAspect="1"/>
          </p:cNvPicPr>
          <p:nvPr/>
        </p:nvPicPr>
        <p:blipFill>
          <a:blip xmlns:r="http://schemas.openxmlformats.org/officeDocument/2006/relationships" xmlns:a="http://schemas.openxmlformats.org/drawingml/2006/main" r:embed="R7110fb99537a401f"/>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pic>
        <p:nvPicPr>
          <p:cNvPr id="294" name="Picture 1"/>
          <p:cNvPicPr>
            <a:picLocks xmlns:a="http://schemas.openxmlformats.org/drawingml/2006/main" noChangeAspect="1"/>
          </p:cNvPicPr>
          <p:nvPr/>
        </p:nvPicPr>
        <p:blipFill>
          <a:blip xmlns:r="http://schemas.openxmlformats.org/officeDocument/2006/relationships" xmlns:a="http://schemas.openxmlformats.org/drawingml/2006/main" r:embed="R0a39836139b8409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15</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f1fb235e1d046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e544f45a4c824ce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16</a:t>
            </a:r>
            <a:endParaRPr sz="2800"/>
          </a:p>
        </p:txBody>
      </p:sp>
      <p:pic>
        <p:nvPicPr>
          <p:cNvPr id="57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f544b6175740b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597" name="Straight Arrow Connector 373"/>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98" name="Straight Arrow Connector 374"/>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99" name="Straight Arrow Connector 375"/>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lnSpcReduction="10000"/>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16" lnSpcReduction="10000"/>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pic>
        <p:nvPicPr>
          <p:cNvPr id="607" name="Picture 1"/>
          <p:cNvPicPr>
            <a:picLocks xmlns:a="http://schemas.openxmlformats.org/drawingml/2006/main" noChangeAspect="1"/>
          </p:cNvPicPr>
          <p:nvPr/>
        </p:nvPicPr>
        <p:blipFill>
          <a:blip xmlns:r="http://schemas.openxmlformats.org/officeDocument/2006/relationships" xmlns:a="http://schemas.openxmlformats.org/drawingml/2006/main" r:embed="R437e54a9285749e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441" name="conceptual-framework-replacement-cover">
            <a:extLst xmlns:a="http://schemas.openxmlformats.org/drawingml/2006/main">
              <a:ext uri="{FF2B5EF4-FFF2-40B4-BE49-F238E27FC236}">
                <a16:creationId xmlns:a16="http://schemas.microsoft.com/office/drawing/2014/main" id="{B9CA9847-B2ED-4B88-990E-07B592318C5C}"/>
              </a:ext>
            </a:extLst>
          </p:cNvPr>
          <p:cNvSpPr>
            <a:spLocks xmlns:a="http://schemas.openxmlformats.org/drawingml/2006/main" noGrp="1"/>
          </p:cNvSpPr>
          <p:nvPr/>
        </p:nvSpPr>
        <p:spPr>
          <a:xfrm xmlns:a="http://schemas.openxmlformats.org/drawingml/2006/main">
            <a:off x="523875" y="1095375"/>
            <a:ext cx="11144250" cy="5000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42" name="stage-1-inputs">
            <a:extLst xmlns:a="http://schemas.openxmlformats.org/drawingml/2006/main">
              <a:ext uri="{FF2B5EF4-FFF2-40B4-BE49-F238E27FC236}">
                <a16:creationId xmlns:a16="http://schemas.microsoft.com/office/drawing/2014/main" id="{8473B568-7251-4730-AAE9-4B52D0D678C3}"/>
              </a:ext>
            </a:extLst>
          </p:cNvPr>
          <p:cNvSpPr>
            <a:spLocks xmlns:a="http://schemas.openxmlformats.org/drawingml/2006/main" noGrp="1"/>
          </p:cNvSpPr>
          <p:nvPr/>
        </p:nvSpPr>
        <p:spPr>
          <a:xfrm xmlns:a="http://schemas.openxmlformats.org/drawingml/2006/main">
            <a:off x="1190625" y="1219200"/>
            <a:ext cx="9810750" cy="66675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13335">
            <a:solidFill>
              <a:srgbClr val="748DB7"/>
            </a:solidFill>
            <a:prstDash val="solid"/>
          </a:ln>
        </p:spPr>
      </p:sp>
      <p:sp>
        <p:nvSpPr>
          <p:cNvPr id="443" name="stage-1-title">
            <a:extLst xmlns:a="http://schemas.openxmlformats.org/drawingml/2006/main">
              <a:ext uri="{FF2B5EF4-FFF2-40B4-BE49-F238E27FC236}">
                <a16:creationId xmlns:a16="http://schemas.microsoft.com/office/drawing/2014/main" id="{2110CCED-3DAA-4F49-B921-82F5EA921C59}"/>
              </a:ext>
            </a:extLst>
          </p:cNvPr>
          <p:cNvSpPr>
            <a:spLocks xmlns:a="http://schemas.openxmlformats.org/drawingml/2006/main" noGrp="1"/>
          </p:cNvSpPr>
          <p:nvPr/>
        </p:nvSpPr>
        <p:spPr>
          <a:xfrm xmlns:a="http://schemas.openxmlformats.org/drawingml/2006/main">
            <a:off x="4000500" y="12763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062B6F"/>
                </a:solidFill>
                <a:latin typeface="Arial"/>
                <a:ea typeface="Arial"/>
                <a:cs typeface="Arial"/>
              </a:defRPr>
            </a:pPr>
            <a:r>
              <a:rPr sz="1163" b="1">
                <a:solidFill>
                  <a:srgbClr val="062B6F"/>
                </a:solidFill>
                <a:latin typeface="Arial"/>
                <a:ea typeface="Arial"/>
                <a:cs typeface="Arial"/>
              </a:rPr>
              <a:t>STAGE 1  RESEARCH INPUTS</a:t>
            </a:r>
          </a:p>
        </p:txBody>
      </p:sp>
      <p:sp>
        <p:nvSpPr>
          <p:cNvPr id="444" name="stage-1-natural-hospital-partitions">
            <a:extLst xmlns:a="http://schemas.openxmlformats.org/drawingml/2006/main">
              <a:ext uri="{FF2B5EF4-FFF2-40B4-BE49-F238E27FC236}">
                <a16:creationId xmlns:a16="http://schemas.microsoft.com/office/drawing/2014/main" id="{1F571C31-B494-4CE7-877A-402EB75FBC1D}"/>
              </a:ext>
            </a:extLst>
          </p:cNvPr>
          <p:cNvSpPr>
            <a:spLocks xmlns:a="http://schemas.openxmlformats.org/drawingml/2006/main" noGrp="1"/>
          </p:cNvSpPr>
          <p:nvPr/>
        </p:nvSpPr>
        <p:spPr>
          <a:xfrm xmlns:a="http://schemas.openxmlformats.org/drawingml/2006/main">
            <a:off x="1428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Natural hospital partitions</a:t>
            </a:r>
          </a:p>
        </p:txBody>
      </p:sp>
      <p:sp>
        <p:nvSpPr>
          <p:cNvPr id="445" name="stage-1-threat-and-trust-model">
            <a:extLst xmlns:a="http://schemas.openxmlformats.org/drawingml/2006/main">
              <a:ext uri="{FF2B5EF4-FFF2-40B4-BE49-F238E27FC236}">
                <a16:creationId xmlns:a16="http://schemas.microsoft.com/office/drawing/2014/main" id="{92870C00-FBC2-4A85-AA92-D4D5D5C7620D}"/>
              </a:ext>
            </a:extLst>
          </p:cNvPr>
          <p:cNvSpPr>
            <a:spLocks xmlns:a="http://schemas.openxmlformats.org/drawingml/2006/main" noGrp="1"/>
          </p:cNvSpPr>
          <p:nvPr/>
        </p:nvSpPr>
        <p:spPr>
          <a:xfrm xmlns:a="http://schemas.openxmlformats.org/drawingml/2006/main">
            <a:off x="46672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Threat and trust model</a:t>
            </a:r>
          </a:p>
        </p:txBody>
      </p:sp>
      <p:sp>
        <p:nvSpPr>
          <p:cNvPr id="446" name="stage-1-research-objectives">
            <a:extLst xmlns:a="http://schemas.openxmlformats.org/drawingml/2006/main">
              <a:ext uri="{FF2B5EF4-FFF2-40B4-BE49-F238E27FC236}">
                <a16:creationId xmlns:a16="http://schemas.microsoft.com/office/drawing/2014/main" id="{7D534E35-EEC2-4619-AB6A-892F27541222}"/>
              </a:ext>
            </a:extLst>
          </p:cNvPr>
          <p:cNvSpPr>
            <a:spLocks xmlns:a="http://schemas.openxmlformats.org/drawingml/2006/main" noGrp="1"/>
          </p:cNvSpPr>
          <p:nvPr/>
        </p:nvSpPr>
        <p:spPr>
          <a:xfrm xmlns:a="http://schemas.openxmlformats.org/drawingml/2006/main">
            <a:off x="7905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Research objectives</a:t>
            </a:r>
          </a:p>
        </p:txBody>
      </p:sp>
      <p:sp>
        <p:nvSpPr>
          <p:cNvPr id="447" name="stage-1-divider-1">
            <a:extLst xmlns:a="http://schemas.openxmlformats.org/drawingml/2006/main">
              <a:ext uri="{FF2B5EF4-FFF2-40B4-BE49-F238E27FC236}">
                <a16:creationId xmlns:a16="http://schemas.microsoft.com/office/drawing/2014/main" id="{9DA44D90-F6B6-4CC8-B1CD-0E7784AE2896}"/>
              </a:ext>
            </a:extLst>
          </p:cNvPr>
          <p:cNvSpPr>
            <a:spLocks xmlns:a="http://schemas.openxmlformats.org/drawingml/2006/main" noGrp="1"/>
          </p:cNvSpPr>
          <p:nvPr/>
        </p:nvSpPr>
        <p:spPr>
          <a:xfrm xmlns:a="http://schemas.openxmlformats.org/drawingml/2006/main">
            <a:off x="44291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8" name="stage-1-divider-2">
            <a:extLst xmlns:a="http://schemas.openxmlformats.org/drawingml/2006/main">
              <a:ext uri="{FF2B5EF4-FFF2-40B4-BE49-F238E27FC236}">
                <a16:creationId xmlns:a16="http://schemas.microsoft.com/office/drawing/2014/main" id="{03B873AC-0977-487D-B4DE-4615F8A7BB01}"/>
              </a:ext>
            </a:extLst>
          </p:cNvPr>
          <p:cNvSpPr>
            <a:spLocks xmlns:a="http://schemas.openxmlformats.org/drawingml/2006/main" noGrp="1"/>
          </p:cNvSpPr>
          <p:nvPr/>
        </p:nvSpPr>
        <p:spPr>
          <a:xfrm xmlns:a="http://schemas.openxmlformats.org/drawingml/2006/main">
            <a:off x="76676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9" name="stage-1-to-2">
            <a:extLst xmlns:a="http://schemas.openxmlformats.org/drawingml/2006/main">
              <a:ext uri="{FF2B5EF4-FFF2-40B4-BE49-F238E27FC236}">
                <a16:creationId xmlns:a16="http://schemas.microsoft.com/office/drawing/2014/main" id="{E0998222-21D2-43B5-90F1-849A60740C81}"/>
              </a:ext>
            </a:extLst>
          </p:cNvPr>
          <p:cNvSpPr>
            <a:spLocks xmlns:a="http://schemas.openxmlformats.org/drawingml/2006/main" noGrp="1"/>
          </p:cNvSpPr>
          <p:nvPr/>
        </p:nvSpPr>
        <p:spPr>
          <a:xfrm xmlns:a="http://schemas.openxmlformats.org/drawingml/2006/main">
            <a:off x="6010275" y="1895475"/>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50" name="stage-2-title">
            <a:extLst xmlns:a="http://schemas.openxmlformats.org/drawingml/2006/main">
              <a:ext uri="{FF2B5EF4-FFF2-40B4-BE49-F238E27FC236}">
                <a16:creationId xmlns:a16="http://schemas.microsoft.com/office/drawing/2014/main" id="{72C835ED-CF72-4651-AE7A-CFEAF08B5A19}"/>
              </a:ext>
            </a:extLst>
          </p:cNvPr>
          <p:cNvSpPr>
            <a:spLocks xmlns:a="http://schemas.openxmlformats.org/drawingml/2006/main" noGrp="1"/>
          </p:cNvSpPr>
          <p:nvPr/>
        </p:nvSpPr>
        <p:spPr>
          <a:xfrm xmlns:a="http://schemas.openxmlformats.org/drawingml/2006/main">
            <a:off x="4095750" y="2000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575" b="1">
                <a:solidFill>
                  <a:srgbClr val="062B6F"/>
                </a:solidFill>
                <a:latin typeface="Arial"/>
                <a:ea typeface="Arial"/>
                <a:cs typeface="Arial"/>
              </a:defRPr>
            </a:pPr>
            <a:r>
              <a:rPr sz="1575" b="1">
                <a:solidFill>
                  <a:srgbClr val="062B6F"/>
                </a:solidFill>
                <a:latin typeface="Arial"/>
                <a:ea typeface="Arial"/>
                <a:cs typeface="Arial"/>
              </a:rPr>
              <a:t>Stage 2  Protection pipeline</a:t>
            </a:r>
          </a:p>
        </p:txBody>
      </p:sp>
      <p:sp>
        <p:nvSpPr>
          <p:cNvPr id="451" name="stage-2-box-1">
            <a:extLst xmlns:a="http://schemas.openxmlformats.org/drawingml/2006/main">
              <a:ext uri="{FF2B5EF4-FFF2-40B4-BE49-F238E27FC236}">
                <a16:creationId xmlns:a16="http://schemas.microsoft.com/office/drawing/2014/main" id="{0796C5A3-8795-4189-A608-51BFC19FE898}"/>
              </a:ext>
            </a:extLst>
          </p:cNvPr>
          <p:cNvSpPr>
            <a:spLocks xmlns:a="http://schemas.openxmlformats.org/drawingml/2006/main" noGrp="1"/>
          </p:cNvSpPr>
          <p:nvPr/>
        </p:nvSpPr>
        <p:spPr>
          <a:xfrm xmlns:a="http://schemas.openxmlformats.org/drawingml/2006/main">
            <a:off x="7143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2" name="stage-2-title-1">
            <a:extLst xmlns:a="http://schemas.openxmlformats.org/drawingml/2006/main">
              <a:ext uri="{FF2B5EF4-FFF2-40B4-BE49-F238E27FC236}">
                <a16:creationId xmlns:a16="http://schemas.microsoft.com/office/drawing/2014/main" id="{047262C1-A66A-4EA6-AE28-56E73362B8E8}"/>
              </a:ext>
            </a:extLst>
          </p:cNvPr>
          <p:cNvSpPr>
            <a:spLocks xmlns:a="http://schemas.openxmlformats.org/drawingml/2006/main" noGrp="1"/>
          </p:cNvSpPr>
          <p:nvPr/>
        </p:nvSpPr>
        <p:spPr>
          <a:xfrm xmlns:a="http://schemas.openxmlformats.org/drawingml/2006/main">
            <a:off x="8096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Local learning</a:t>
            </a:r>
          </a:p>
        </p:txBody>
      </p:sp>
      <p:sp>
        <p:nvSpPr>
          <p:cNvPr id="453" name="stage-2-body-1">
            <a:extLst xmlns:a="http://schemas.openxmlformats.org/drawingml/2006/main">
              <a:ext uri="{FF2B5EF4-FFF2-40B4-BE49-F238E27FC236}">
                <a16:creationId xmlns:a16="http://schemas.microsoft.com/office/drawing/2014/main" id="{DEE50389-700D-488C-AC65-4A739F0B451E}"/>
              </a:ext>
            </a:extLst>
          </p:cNvPr>
          <p:cNvSpPr>
            <a:spLocks xmlns:a="http://schemas.openxmlformats.org/drawingml/2006/main" noGrp="1"/>
          </p:cNvSpPr>
          <p:nvPr/>
        </p:nvSpPr>
        <p:spPr>
          <a:xfrm xmlns:a="http://schemas.openxmlformats.org/drawingml/2006/main">
            <a:off x="8382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On-site preprocessing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Patient-level DP</a:t>
            </a:r>
          </a:p>
        </p:txBody>
      </p:sp>
      <p:sp>
        <p:nvSpPr>
          <p:cNvPr id="454" name="stage-2-arrow-1">
            <a:extLst xmlns:a="http://schemas.openxmlformats.org/drawingml/2006/main">
              <a:ext uri="{FF2B5EF4-FFF2-40B4-BE49-F238E27FC236}">
                <a16:creationId xmlns:a16="http://schemas.microsoft.com/office/drawing/2014/main" id="{C860354C-DA28-424D-9744-9A760BFB82AB}"/>
              </a:ext>
            </a:extLst>
          </p:cNvPr>
          <p:cNvSpPr>
            <a:spLocks xmlns:a="http://schemas.openxmlformats.org/drawingml/2006/main" noGrp="1"/>
          </p:cNvSpPr>
          <p:nvPr/>
        </p:nvSpPr>
        <p:spPr>
          <a:xfrm xmlns:a="http://schemas.openxmlformats.org/drawingml/2006/main">
            <a:off x="27146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5" name="stage-2-box-2">
            <a:extLst xmlns:a="http://schemas.openxmlformats.org/drawingml/2006/main">
              <a:ext uri="{FF2B5EF4-FFF2-40B4-BE49-F238E27FC236}">
                <a16:creationId xmlns:a16="http://schemas.microsoft.com/office/drawing/2014/main" id="{3D253881-5732-4601-9226-5E475B488539}"/>
              </a:ext>
            </a:extLst>
          </p:cNvPr>
          <p:cNvSpPr>
            <a:spLocks xmlns:a="http://schemas.openxmlformats.org/drawingml/2006/main" noGrp="1"/>
          </p:cNvSpPr>
          <p:nvPr/>
        </p:nvSpPr>
        <p:spPr>
          <a:xfrm xmlns:a="http://schemas.openxmlformats.org/drawingml/2006/main">
            <a:off x="28860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6" name="stage-2-title-2">
            <a:extLst xmlns:a="http://schemas.openxmlformats.org/drawingml/2006/main">
              <a:ext uri="{FF2B5EF4-FFF2-40B4-BE49-F238E27FC236}">
                <a16:creationId xmlns:a16="http://schemas.microsoft.com/office/drawing/2014/main" id="{AE04C2EA-D83F-4346-90A2-9FC87E3D38B9}"/>
              </a:ext>
            </a:extLst>
          </p:cNvPr>
          <p:cNvSpPr>
            <a:spLocks xmlns:a="http://schemas.openxmlformats.org/drawingml/2006/main" noGrp="1"/>
          </p:cNvSpPr>
          <p:nvPr/>
        </p:nvSpPr>
        <p:spPr>
          <a:xfrm xmlns:a="http://schemas.openxmlformats.org/drawingml/2006/main">
            <a:off x="29813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85"/>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Communication control</a:t>
            </a:r>
          </a:p>
        </p:txBody>
      </p:sp>
      <p:sp>
        <p:nvSpPr>
          <p:cNvPr id="457" name="stage-2-body-2">
            <a:extLst xmlns:a="http://schemas.openxmlformats.org/drawingml/2006/main">
              <a:ext uri="{FF2B5EF4-FFF2-40B4-BE49-F238E27FC236}">
                <a16:creationId xmlns:a16="http://schemas.microsoft.com/office/drawing/2014/main" id="{BFCFC045-24F3-4A77-B492-A48F7E10C902}"/>
              </a:ext>
            </a:extLst>
          </p:cNvPr>
          <p:cNvSpPr>
            <a:spLocks xmlns:a="http://schemas.openxmlformats.org/drawingml/2006/main" noGrp="1"/>
          </p:cNvSpPr>
          <p:nvPr/>
        </p:nvSpPr>
        <p:spPr>
          <a:xfrm xmlns:a="http://schemas.openxmlformats.org/drawingml/2006/main">
            <a:off x="30099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CAABC-FL common support</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Residual feedback</a:t>
            </a:r>
          </a:p>
        </p:txBody>
      </p:sp>
      <p:sp>
        <p:nvSpPr>
          <p:cNvPr id="458" name="stage-2-arrow-2">
            <a:extLst xmlns:a="http://schemas.openxmlformats.org/drawingml/2006/main">
              <a:ext uri="{FF2B5EF4-FFF2-40B4-BE49-F238E27FC236}">
                <a16:creationId xmlns:a16="http://schemas.microsoft.com/office/drawing/2014/main" id="{F284C299-D663-4CFD-A3E0-BB5EEE982760}"/>
              </a:ext>
            </a:extLst>
          </p:cNvPr>
          <p:cNvSpPr>
            <a:spLocks xmlns:a="http://schemas.openxmlformats.org/drawingml/2006/main" noGrp="1"/>
          </p:cNvSpPr>
          <p:nvPr/>
        </p:nvSpPr>
        <p:spPr>
          <a:xfrm xmlns:a="http://schemas.openxmlformats.org/drawingml/2006/main">
            <a:off x="48863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9" name="stage-2-box-3">
            <a:extLst xmlns:a="http://schemas.openxmlformats.org/drawingml/2006/main">
              <a:ext uri="{FF2B5EF4-FFF2-40B4-BE49-F238E27FC236}">
                <a16:creationId xmlns:a16="http://schemas.microsoft.com/office/drawing/2014/main" id="{AB00D235-FF64-4EE1-A599-2F74427B81F4}"/>
              </a:ext>
            </a:extLst>
          </p:cNvPr>
          <p:cNvSpPr>
            <a:spLocks xmlns:a="http://schemas.openxmlformats.org/drawingml/2006/main" noGrp="1"/>
          </p:cNvSpPr>
          <p:nvPr/>
        </p:nvSpPr>
        <p:spPr>
          <a:xfrm xmlns:a="http://schemas.openxmlformats.org/drawingml/2006/main">
            <a:off x="50577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0" name="stage-2-title-3">
            <a:extLst xmlns:a="http://schemas.openxmlformats.org/drawingml/2006/main">
              <a:ext uri="{FF2B5EF4-FFF2-40B4-BE49-F238E27FC236}">
                <a16:creationId xmlns:a16="http://schemas.microsoft.com/office/drawing/2014/main" id="{AEE2147D-1CC6-4CFE-9DF6-C80E64ED30A3}"/>
              </a:ext>
            </a:extLst>
          </p:cNvPr>
          <p:cNvSpPr>
            <a:spLocks xmlns:a="http://schemas.openxmlformats.org/drawingml/2006/main" noGrp="1"/>
          </p:cNvSpPr>
          <p:nvPr/>
        </p:nvSpPr>
        <p:spPr>
          <a:xfrm xmlns:a="http://schemas.openxmlformats.org/drawingml/2006/main">
            <a:off x="51530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74"/>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Confidentiality and identity</a:t>
            </a:r>
          </a:p>
        </p:txBody>
      </p:sp>
      <p:sp>
        <p:nvSpPr>
          <p:cNvPr id="461" name="stage-2-body-3">
            <a:extLst xmlns:a="http://schemas.openxmlformats.org/drawingml/2006/main">
              <a:ext uri="{FF2B5EF4-FFF2-40B4-BE49-F238E27FC236}">
                <a16:creationId xmlns:a16="http://schemas.microsoft.com/office/drawing/2014/main" id="{B7DB1A89-9697-4383-AF2E-3EAF045BDEB5}"/>
              </a:ext>
            </a:extLst>
          </p:cNvPr>
          <p:cNvSpPr>
            <a:spLocks xmlns:a="http://schemas.openxmlformats.org/drawingml/2006/main" noGrp="1"/>
          </p:cNvSpPr>
          <p:nvPr/>
        </p:nvSpPr>
        <p:spPr>
          <a:xfrm xmlns:a="http://schemas.openxmlformats.org/drawingml/2006/main">
            <a:off x="51816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CKKS encryption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Signatures and mTLS</a:t>
            </a:r>
          </a:p>
        </p:txBody>
      </p:sp>
      <p:sp>
        <p:nvSpPr>
          <p:cNvPr id="462" name="stage-2-arrow-3">
            <a:extLst xmlns:a="http://schemas.openxmlformats.org/drawingml/2006/main">
              <a:ext uri="{FF2B5EF4-FFF2-40B4-BE49-F238E27FC236}">
                <a16:creationId xmlns:a16="http://schemas.microsoft.com/office/drawing/2014/main" id="{03BFF5C7-E279-4004-8C1E-1F5D68ADC8AA}"/>
              </a:ext>
            </a:extLst>
          </p:cNvPr>
          <p:cNvSpPr>
            <a:spLocks xmlns:a="http://schemas.openxmlformats.org/drawingml/2006/main" noGrp="1"/>
          </p:cNvSpPr>
          <p:nvPr/>
        </p:nvSpPr>
        <p:spPr>
          <a:xfrm xmlns:a="http://schemas.openxmlformats.org/drawingml/2006/main">
            <a:off x="70580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3" name="stage-2-box-4">
            <a:extLst xmlns:a="http://schemas.openxmlformats.org/drawingml/2006/main">
              <a:ext uri="{FF2B5EF4-FFF2-40B4-BE49-F238E27FC236}">
                <a16:creationId xmlns:a16="http://schemas.microsoft.com/office/drawing/2014/main" id="{8434A86E-28DF-47B0-A314-CAB73E640FF4}"/>
              </a:ext>
            </a:extLst>
          </p:cNvPr>
          <p:cNvSpPr>
            <a:spLocks xmlns:a="http://schemas.openxmlformats.org/drawingml/2006/main" noGrp="1"/>
          </p:cNvSpPr>
          <p:nvPr/>
        </p:nvSpPr>
        <p:spPr>
          <a:xfrm xmlns:a="http://schemas.openxmlformats.org/drawingml/2006/main">
            <a:off x="72294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4" name="stage-2-title-4">
            <a:extLst xmlns:a="http://schemas.openxmlformats.org/drawingml/2006/main">
              <a:ext uri="{FF2B5EF4-FFF2-40B4-BE49-F238E27FC236}">
                <a16:creationId xmlns:a16="http://schemas.microsoft.com/office/drawing/2014/main" id="{A20480CA-7EDE-4665-AE99-0620FCF67925}"/>
              </a:ext>
            </a:extLst>
          </p:cNvPr>
          <p:cNvSpPr>
            <a:spLocks xmlns:a="http://schemas.openxmlformats.org/drawingml/2006/main" noGrp="1"/>
          </p:cNvSpPr>
          <p:nvPr/>
        </p:nvSpPr>
        <p:spPr>
          <a:xfrm xmlns:a="http://schemas.openxmlformats.org/drawingml/2006/main">
            <a:off x="73247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Integrity control</a:t>
            </a:r>
          </a:p>
        </p:txBody>
      </p:sp>
      <p:sp>
        <p:nvSpPr>
          <p:cNvPr id="465" name="stage-2-body-4">
            <a:extLst xmlns:a="http://schemas.openxmlformats.org/drawingml/2006/main">
              <a:ext uri="{FF2B5EF4-FFF2-40B4-BE49-F238E27FC236}">
                <a16:creationId xmlns:a16="http://schemas.microsoft.com/office/drawing/2014/main" id="{8AC47D19-6A97-4164-89CD-0906DD5C4C78}"/>
              </a:ext>
            </a:extLst>
          </p:cNvPr>
          <p:cNvSpPr>
            <a:spLocks xmlns:a="http://schemas.openxmlformats.org/drawingml/2006/main" noGrp="1"/>
          </p:cNvSpPr>
          <p:nvPr/>
        </p:nvSpPr>
        <p:spPr>
          <a:xfrm xmlns:a="http://schemas.openxmlformats.org/drawingml/2006/main">
            <a:off x="73533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Validation and reputation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Rollback and quarantine</a:t>
            </a:r>
          </a:p>
        </p:txBody>
      </p:sp>
      <p:sp>
        <p:nvSpPr>
          <p:cNvPr id="466" name="stage-2-arrow-4">
            <a:extLst xmlns:a="http://schemas.openxmlformats.org/drawingml/2006/main">
              <a:ext uri="{FF2B5EF4-FFF2-40B4-BE49-F238E27FC236}">
                <a16:creationId xmlns:a16="http://schemas.microsoft.com/office/drawing/2014/main" id="{75C6B995-5282-4DF1-BC4E-9B6C3E4FB3DB}"/>
              </a:ext>
            </a:extLst>
          </p:cNvPr>
          <p:cNvSpPr>
            <a:spLocks xmlns:a="http://schemas.openxmlformats.org/drawingml/2006/main" noGrp="1"/>
          </p:cNvSpPr>
          <p:nvPr/>
        </p:nvSpPr>
        <p:spPr>
          <a:xfrm xmlns:a="http://schemas.openxmlformats.org/drawingml/2006/main">
            <a:off x="92297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7" name="stage-2-box-5">
            <a:extLst xmlns:a="http://schemas.openxmlformats.org/drawingml/2006/main">
              <a:ext uri="{FF2B5EF4-FFF2-40B4-BE49-F238E27FC236}">
                <a16:creationId xmlns:a16="http://schemas.microsoft.com/office/drawing/2014/main" id="{6241E1E8-F7B5-4712-9F7F-0C47ADDDC355}"/>
              </a:ext>
            </a:extLst>
          </p:cNvPr>
          <p:cNvSpPr>
            <a:spLocks xmlns:a="http://schemas.openxmlformats.org/drawingml/2006/main" noGrp="1"/>
          </p:cNvSpPr>
          <p:nvPr/>
        </p:nvSpPr>
        <p:spPr>
          <a:xfrm xmlns:a="http://schemas.openxmlformats.org/drawingml/2006/main">
            <a:off x="94011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8" name="stage-2-title-5">
            <a:extLst xmlns:a="http://schemas.openxmlformats.org/drawingml/2006/main">
              <a:ext uri="{FF2B5EF4-FFF2-40B4-BE49-F238E27FC236}">
                <a16:creationId xmlns:a16="http://schemas.microsoft.com/office/drawing/2014/main" id="{3879F116-0900-4132-99B4-D920A7CE18DD}"/>
              </a:ext>
            </a:extLst>
          </p:cNvPr>
          <p:cNvSpPr>
            <a:spLocks xmlns:a="http://schemas.openxmlformats.org/drawingml/2006/main" noGrp="1"/>
          </p:cNvSpPr>
          <p:nvPr/>
        </p:nvSpPr>
        <p:spPr>
          <a:xfrm xmlns:a="http://schemas.openxmlformats.org/drawingml/2006/main">
            <a:off x="94964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Governance</a:t>
            </a:r>
          </a:p>
        </p:txBody>
      </p:sp>
      <p:sp>
        <p:nvSpPr>
          <p:cNvPr id="469" name="stage-2-body-5">
            <a:extLst xmlns:a="http://schemas.openxmlformats.org/drawingml/2006/main">
              <a:ext uri="{FF2B5EF4-FFF2-40B4-BE49-F238E27FC236}">
                <a16:creationId xmlns:a16="http://schemas.microsoft.com/office/drawing/2014/main" id="{FA7DB5A6-D274-45AA-A342-A5860E77E627}"/>
              </a:ext>
            </a:extLst>
          </p:cNvPr>
          <p:cNvSpPr>
            <a:spLocks xmlns:a="http://schemas.openxmlformats.org/drawingml/2006/main" noGrp="1"/>
          </p:cNvSpPr>
          <p:nvPr/>
        </p:nvSpPr>
        <p:spPr>
          <a:xfrm xmlns:a="http://schemas.openxmlformats.org/drawingml/2006/main">
            <a:off x="95250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Aggregate verification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Audit quorum and release policy</a:t>
            </a:r>
          </a:p>
        </p:txBody>
      </p:sp>
      <p:sp>
        <p:nvSpPr>
          <p:cNvPr id="470" name="stage-2-to-3">
            <a:extLst xmlns:a="http://schemas.openxmlformats.org/drawingml/2006/main">
              <a:ext uri="{FF2B5EF4-FFF2-40B4-BE49-F238E27FC236}">
                <a16:creationId xmlns:a16="http://schemas.microsoft.com/office/drawing/2014/main" id="{637A5CB7-3D54-423D-B673-FED4B9085C96}"/>
              </a:ext>
            </a:extLst>
          </p:cNvPr>
          <p:cNvSpPr>
            <a:spLocks xmlns:a="http://schemas.openxmlformats.org/drawingml/2006/main" noGrp="1"/>
          </p:cNvSpPr>
          <p:nvPr/>
        </p:nvSpPr>
        <p:spPr>
          <a:xfrm xmlns:a="http://schemas.openxmlformats.org/drawingml/2006/main">
            <a:off x="6010275" y="3752850"/>
            <a:ext cx="171450" cy="219075"/>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1" name="stage-3-outcomes">
            <a:extLst xmlns:a="http://schemas.openxmlformats.org/drawingml/2006/main">
              <a:ext uri="{FF2B5EF4-FFF2-40B4-BE49-F238E27FC236}">
                <a16:creationId xmlns:a16="http://schemas.microsoft.com/office/drawing/2014/main" id="{1C7CEA11-5C93-4A1A-994C-1CDDB6282532}"/>
              </a:ext>
            </a:extLst>
          </p:cNvPr>
          <p:cNvSpPr>
            <a:spLocks xmlns:a="http://schemas.openxmlformats.org/drawingml/2006/main" noGrp="1"/>
          </p:cNvSpPr>
          <p:nvPr/>
        </p:nvSpPr>
        <p:spPr>
          <a:xfrm xmlns:a="http://schemas.openxmlformats.org/drawingml/2006/main">
            <a:off x="1190625" y="4000500"/>
            <a:ext cx="9810750" cy="895350"/>
          </a:xfrm>
          <a:prstGeom xmlns:a="http://schemas.openxmlformats.org/drawingml/2006/main" prst="roundRect">
            <a:avLst>
              <a:gd name="adj" fmla="val 8511"/>
            </a:avLst>
          </a:prstGeom>
          <a:solidFill xmlns:a="http://schemas.openxmlformats.org/drawingml/2006/main">
            <a:srgbClr val="FFF3E6"/>
          </a:solidFill>
          <a:ln xmlns:a="http://schemas.openxmlformats.org/drawingml/2006/main" w="13335">
            <a:solidFill>
              <a:srgbClr val="C98234"/>
            </a:solidFill>
            <a:prstDash val="solid"/>
          </a:ln>
        </p:spPr>
      </p:sp>
      <p:sp>
        <p:nvSpPr>
          <p:cNvPr id="472" name="stage-3-title">
            <a:extLst xmlns:a="http://schemas.openxmlformats.org/drawingml/2006/main">
              <a:ext uri="{FF2B5EF4-FFF2-40B4-BE49-F238E27FC236}">
                <a16:creationId xmlns:a16="http://schemas.microsoft.com/office/drawing/2014/main" id="{7630318B-E5DE-4D7A-B9C6-8A74D0989975}"/>
              </a:ext>
            </a:extLst>
          </p:cNvPr>
          <p:cNvSpPr>
            <a:spLocks xmlns:a="http://schemas.openxmlformats.org/drawingml/2006/main" noGrp="1"/>
          </p:cNvSpPr>
          <p:nvPr/>
        </p:nvSpPr>
        <p:spPr>
          <a:xfrm xmlns:a="http://schemas.openxmlformats.org/drawingml/2006/main">
            <a:off x="4000500" y="4086225"/>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7A4616"/>
                </a:solidFill>
                <a:latin typeface="Arial"/>
                <a:ea typeface="Arial"/>
                <a:cs typeface="Arial"/>
              </a:defRPr>
            </a:pPr>
            <a:r>
              <a:rPr sz="1163" b="1">
                <a:solidFill>
                  <a:srgbClr val="7A4616"/>
                </a:solidFill>
                <a:latin typeface="Arial"/>
                <a:ea typeface="Arial"/>
                <a:cs typeface="Arial"/>
              </a:rPr>
              <a:t>STAGE 3  MEASURABLE OUTCOMES</a:t>
            </a:r>
          </a:p>
        </p:txBody>
      </p:sp>
      <p:sp>
        <p:nvSpPr>
          <p:cNvPr id="473" name="stage-3-outcome-1">
            <a:extLst xmlns:a="http://schemas.openxmlformats.org/drawingml/2006/main">
              <a:ext uri="{FF2B5EF4-FFF2-40B4-BE49-F238E27FC236}">
                <a16:creationId xmlns:a16="http://schemas.microsoft.com/office/drawing/2014/main" id="{415C5594-39E1-47DB-93B8-9252E4E855D8}"/>
              </a:ext>
            </a:extLst>
          </p:cNvPr>
          <p:cNvSpPr>
            <a:spLocks xmlns:a="http://schemas.openxmlformats.org/drawingml/2006/main" noGrp="1"/>
          </p:cNvSpPr>
          <p:nvPr/>
        </p:nvSpPr>
        <p:spPr>
          <a:xfrm xmlns:a="http://schemas.openxmlformats.org/drawingml/2006/main">
            <a:off x="13811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Utility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calibration</a:t>
            </a:r>
          </a:p>
        </p:txBody>
      </p:sp>
      <p:sp>
        <p:nvSpPr>
          <p:cNvPr id="474" name="stage-3-outcome-2">
            <a:extLst xmlns:a="http://schemas.openxmlformats.org/drawingml/2006/main">
              <a:ext uri="{FF2B5EF4-FFF2-40B4-BE49-F238E27FC236}">
                <a16:creationId xmlns:a16="http://schemas.microsoft.com/office/drawing/2014/main" id="{2F0D41AC-EDDC-4F34-9654-AACC3EA44AF6}"/>
              </a:ext>
            </a:extLst>
          </p:cNvPr>
          <p:cNvSpPr>
            <a:spLocks xmlns:a="http://schemas.openxmlformats.org/drawingml/2006/main" noGrp="1"/>
          </p:cNvSpPr>
          <p:nvPr/>
        </p:nvSpPr>
        <p:spPr>
          <a:xfrm xmlns:a="http://schemas.openxmlformats.org/drawingml/2006/main">
            <a:off x="32670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Formal and empirical</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privacy</a:t>
            </a:r>
          </a:p>
        </p:txBody>
      </p:sp>
      <p:sp>
        <p:nvSpPr>
          <p:cNvPr id="475" name="stage-3-outcome-3">
            <a:extLst xmlns:a="http://schemas.openxmlformats.org/drawingml/2006/main">
              <a:ext uri="{FF2B5EF4-FFF2-40B4-BE49-F238E27FC236}">
                <a16:creationId xmlns:a16="http://schemas.microsoft.com/office/drawing/2014/main" id="{7406F46F-9651-41C6-A96C-2E61DE1677C5}"/>
              </a:ext>
            </a:extLst>
          </p:cNvPr>
          <p:cNvSpPr>
            <a:spLocks xmlns:a="http://schemas.openxmlformats.org/drawingml/2006/main" noGrp="1"/>
          </p:cNvSpPr>
          <p:nvPr/>
        </p:nvSpPr>
        <p:spPr>
          <a:xfrm xmlns:a="http://schemas.openxmlformats.org/drawingml/2006/main">
            <a:off x="51530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Encrypted upload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and latency</a:t>
            </a:r>
          </a:p>
        </p:txBody>
      </p:sp>
      <p:sp>
        <p:nvSpPr>
          <p:cNvPr id="476" name="stage-3-outcome-4">
            <a:extLst xmlns:a="http://schemas.openxmlformats.org/drawingml/2006/main">
              <a:ext uri="{FF2B5EF4-FFF2-40B4-BE49-F238E27FC236}">
                <a16:creationId xmlns:a16="http://schemas.microsoft.com/office/drawing/2014/main" id="{96CA2D40-D781-4F92-98C2-9C2134A98F9C}"/>
              </a:ext>
            </a:extLst>
          </p:cNvPr>
          <p:cNvSpPr>
            <a:spLocks xmlns:a="http://schemas.openxmlformats.org/drawingml/2006/main" noGrp="1"/>
          </p:cNvSpPr>
          <p:nvPr/>
        </p:nvSpPr>
        <p:spPr>
          <a:xfrm xmlns:a="http://schemas.openxmlformats.org/drawingml/2006/main">
            <a:off x="70389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Poisoning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response</a:t>
            </a:r>
          </a:p>
        </p:txBody>
      </p:sp>
      <p:sp>
        <p:nvSpPr>
          <p:cNvPr id="477" name="stage-3-outcome-5">
            <a:extLst xmlns:a="http://schemas.openxmlformats.org/drawingml/2006/main">
              <a:ext uri="{FF2B5EF4-FFF2-40B4-BE49-F238E27FC236}">
                <a16:creationId xmlns:a16="http://schemas.microsoft.com/office/drawing/2014/main" id="{0C7DFF58-3436-43AB-9744-F500E067F267}"/>
              </a:ext>
            </a:extLst>
          </p:cNvPr>
          <p:cNvSpPr>
            <a:spLocks xmlns:a="http://schemas.openxmlformats.org/drawingml/2006/main" noGrp="1"/>
          </p:cNvSpPr>
          <p:nvPr/>
        </p:nvSpPr>
        <p:spPr>
          <a:xfrm xmlns:a="http://schemas.openxmlformats.org/drawingml/2006/main">
            <a:off x="89249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Correctness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availability</a:t>
            </a:r>
          </a:p>
        </p:txBody>
      </p:sp>
      <p:sp>
        <p:nvSpPr>
          <p:cNvPr id="478" name="stage-3-to-4">
            <a:extLst xmlns:a="http://schemas.openxmlformats.org/drawingml/2006/main">
              <a:ext uri="{FF2B5EF4-FFF2-40B4-BE49-F238E27FC236}">
                <a16:creationId xmlns:a16="http://schemas.microsoft.com/office/drawing/2014/main" id="{D63CE8A8-585E-4B62-B14B-B68F9796A4D9}"/>
              </a:ext>
            </a:extLst>
          </p:cNvPr>
          <p:cNvSpPr>
            <a:spLocks xmlns:a="http://schemas.openxmlformats.org/drawingml/2006/main" noGrp="1"/>
          </p:cNvSpPr>
          <p:nvPr/>
        </p:nvSpPr>
        <p:spPr>
          <a:xfrm xmlns:a="http://schemas.openxmlformats.org/drawingml/2006/main">
            <a:off x="6010275" y="4933950"/>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9" name="stage-4-bounded-evidence">
            <a:extLst xmlns:a="http://schemas.openxmlformats.org/drawingml/2006/main">
              <a:ext uri="{FF2B5EF4-FFF2-40B4-BE49-F238E27FC236}">
                <a16:creationId xmlns:a16="http://schemas.microsoft.com/office/drawing/2014/main" id="{1761903C-E86E-4FC7-A262-57B044043DF0}"/>
              </a:ext>
            </a:extLst>
          </p:cNvPr>
          <p:cNvSpPr>
            <a:spLocks xmlns:a="http://schemas.openxmlformats.org/drawingml/2006/main" noGrp="1"/>
          </p:cNvSpPr>
          <p:nvPr/>
        </p:nvSpPr>
        <p:spPr>
          <a:xfrm xmlns:a="http://schemas.openxmlformats.org/drawingml/2006/main">
            <a:off x="2571750" y="5181600"/>
            <a:ext cx="7048500" cy="733425"/>
          </a:xfrm>
          <a:prstGeom xmlns:a="http://schemas.openxmlformats.org/drawingml/2006/main" prst="roundRect">
            <a:avLst>
              <a:gd name="adj" fmla="val 10390"/>
            </a:avLst>
          </a:prstGeom>
          <a:solidFill xmlns:a="http://schemas.openxmlformats.org/drawingml/2006/main">
            <a:srgbClr val="FFF2F2"/>
          </a:solidFill>
          <a:ln xmlns:a="http://schemas.openxmlformats.org/drawingml/2006/main" w="13335">
            <a:solidFill>
              <a:srgbClr val="B96A6A"/>
            </a:solidFill>
            <a:prstDash val="dash"/>
          </a:ln>
        </p:spPr>
      </p:sp>
      <p:sp>
        <p:nvSpPr>
          <p:cNvPr id="480" name="stage-4-title">
            <a:extLst xmlns:a="http://schemas.openxmlformats.org/drawingml/2006/main">
              <a:ext uri="{FF2B5EF4-FFF2-40B4-BE49-F238E27FC236}">
                <a16:creationId xmlns:a16="http://schemas.microsoft.com/office/drawing/2014/main" id="{08B3CC64-0302-41CE-98AA-EA75CAD93518}"/>
              </a:ext>
            </a:extLst>
          </p:cNvPr>
          <p:cNvSpPr>
            <a:spLocks xmlns:a="http://schemas.openxmlformats.org/drawingml/2006/main" noGrp="1"/>
          </p:cNvSpPr>
          <p:nvPr/>
        </p:nvSpPr>
        <p:spPr>
          <a:xfrm xmlns:a="http://schemas.openxmlformats.org/drawingml/2006/main">
            <a:off x="3905250" y="5238750"/>
            <a:ext cx="438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012"/>
          </a:bodyPr>
          <a:lstStyle xmlns:a="http://schemas.openxmlformats.org/drawingml/2006/main"/>
          <a:p xmlns:a="http://schemas.openxmlformats.org/drawingml/2006/main">
            <a:pPr algn="ctr">
              <a:buNone/>
              <a:defRPr sz="1163" b="1">
                <a:solidFill>
                  <a:srgbClr val="813B3B"/>
                </a:solidFill>
                <a:latin typeface="Arial"/>
                <a:ea typeface="Arial"/>
                <a:cs typeface="Arial"/>
              </a:defRPr>
            </a:pPr>
            <a:r>
              <a:rPr sz="1163" b="1">
                <a:solidFill>
                  <a:srgbClr val="813B3B"/>
                </a:solidFill>
                <a:latin typeface="Arial"/>
                <a:ea typeface="Arial"/>
                <a:cs typeface="Arial"/>
              </a:rPr>
              <a:t>STAGE 4  BOUNDED RESEARCH EVIDENCE</a:t>
            </a:r>
          </a:p>
        </p:txBody>
      </p:sp>
      <p:sp>
        <p:nvSpPr>
          <p:cNvPr id="481" name="stage-4-body">
            <a:extLst xmlns:a="http://schemas.openxmlformats.org/drawingml/2006/main">
              <a:ext uri="{FF2B5EF4-FFF2-40B4-BE49-F238E27FC236}">
                <a16:creationId xmlns:a16="http://schemas.microsoft.com/office/drawing/2014/main" id="{29567269-EF8E-4DA2-8C04-94AF635B126B}"/>
              </a:ext>
            </a:extLst>
          </p:cNvPr>
          <p:cNvSpPr>
            <a:spLocks xmlns:a="http://schemas.openxmlformats.org/drawingml/2006/main" noGrp="1"/>
          </p:cNvSpPr>
          <p:nvPr/>
        </p:nvSpPr>
        <p:spPr>
          <a:xfrm xmlns:a="http://schemas.openxmlformats.org/drawingml/2006/main">
            <a:off x="2952750" y="5486400"/>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465"/>
          </a:bodyPr>
          <a:lstStyle xmlns:a="http://schemas.openxmlformats.org/drawingml/2006/main"/>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Evidence is limited to the evaluated data, attacks, seeds and deployment environment.</a:t>
            </a:r>
          </a:p>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No universal, clinical, regulatory or production-security claim.</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59"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7c95457a410341d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60"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a69f4762068345a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662"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ee7c83485a314713">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17</a:t>
            </a:r>
            <a:endParaRPr sz="2800"/>
          </a:p>
        </p:txBody>
      </p:sp>
      <p:cxnSp>
        <p:nvCxnSpPr>
          <p:cNvPr id="665"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67" name="Picture 3"/>
          <p:cNvPicPr>
            <a:picLocks xmlns:a="http://schemas.openxmlformats.org/drawingml/2006/main" noChangeAspect="1"/>
          </p:cNvPicPr>
          <p:nvPr/>
        </p:nvPicPr>
        <p:blipFill>
          <a:blip xmlns:r="http://schemas.openxmlformats.org/officeDocument/2006/relationships" xmlns:a="http://schemas.openxmlformats.org/drawingml/2006/main" r:embed="Radf30d4e79d6445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18</a:t>
            </a:r>
            <a:endParaRPr sz="2800"/>
          </a:p>
        </p:txBody>
      </p:sp>
      <p:pic>
        <p:nvPicPr>
          <p:cNvPr id="102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09d1a089d7e4d0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025" name="Picture 458"/>
          <p:cNvPicPr>
            <a:picLocks xmlns:a="http://schemas.openxmlformats.org/drawingml/2006/main" noChangeAspect="1"/>
          </p:cNvPicPr>
          <p:nvPr/>
        </p:nvPicPr>
        <p:blipFill>
          <a:blip xmlns:r="http://schemas.openxmlformats.org/officeDocument/2006/relationships" xmlns:a="http://schemas.openxmlformats.org/drawingml/2006/main" r:embed="R5197a7f592a94f20"/>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29" name="Picture 462"/>
          <p:cNvPicPr>
            <a:picLocks xmlns:a="http://schemas.openxmlformats.org/drawingml/2006/main" noChangeAspect="1"/>
          </p:cNvPicPr>
          <p:nvPr/>
        </p:nvPicPr>
        <p:blipFill>
          <a:blip xmlns:r="http://schemas.openxmlformats.org/officeDocument/2006/relationships" xmlns:a="http://schemas.openxmlformats.org/drawingml/2006/main" r:embed="R0c55544aaffb4f4f"/>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1044"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45"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1050"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51"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52"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057"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58"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59"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065"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6"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7"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8"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9"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70"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71"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72"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pic>
        <p:nvPicPr>
          <p:cNvPr id="1074" name="Picture 1"/>
          <p:cNvPicPr>
            <a:picLocks xmlns:a="http://schemas.openxmlformats.org/drawingml/2006/main" noChangeAspect="1"/>
          </p:cNvPicPr>
          <p:nvPr/>
        </p:nvPicPr>
        <p:blipFill>
          <a:blip xmlns:r="http://schemas.openxmlformats.org/officeDocument/2006/relationships" xmlns:a="http://schemas.openxmlformats.org/drawingml/2006/main" r:embed="R184280fe22984a7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19</a:t>
            </a:r>
            <a:endParaRPr sz="2800"/>
          </a:p>
        </p:txBody>
      </p:sp>
      <p:pic>
        <p:nvPicPr>
          <p:cNvPr id="12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c6e1747f4d643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219" name="Picture 518"/>
          <p:cNvPicPr>
            <a:picLocks xmlns:a="http://schemas.openxmlformats.org/drawingml/2006/main" noChangeAspect="1"/>
          </p:cNvPicPr>
          <p:nvPr/>
        </p:nvPicPr>
        <p:blipFill>
          <a:blip xmlns:r="http://schemas.openxmlformats.org/officeDocument/2006/relationships" xmlns:a="http://schemas.openxmlformats.org/drawingml/2006/main" r:embed="R08ebdba487c04a5a"/>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23" name="Picture 522"/>
          <p:cNvPicPr>
            <a:picLocks xmlns:a="http://schemas.openxmlformats.org/drawingml/2006/main" noChangeAspect="1"/>
          </p:cNvPicPr>
          <p:nvPr/>
        </p:nvPicPr>
        <p:blipFill>
          <a:blip xmlns:r="http://schemas.openxmlformats.org/officeDocument/2006/relationships" xmlns:a="http://schemas.openxmlformats.org/drawingml/2006/main" r:embed="R7c9e129ee69d4aeb"/>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1226" name="Picture 527"/>
          <p:cNvPicPr>
            <a:picLocks xmlns:a="http://schemas.openxmlformats.org/drawingml/2006/main" noChangeAspect="1"/>
          </p:cNvPicPr>
          <p:nvPr/>
        </p:nvPicPr>
        <p:blipFill>
          <a:blip xmlns:r="http://schemas.openxmlformats.org/officeDocument/2006/relationships" xmlns:a="http://schemas.openxmlformats.org/drawingml/2006/main" r:embed="R4c6e1747f4d6439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1241"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42"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43"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309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1249"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50"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51"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52"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99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1255"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1256"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lnSpcReduction="2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1263"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64"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65"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1271"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72"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73"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74"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75"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276" name="Connector: Elbow 577"/>
          <p:cNvCxnSpPr/>
          <p:nvPr/>
        </p:nvCxnSpPr>
        <p:spPr>
          <a:xfrm xmlns:a="http://schemas.openxmlformats.org/drawingml/2006/main" flipH="1">
            <a:off x="3524250" y="2862262"/>
            <a:ext cx="7362825" cy="1095375"/>
          </a:xfrm>
          <a:prstGeom xmlns:a="http://schemas.openxmlformats.org/drawingml/2006/main" prst="bentConnector4">
            <a:avLst>
              <a:gd name="adj1" fmla="val 0"/>
              <a:gd name="adj2" fmla="val 69978"/>
            </a:avLst>
          </a:prstGeom>
          <a:ln xmlns:a="http://schemas.openxmlformats.org/drawingml/2006/main" w="16193">
            <a:solidFill>
              <a:srgbClr val="2E7D4F"/>
            </a:solidFill>
            <a:prstDash val="solid"/>
            <a:headEnd type="none" w="med" len="med"/>
            <a:tailEnd type="triangle" w="sm" len="sm"/>
          </a:ln>
        </p:spPr>
      </p:cxnSp>
      <p:cxnSp>
        <p:nvCxnSpPr>
          <p:cNvPr id="1277"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pic>
        <p:nvPicPr>
          <p:cNvPr id="1279" name="Picture 11"/>
          <p:cNvPicPr>
            <a:picLocks xmlns:a="http://schemas.openxmlformats.org/drawingml/2006/main" noChangeAspect="1"/>
          </p:cNvPicPr>
          <p:nvPr/>
        </p:nvPicPr>
        <p:blipFill>
          <a:blip xmlns:r="http://schemas.openxmlformats.org/officeDocument/2006/relationships" xmlns:a="http://schemas.openxmlformats.org/drawingml/2006/main" r:embed="Raa17520c18b34c2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000" b="1">
                <a:solidFill>
                  <a:srgbClr val="062B6F"/>
                </a:solidFill>
                <a:latin typeface="Arial"/>
                <a:ea typeface="Arial"/>
                <a:cs typeface="Arial"/>
              </a:defRPr>
            </a:pPr>
            <a:r>
              <a:rPr sz="3000" b="1">
                <a:solidFill>
                  <a:srgbClr val="062B6F"/>
                </a:solidFill>
                <a:latin typeface="Arial"/>
                <a:ea typeface="Arial"/>
                <a:cs typeface="Arial"/>
              </a:rPr>
              <a:t>CAABC-FL Algorithm</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20</a:t>
            </a:r>
            <a:endParaRPr sz="2800"/>
          </a:p>
        </p:txBody>
      </p:sp>
      <p:pic>
        <p:nvPicPr>
          <p:cNvPr id="11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5cfeabb0cf640f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142" name="Picture 458"/>
          <p:cNvPicPr>
            <a:picLocks xmlns:a="http://schemas.openxmlformats.org/drawingml/2006/main" noChangeAspect="1"/>
          </p:cNvPicPr>
          <p:nvPr/>
        </p:nvPicPr>
        <p:blipFill>
          <a:blip xmlns:r="http://schemas.openxmlformats.org/officeDocument/2006/relationships" xmlns:a="http://schemas.openxmlformats.org/drawingml/2006/main" r:embed="Rcee2e232ee9c42a2"/>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46" name="Picture 462"/>
          <p:cNvPicPr>
            <a:picLocks xmlns:a="http://schemas.openxmlformats.org/drawingml/2006/main" noChangeAspect="1"/>
          </p:cNvPicPr>
          <p:nvPr/>
        </p:nvPicPr>
        <p:blipFill>
          <a:blip xmlns:r="http://schemas.openxmlformats.org/officeDocument/2006/relationships" xmlns:a="http://schemas.openxmlformats.org/drawingml/2006/main" r:embed="R2c6f8cec1c8d4669"/>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1161"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62"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1167"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68"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69"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174"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5"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6"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182"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3"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4"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5"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6"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87"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88"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89"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
        <p:nvSpPr>
          <p:cNvPr id="739" name="caabc-algorithm-body-cover">
            <a:extLst xmlns:a="http://schemas.openxmlformats.org/drawingml/2006/main">
              <a:ext uri="{FF2B5EF4-FFF2-40B4-BE49-F238E27FC236}">
                <a16:creationId xmlns:a16="http://schemas.microsoft.com/office/drawing/2014/main" id="{783CD6EB-B6F5-417D-A099-1B0C6A0AC88E}"/>
              </a:ext>
            </a:extLst>
          </p:cNvPr>
          <p:cNvSpPr>
            <a:spLocks xmlns:a="http://schemas.openxmlformats.org/drawingml/2006/main" noGrp="1"/>
          </p:cNvSpPr>
          <p:nvPr/>
        </p:nvSpPr>
        <p:spPr>
          <a:xfrm xmlns:a="http://schemas.openxmlformats.org/drawingml/2006/main">
            <a:off x="457200" y="1000125"/>
            <a:ext cx="11277600" cy="504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0" name="caabc-algorithm-subtitle">
            <a:extLst xmlns:a="http://schemas.openxmlformats.org/drawingml/2006/main">
              <a:ext uri="{FF2B5EF4-FFF2-40B4-BE49-F238E27FC236}">
                <a16:creationId xmlns:a16="http://schemas.microsoft.com/office/drawing/2014/main" id="{4A5571C0-7F85-45AB-BA31-7E6963B17D95}"/>
              </a:ext>
            </a:extLst>
          </p:cNvPr>
          <p:cNvSpPr>
            <a:spLocks xmlns:a="http://schemas.openxmlformats.org/drawingml/2006/main" noGrp="1"/>
          </p:cNvSpPr>
          <p:nvPr/>
        </p:nvSpPr>
        <p:spPr>
          <a:xfrm xmlns:a="http://schemas.openxmlformats.org/drawingml/2006/main">
            <a:off x="1524000" y="10668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lnSpcReduction="10000"/>
          </a:bodyPr>
          <a:lstStyle xmlns:a="http://schemas.openxmlformats.org/drawingml/2006/main"/>
          <a:p xmlns:a="http://schemas.openxmlformats.org/drawingml/2006/main">
            <a:pPr algn="ctr">
              <a:buNone/>
              <a:defRPr sz="1350" i="1">
                <a:solidFill>
                  <a:srgbClr val="5B677A"/>
                </a:solidFill>
                <a:latin typeface="Arial"/>
                <a:ea typeface="Arial"/>
                <a:cs typeface="Arial"/>
              </a:defRPr>
            </a:pPr>
            <a:r>
              <a:rPr sz="1350" i="1">
                <a:solidFill>
                  <a:srgbClr val="5B677A"/>
                </a:solidFill>
                <a:latin typeface="Arial"/>
                <a:ea typeface="Arial"/>
                <a:cs typeface="Arial"/>
              </a:rPr>
              <a:t>Adaptive common-block compression aligned with CKKS packing</a:t>
            </a:r>
          </a:p>
        </p:txBody>
      </p:sp>
      <p:sp>
        <p:nvSpPr>
          <p:cNvPr id="741" name="caabc-algorithm-inputs">
            <a:extLst xmlns:a="http://schemas.openxmlformats.org/drawingml/2006/main">
              <a:ext uri="{FF2B5EF4-FFF2-40B4-BE49-F238E27FC236}">
                <a16:creationId xmlns:a16="http://schemas.microsoft.com/office/drawing/2014/main" id="{510728B5-C692-4BC9-8DCA-3F8485935618}"/>
              </a:ext>
            </a:extLst>
          </p:cNvPr>
          <p:cNvSpPr>
            <a:spLocks xmlns:a="http://schemas.openxmlformats.org/drawingml/2006/main" noGrp="1"/>
          </p:cNvSpPr>
          <p:nvPr/>
        </p:nvSpPr>
        <p:spPr>
          <a:xfrm xmlns:a="http://schemas.openxmlformats.org/drawingml/2006/main">
            <a:off x="1162050" y="1438275"/>
            <a:ext cx="9867900" cy="409575"/>
          </a:xfrm>
          <a:prstGeom xmlns:a="http://schemas.openxmlformats.org/drawingml/2006/main" prst="roundRect">
            <a:avLst>
              <a:gd name="adj" fmla="val 18605"/>
            </a:avLst>
          </a:prstGeom>
          <a:solidFill xmlns:a="http://schemas.openxmlformats.org/drawingml/2006/main">
            <a:srgbClr val="F2F6FA"/>
          </a:solidFill>
          <a:ln xmlns:a="http://schemas.openxmlformats.org/drawingml/2006/main" w="10478">
            <a:solidFill>
              <a:srgbClr val="AFC1D5"/>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62B6F"/>
                </a:solidFill>
                <a:latin typeface="Arial"/>
                <a:ea typeface="Arial"/>
                <a:cs typeface="Arial"/>
              </a:defRPr>
            </a:pPr>
            <a:r>
              <a:rPr sz="1200" b="1">
                <a:solidFill>
                  <a:srgbClr val="062B6F"/>
                </a:solidFill>
                <a:latin typeface="Arial"/>
                <a:ea typeface="Arial"/>
                <a:cs typeface="Arial"/>
              </a:rPr>
              <a:t>Inputs: privatized client update Δ̃ₖ,ₜ   residual rₖ,ₜ   block size B = 256   chunk budget c = 2   refresh interval τ = 5</a:t>
            </a:r>
          </a:p>
        </p:txBody>
      </p:sp>
      <p:sp>
        <p:nvSpPr>
          <p:cNvPr id="742" name="caabc-step-1">
            <a:extLst xmlns:a="http://schemas.openxmlformats.org/drawingml/2006/main">
              <a:ext uri="{FF2B5EF4-FFF2-40B4-BE49-F238E27FC236}">
                <a16:creationId xmlns:a16="http://schemas.microsoft.com/office/drawing/2014/main" id="{53A088B0-2312-443C-95B6-94343FFFF8C5}"/>
              </a:ext>
            </a:extLst>
          </p:cNvPr>
          <p:cNvSpPr>
            <a:spLocks xmlns:a="http://schemas.openxmlformats.org/drawingml/2006/main" noGrp="1"/>
          </p:cNvSpPr>
          <p:nvPr/>
        </p:nvSpPr>
        <p:spPr>
          <a:xfrm xmlns:a="http://schemas.openxmlformats.org/drawingml/2006/main">
            <a:off x="876300" y="2171700"/>
            <a:ext cx="1752600" cy="2143125"/>
          </a:xfrm>
          <a:prstGeom xmlns:a="http://schemas.openxmlformats.org/drawingml/2006/main" prst="roundRect">
            <a:avLst>
              <a:gd name="adj" fmla="val 4348"/>
            </a:avLst>
          </a:prstGeom>
          <a:solidFill xmlns:a="http://schemas.openxmlformats.org/drawingml/2006/main">
            <a:srgbClr val="F5F0FC"/>
          </a:solidFill>
          <a:ln xmlns:a="http://schemas.openxmlformats.org/drawingml/2006/main" w="15240">
            <a:solidFill>
              <a:srgbClr val="6F52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PRIVATE UPDATE + RESIDUAL</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uₖ,ₜ = Δ̃ₖ,ₜ + rₖ,ₜ</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Carry omitted information into the current round</a:t>
            </a:r>
          </a:p>
        </p:txBody>
      </p:sp>
      <p:sp>
        <p:nvSpPr>
          <p:cNvPr id="743" name="caabc-step-1-number">
            <a:extLst xmlns:a="http://schemas.openxmlformats.org/drawingml/2006/main">
              <a:ext uri="{FF2B5EF4-FFF2-40B4-BE49-F238E27FC236}">
                <a16:creationId xmlns:a16="http://schemas.microsoft.com/office/drawing/2014/main" id="{566F45FD-EC0D-49D5-8A8B-80439103BC2C}"/>
              </a:ext>
            </a:extLst>
          </p:cNvPr>
          <p:cNvSpPr>
            <a:spLocks xmlns:a="http://schemas.openxmlformats.org/drawingml/2006/main" noGrp="1"/>
          </p:cNvSpPr>
          <p:nvPr/>
        </p:nvSpPr>
        <p:spPr>
          <a:xfrm xmlns:a="http://schemas.openxmlformats.org/drawingml/2006/main">
            <a:off x="1552575" y="1943100"/>
            <a:ext cx="400050" cy="400050"/>
          </a:xfrm>
          <a:prstGeom xmlns:a="http://schemas.openxmlformats.org/drawingml/2006/main" prst="ellipse">
            <a:avLst/>
          </a:prstGeom>
          <a:solidFill xmlns:a="http://schemas.openxmlformats.org/drawingml/2006/main">
            <a:srgbClr val="6F52B5"/>
          </a:solidFill>
          <a:ln xmlns:a="http://schemas.openxmlformats.org/drawingml/2006/main" w="9525">
            <a:solidFill>
              <a:srgbClr val="6F52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44" name="caabc-step-2">
            <a:extLst xmlns:a="http://schemas.openxmlformats.org/drawingml/2006/main">
              <a:ext uri="{FF2B5EF4-FFF2-40B4-BE49-F238E27FC236}">
                <a16:creationId xmlns:a16="http://schemas.microsoft.com/office/drawing/2014/main" id="{36DD9DF8-F287-4520-80E0-6C36EA772FD1}"/>
              </a:ext>
            </a:extLst>
          </p:cNvPr>
          <p:cNvSpPr>
            <a:spLocks xmlns:a="http://schemas.openxmlformats.org/drawingml/2006/main" noGrp="1"/>
          </p:cNvSpPr>
          <p:nvPr/>
        </p:nvSpPr>
        <p:spPr>
          <a:xfrm xmlns:a="http://schemas.openxmlformats.org/drawingml/2006/main">
            <a:off x="3067050" y="2171700"/>
            <a:ext cx="1752600" cy="2143125"/>
          </a:xfrm>
          <a:prstGeom xmlns:a="http://schemas.openxmlformats.org/drawingml/2006/main" prst="roundRect">
            <a:avLst>
              <a:gd name="adj" fmla="val 4348"/>
            </a:avLst>
          </a:prstGeom>
          <a:solidFill xmlns:a="http://schemas.openxmlformats.org/drawingml/2006/main">
            <a:srgbClr val="EEF5FC"/>
          </a:solidFill>
          <a:ln xmlns:a="http://schemas.openxmlformats.org/drawingml/2006/main" w="15240">
            <a:solidFill>
              <a:srgbClr val="2F75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BLOCK SCORING</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Partition uₖ,ₜ into contiguous 256-coordinate blocks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Score block energy from privatized updates</a:t>
            </a:r>
          </a:p>
        </p:txBody>
      </p:sp>
      <p:sp>
        <p:nvSpPr>
          <p:cNvPr id="745" name="caabc-step-2-number">
            <a:extLst xmlns:a="http://schemas.openxmlformats.org/drawingml/2006/main">
              <a:ext uri="{FF2B5EF4-FFF2-40B4-BE49-F238E27FC236}">
                <a16:creationId xmlns:a16="http://schemas.microsoft.com/office/drawing/2014/main" id="{B53628C5-B256-4324-968D-80747EA8181C}"/>
              </a:ext>
            </a:extLst>
          </p:cNvPr>
          <p:cNvSpPr>
            <a:spLocks xmlns:a="http://schemas.openxmlformats.org/drawingml/2006/main" noGrp="1"/>
          </p:cNvSpPr>
          <p:nvPr/>
        </p:nvSpPr>
        <p:spPr>
          <a:xfrm xmlns:a="http://schemas.openxmlformats.org/drawingml/2006/main">
            <a:off x="3743325" y="1943100"/>
            <a:ext cx="400050" cy="400050"/>
          </a:xfrm>
          <a:prstGeom xmlns:a="http://schemas.openxmlformats.org/drawingml/2006/main" prst="ellipse">
            <a:avLst/>
          </a:prstGeom>
          <a:solidFill xmlns:a="http://schemas.openxmlformats.org/drawingml/2006/main">
            <a:srgbClr val="2F75B5"/>
          </a:solidFill>
          <a:ln xmlns:a="http://schemas.openxmlformats.org/drawingml/2006/main" w="9525">
            <a:solidFill>
              <a:srgbClr val="2F75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746" name="caabc-step-3">
            <a:extLst xmlns:a="http://schemas.openxmlformats.org/drawingml/2006/main">
              <a:ext uri="{FF2B5EF4-FFF2-40B4-BE49-F238E27FC236}">
                <a16:creationId xmlns:a16="http://schemas.microsoft.com/office/drawing/2014/main" id="{5FC53C08-1ADF-49F4-BBEA-D27B51AB3571}"/>
              </a:ext>
            </a:extLst>
          </p:cNvPr>
          <p:cNvSpPr>
            <a:spLocks xmlns:a="http://schemas.openxmlformats.org/drawingml/2006/main" noGrp="1"/>
          </p:cNvSpPr>
          <p:nvPr/>
        </p:nvSpPr>
        <p:spPr>
          <a:xfrm xmlns:a="http://schemas.openxmlformats.org/drawingml/2006/main">
            <a:off x="5257800" y="2171700"/>
            <a:ext cx="1752600" cy="2143125"/>
          </a:xfrm>
          <a:prstGeom xmlns:a="http://schemas.openxmlformats.org/drawingml/2006/main" prst="roundRect">
            <a:avLst>
              <a:gd name="adj" fmla="val 4348"/>
            </a:avLst>
          </a:prstGeom>
          <a:solidFill xmlns:a="http://schemas.openxmlformats.org/drawingml/2006/main">
            <a:srgbClr val="FFF6E4"/>
          </a:solidFill>
          <a:ln xmlns:a="http://schemas.openxmlformats.org/drawingml/2006/main" w="15240">
            <a:solidFill>
              <a:srgbClr val="B97800"/>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COMMON SUPPORT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Select Sₜ from aggregate block scores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Refresh every five rounds and fit within two CKKS chunks</a:t>
            </a:r>
          </a:p>
        </p:txBody>
      </p:sp>
      <p:sp>
        <p:nvSpPr>
          <p:cNvPr id="747" name="caabc-step-3-number">
            <a:extLst xmlns:a="http://schemas.openxmlformats.org/drawingml/2006/main">
              <a:ext uri="{FF2B5EF4-FFF2-40B4-BE49-F238E27FC236}">
                <a16:creationId xmlns:a16="http://schemas.microsoft.com/office/drawing/2014/main" id="{45792009-A199-42E5-9C09-EB70524692C1}"/>
              </a:ext>
            </a:extLst>
          </p:cNvPr>
          <p:cNvSpPr>
            <a:spLocks xmlns:a="http://schemas.openxmlformats.org/drawingml/2006/main" noGrp="1"/>
          </p:cNvSpPr>
          <p:nvPr/>
        </p:nvSpPr>
        <p:spPr>
          <a:xfrm xmlns:a="http://schemas.openxmlformats.org/drawingml/2006/main">
            <a:off x="5934075" y="1943100"/>
            <a:ext cx="400050" cy="400050"/>
          </a:xfrm>
          <a:prstGeom xmlns:a="http://schemas.openxmlformats.org/drawingml/2006/main" prst="ellipse">
            <a:avLst/>
          </a:prstGeom>
          <a:solidFill xmlns:a="http://schemas.openxmlformats.org/drawingml/2006/main">
            <a:srgbClr val="B97800"/>
          </a:solidFill>
          <a:ln xmlns:a="http://schemas.openxmlformats.org/drawingml/2006/main" w="9525">
            <a:solidFill>
              <a:srgbClr val="B97800"/>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748" name="caabc-step-4">
            <a:extLst xmlns:a="http://schemas.openxmlformats.org/drawingml/2006/main">
              <a:ext uri="{FF2B5EF4-FFF2-40B4-BE49-F238E27FC236}">
                <a16:creationId xmlns:a16="http://schemas.microsoft.com/office/drawing/2014/main" id="{C563380E-C7EC-4E9D-AD94-C2392B991471}"/>
              </a:ext>
            </a:extLst>
          </p:cNvPr>
          <p:cNvSpPr>
            <a:spLocks xmlns:a="http://schemas.openxmlformats.org/drawingml/2006/main" noGrp="1"/>
          </p:cNvSpPr>
          <p:nvPr/>
        </p:nvSpPr>
        <p:spPr>
          <a:xfrm xmlns:a="http://schemas.openxmlformats.org/drawingml/2006/main">
            <a:off x="7448550" y="2171700"/>
            <a:ext cx="1752600" cy="2143125"/>
          </a:xfrm>
          <a:prstGeom xmlns:a="http://schemas.openxmlformats.org/drawingml/2006/main" prst="roundRect">
            <a:avLst>
              <a:gd name="adj" fmla="val 4348"/>
            </a:avLst>
          </a:prstGeom>
          <a:solidFill xmlns:a="http://schemas.openxmlformats.org/drawingml/2006/main">
            <a:srgbClr val="ECF7F0"/>
          </a:solidFill>
          <a:ln xmlns:a="http://schemas.openxmlformats.org/drawingml/2006/main" w="1524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PROJECT + REMEMBER</a:t>
            </a:r>
          </a:p>
          <a:p xmlns:a="http://schemas.openxmlformats.org/drawingml/2006/main">
            <a:endParaRPr sz="1163">
              <a:solidFill>
                <a:srgbClr val="263244"/>
              </a:solidFill>
              <a:latin typeface="Arial"/>
              <a:ea typeface="Arial"/>
              <a:cs typeface="Arial"/>
            </a:endParaRP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pₖ,ₜ = Pₛₜ(uₖ,ₜ)</a:t>
            </a: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rₖ,ₜ₊₁ = uₖ,ₜ − Pₛₜᵀpₖ,ₜ</a:t>
            </a:r>
          </a:p>
        </p:txBody>
      </p:sp>
      <p:sp>
        <p:nvSpPr>
          <p:cNvPr id="749" name="caabc-step-4-number">
            <a:extLst xmlns:a="http://schemas.openxmlformats.org/drawingml/2006/main">
              <a:ext uri="{FF2B5EF4-FFF2-40B4-BE49-F238E27FC236}">
                <a16:creationId xmlns:a16="http://schemas.microsoft.com/office/drawing/2014/main" id="{92EBFA0D-4908-44E3-8634-04AC3EBA1D07}"/>
              </a:ext>
            </a:extLst>
          </p:cNvPr>
          <p:cNvSpPr>
            <a:spLocks xmlns:a="http://schemas.openxmlformats.org/drawingml/2006/main" noGrp="1"/>
          </p:cNvSpPr>
          <p:nvPr/>
        </p:nvSpPr>
        <p:spPr>
          <a:xfrm xmlns:a="http://schemas.openxmlformats.org/drawingml/2006/main">
            <a:off x="8124825" y="1943100"/>
            <a:ext cx="400050" cy="400050"/>
          </a:xfrm>
          <a:prstGeom xmlns:a="http://schemas.openxmlformats.org/drawingml/2006/main" prst="ellipse">
            <a:avLst/>
          </a:prstGeom>
          <a:solidFill xmlns:a="http://schemas.openxmlformats.org/drawingml/2006/main">
            <a:srgbClr val="008A46"/>
          </a:solidFill>
          <a:ln xmlns:a="http://schemas.openxmlformats.org/drawingml/2006/main" w="9525">
            <a:solidFill>
              <a:srgbClr val="008A46"/>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750" name="caabc-step-5">
            <a:extLst xmlns:a="http://schemas.openxmlformats.org/drawingml/2006/main">
              <a:ext uri="{FF2B5EF4-FFF2-40B4-BE49-F238E27FC236}">
                <a16:creationId xmlns:a16="http://schemas.microsoft.com/office/drawing/2014/main" id="{C449D170-6602-40AB-9B69-38339516E2C5}"/>
              </a:ext>
            </a:extLst>
          </p:cNvPr>
          <p:cNvSpPr>
            <a:spLocks xmlns:a="http://schemas.openxmlformats.org/drawingml/2006/main" noGrp="1"/>
          </p:cNvSpPr>
          <p:nvPr/>
        </p:nvSpPr>
        <p:spPr>
          <a:xfrm xmlns:a="http://schemas.openxmlformats.org/drawingml/2006/main">
            <a:off x="9639300" y="2171700"/>
            <a:ext cx="1752600" cy="2143125"/>
          </a:xfrm>
          <a:prstGeom xmlns:a="http://schemas.openxmlformats.org/drawingml/2006/main" prst="roundRect">
            <a:avLst>
              <a:gd name="adj" fmla="val 4348"/>
            </a:avLst>
          </a:prstGeom>
          <a:solidFill xmlns:a="http://schemas.openxmlformats.org/drawingml/2006/main">
            <a:srgbClr val="EAF6F5"/>
          </a:solidFill>
          <a:ln xmlns:a="http://schemas.openxmlformats.org/drawingml/2006/main" w="15240">
            <a:solidFill>
              <a:srgbClr val="2E867F"/>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 PROTECT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pₖ,ₜ into aligned slots</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Encrypt, sign and homomorphically aggregate</a:t>
            </a:r>
          </a:p>
        </p:txBody>
      </p:sp>
      <p:sp>
        <p:nvSpPr>
          <p:cNvPr id="751" name="caabc-step-5-number">
            <a:extLst xmlns:a="http://schemas.openxmlformats.org/drawingml/2006/main">
              <a:ext uri="{FF2B5EF4-FFF2-40B4-BE49-F238E27FC236}">
                <a16:creationId xmlns:a16="http://schemas.microsoft.com/office/drawing/2014/main" id="{9251FEAF-D7D4-470E-B46E-D9E53F03BBBF}"/>
              </a:ext>
            </a:extLst>
          </p:cNvPr>
          <p:cNvSpPr>
            <a:spLocks xmlns:a="http://schemas.openxmlformats.org/drawingml/2006/main" noGrp="1"/>
          </p:cNvSpPr>
          <p:nvPr/>
        </p:nvSpPr>
        <p:spPr>
          <a:xfrm xmlns:a="http://schemas.openxmlformats.org/drawingml/2006/main">
            <a:off x="10315575" y="1943100"/>
            <a:ext cx="400050" cy="400050"/>
          </a:xfrm>
          <a:prstGeom xmlns:a="http://schemas.openxmlformats.org/drawingml/2006/main" prst="ellipse">
            <a:avLst/>
          </a:prstGeom>
          <a:solidFill xmlns:a="http://schemas.openxmlformats.org/drawingml/2006/main">
            <a:srgbClr val="2E867F"/>
          </a:solidFill>
          <a:ln xmlns:a="http://schemas.openxmlformats.org/drawingml/2006/main" w="9525">
            <a:solidFill>
              <a:srgbClr val="2E867F"/>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cxnSp>
        <p:nvCxnSpPr>
          <p:cNvPr id="1204" name="Straight Arrow Connector 903"/>
          <p:cNvCxnSpPr>
            <a:stCxn xmlns:a="http://schemas.openxmlformats.org/drawingml/2006/main" id="742" idx="3"/>
            <a:endCxn xmlns:a="http://schemas.openxmlformats.org/drawingml/2006/main" id="744" idx="1"/>
          </p:cNvCxnSpPr>
          <p:nvPr/>
        </p:nvCxnSpPr>
        <p:spPr>
          <a:xfrm xmlns:a="http://schemas.openxmlformats.org/drawingml/2006/main">
            <a:off x="26289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205" name="Straight Arrow Connector 904"/>
          <p:cNvCxnSpPr>
            <a:stCxn xmlns:a="http://schemas.openxmlformats.org/drawingml/2006/main" id="744" idx="3"/>
            <a:endCxn xmlns:a="http://schemas.openxmlformats.org/drawingml/2006/main" id="746" idx="1"/>
          </p:cNvCxnSpPr>
          <p:nvPr/>
        </p:nvCxnSpPr>
        <p:spPr>
          <a:xfrm xmlns:a="http://schemas.openxmlformats.org/drawingml/2006/main">
            <a:off x="48196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206" name="Straight Arrow Connector 905"/>
          <p:cNvCxnSpPr>
            <a:stCxn xmlns:a="http://schemas.openxmlformats.org/drawingml/2006/main" id="746" idx="3"/>
            <a:endCxn xmlns:a="http://schemas.openxmlformats.org/drawingml/2006/main" id="748" idx="1"/>
          </p:cNvCxnSpPr>
          <p:nvPr/>
        </p:nvCxnSpPr>
        <p:spPr>
          <a:xfrm xmlns:a="http://schemas.openxmlformats.org/drawingml/2006/main">
            <a:off x="70104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207" name="Straight Arrow Connector 906"/>
          <p:cNvCxnSpPr>
            <a:stCxn xmlns:a="http://schemas.openxmlformats.org/drawingml/2006/main" id="748" idx="3"/>
            <a:endCxn xmlns:a="http://schemas.openxmlformats.org/drawingml/2006/main" id="750" idx="1"/>
          </p:cNvCxnSpPr>
          <p:nvPr/>
        </p:nvCxnSpPr>
        <p:spPr>
          <a:xfrm xmlns:a="http://schemas.openxmlformats.org/drawingml/2006/main">
            <a:off x="92011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sp>
        <p:nvSpPr>
          <p:cNvPr id="756" name="caabc-algorithm-property">
            <a:extLst xmlns:a="http://schemas.openxmlformats.org/drawingml/2006/main">
              <a:ext uri="{FF2B5EF4-FFF2-40B4-BE49-F238E27FC236}">
                <a16:creationId xmlns:a16="http://schemas.microsoft.com/office/drawing/2014/main" id="{3C8C8297-3ADB-4BC4-9374-AF63F8A2387E}"/>
              </a:ext>
            </a:extLst>
          </p:cNvPr>
          <p:cNvSpPr>
            <a:spLocks xmlns:a="http://schemas.openxmlformats.org/drawingml/2006/main" noGrp="1"/>
          </p:cNvSpPr>
          <p:nvPr/>
        </p:nvSpPr>
        <p:spPr>
          <a:xfrm xmlns:a="http://schemas.openxmlformats.org/drawingml/2006/main">
            <a:off x="1066800" y="4591050"/>
            <a:ext cx="10058400" cy="590550"/>
          </a:xfrm>
          <a:prstGeom xmlns:a="http://schemas.openxmlformats.org/drawingml/2006/main" prst="roundRect">
            <a:avLst>
              <a:gd name="adj" fmla="val 12903"/>
            </a:avLst>
          </a:prstGeom>
          <a:solidFill xmlns:a="http://schemas.openxmlformats.org/drawingml/2006/main">
            <a:srgbClr val="EEF7F4"/>
          </a:solidFill>
          <a:ln xmlns:a="http://schemas.openxmlformats.org/drawingml/2006/main" w="1143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F5B50"/>
                </a:solidFill>
                <a:latin typeface="Arial"/>
                <a:ea typeface="Arial"/>
                <a:cs typeface="Arial"/>
              </a:defRPr>
            </a:pPr>
            <a:r>
              <a:rPr sz="1275" b="1">
                <a:solidFill>
                  <a:srgbClr val="1F5B50"/>
                </a:solidFill>
                <a:latin typeface="Arial"/>
                <a:ea typeface="Arial"/>
                <a:cs typeface="Arial"/>
              </a:rPr>
              <a:t>Algorithmic contribution: one public support keeps every client ciphertext aligned, so logical block sparsity becomes a real reduction in serialized encrypted traffic.</a:t>
            </a:r>
          </a:p>
        </p:txBody>
      </p:sp>
      <p:sp>
        <p:nvSpPr>
          <p:cNvPr id="757" name="caabc-algorithm-output">
            <a:extLst xmlns:a="http://schemas.openxmlformats.org/drawingml/2006/main">
              <a:ext uri="{FF2B5EF4-FFF2-40B4-BE49-F238E27FC236}">
                <a16:creationId xmlns:a16="http://schemas.microsoft.com/office/drawing/2014/main" id="{204D9384-6038-4C97-86AC-9C669CAEAD3E}"/>
              </a:ext>
            </a:extLst>
          </p:cNvPr>
          <p:cNvSpPr>
            <a:spLocks xmlns:a="http://schemas.openxmlformats.org/drawingml/2006/main" noGrp="1"/>
          </p:cNvSpPr>
          <p:nvPr/>
        </p:nvSpPr>
        <p:spPr>
          <a:xfrm xmlns:a="http://schemas.openxmlformats.org/drawingml/2006/main">
            <a:off x="2247900" y="5353050"/>
            <a:ext cx="7696200" cy="457200"/>
          </a:xfrm>
          <a:prstGeom xmlns:a="http://schemas.openxmlformats.org/drawingml/2006/main" prst="roundRect">
            <a:avLst>
              <a:gd name="adj" fmla="val 16667"/>
            </a:avLst>
          </a:prstGeom>
          <a:solidFill xmlns:a="http://schemas.openxmlformats.org/drawingml/2006/main">
            <a:srgbClr val="F4F6FA"/>
          </a:solidFill>
          <a:ln xmlns:a="http://schemas.openxmlformats.org/drawingml/2006/main" w="10478">
            <a:solidFill>
              <a:srgbClr val="062B6F"/>
            </a:solidFill>
          </a:ln>
        </p:spPr>
        <p:txBody>
          <a:bodyPr xmlns:a="http://schemas.openxmlformats.org/drawingml/2006/main" anchor="ctr">
            <a:normAutofit fontScale="86223" lnSpcReduction="10000"/>
          </a:bodyPr>
          <a:lstStyle xmlns:a="http://schemas.openxmlformats.org/drawingml/2006/main"/>
          <a:p xmlns:a="http://schemas.openxmlformats.org/drawingml/2006/main">
            <a:pPr algn="ctr">
              <a:buNone/>
              <a:defRPr sz="1238" b="1">
                <a:solidFill>
                  <a:srgbClr val="062B6F"/>
                </a:solidFill>
                <a:latin typeface="Arial"/>
                <a:ea typeface="Arial"/>
                <a:cs typeface="Arial"/>
              </a:defRPr>
            </a:pPr>
            <a:r>
              <a:rPr sz="1238" b="1">
                <a:solidFill>
                  <a:srgbClr val="062B6F"/>
                </a:solidFill>
                <a:latin typeface="Arial"/>
                <a:ea typeface="Arial"/>
                <a:cs typeface="Arial"/>
              </a:rPr>
              <a:t>Output: two aligned CKKS ciphertext chunks, an updated residual, and an aggregation-compatible protected update</a:t>
            </a:r>
          </a:p>
        </p:txBody>
      </p:sp>
      <p:pic>
        <p:nvPicPr>
          <p:cNvPr id="1210" name="Picture 910"/>
          <p:cNvPicPr>
            <a:picLocks xmlns:a="http://schemas.openxmlformats.org/drawingml/2006/main" noChangeAspect="1"/>
          </p:cNvPicPr>
          <p:nvPr/>
        </p:nvPicPr>
        <p:blipFill>
          <a:blip xmlns:r="http://schemas.openxmlformats.org/officeDocument/2006/relationships" xmlns:a="http://schemas.openxmlformats.org/drawingml/2006/main" r:embed="Re5cfeabb0cf640f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1211" name="Picture 1"/>
          <p:cNvPicPr>
            <a:picLocks xmlns:a="http://schemas.openxmlformats.org/drawingml/2006/main" noChangeAspect="1"/>
          </p:cNvPicPr>
          <p:nvPr/>
        </p:nvPicPr>
        <p:blipFill>
          <a:blip xmlns:r="http://schemas.openxmlformats.org/officeDocument/2006/relationships" xmlns:a="http://schemas.openxmlformats.org/drawingml/2006/main" r:embed="R8447fdf1e76148e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6"/>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21</a:t>
            </a:r>
            <a:endParaRPr sz="2800"/>
          </a:p>
        </p:txBody>
      </p:sp>
      <p:pic>
        <p:nvPicPr>
          <p:cNvPr id="26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7371978ce2f446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pic>
        <p:nvPicPr>
          <p:cNvPr id="306" name="Picture 1"/>
          <p:cNvPicPr>
            <a:picLocks xmlns:a="http://schemas.openxmlformats.org/drawingml/2006/main" noChangeAspect="1"/>
          </p:cNvPicPr>
          <p:nvPr/>
        </p:nvPicPr>
        <p:blipFill>
          <a:blip xmlns:r="http://schemas.openxmlformats.org/officeDocument/2006/relationships" xmlns:a="http://schemas.openxmlformats.org/drawingml/2006/main" r:embed="R86d95fc4f64844a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22</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548d34f70ac40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43150"/>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80" name="Picture 1"/>
          <p:cNvPicPr>
            <a:picLocks xmlns:a="http://schemas.openxmlformats.org/drawingml/2006/main" noChangeAspect="1"/>
          </p:cNvPicPr>
          <p:nvPr/>
        </p:nvPicPr>
        <p:blipFill>
          <a:blip xmlns:r="http://schemas.openxmlformats.org/officeDocument/2006/relationships" xmlns:a="http://schemas.openxmlformats.org/drawingml/2006/main" r:embed="Rcea9d296aeef472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237" name="research-design-redesign-cover">
            <a:extLst xmlns:a="http://schemas.openxmlformats.org/drawingml/2006/main">
              <a:ext uri="{FF2B5EF4-FFF2-40B4-BE49-F238E27FC236}">
                <a16:creationId xmlns:a16="http://schemas.microsoft.com/office/drawing/2014/main" id="{8466C62A-931B-4DBE-AB15-CE3B44C4C9DA}"/>
              </a:ext>
            </a:extLst>
          </p:cNvPr>
          <p:cNvSpPr>
            <a:spLocks xmlns:a="http://schemas.openxmlformats.org/drawingml/2006/main" noGrp="1"/>
          </p:cNvSpPr>
          <p:nvPr/>
        </p:nvSpPr>
        <p:spPr>
          <a:xfrm xmlns:a="http://schemas.openxmlformats.org/drawingml/2006/main">
            <a:off x="295275" y="1143000"/>
            <a:ext cx="116205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research-design-subtitle">
            <a:extLst xmlns:a="http://schemas.openxmlformats.org/drawingml/2006/main">
              <a:ext uri="{FF2B5EF4-FFF2-40B4-BE49-F238E27FC236}">
                <a16:creationId xmlns:a16="http://schemas.microsoft.com/office/drawing/2014/main" id="{19F8D841-2EFF-4385-A95E-18A72FE28210}"/>
              </a:ext>
            </a:extLst>
          </p:cNvPr>
          <p:cNvSpPr>
            <a:spLocks xmlns:a="http://schemas.openxmlformats.org/drawingml/2006/main" noGrp="1"/>
          </p:cNvSpPr>
          <p:nvPr/>
        </p:nvSpPr>
        <p:spPr>
          <a:xfrm xmlns:a="http://schemas.openxmlformats.org/drawingml/2006/main">
            <a:off x="1285875" y="1257300"/>
            <a:ext cx="962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a:solidFill>
                  <a:srgbClr val="5D6878"/>
                </a:solidFill>
                <a:latin typeface="Arial"/>
                <a:ea typeface="Arial"/>
                <a:cs typeface="Arial"/>
              </a:defRPr>
            </a:pPr>
            <a:r>
              <a:rPr sz="1350">
                <a:solidFill>
                  <a:srgbClr val="5D6878"/>
                </a:solidFill>
                <a:latin typeface="Arial"/>
                <a:ea typeface="Arial"/>
                <a:cs typeface="Arial"/>
              </a:rPr>
              <a:t>Controlled cross-silo comparison under one frozen protocol</a:t>
            </a:r>
          </a:p>
        </p:txBody>
      </p:sp>
      <p:sp>
        <p:nvSpPr>
          <p:cNvPr id="239" name="research-design-process-line">
            <a:extLst xmlns:a="http://schemas.openxmlformats.org/drawingml/2006/main">
              <a:ext uri="{FF2B5EF4-FFF2-40B4-BE49-F238E27FC236}">
                <a16:creationId xmlns:a16="http://schemas.microsoft.com/office/drawing/2014/main" id="{7303D147-857C-4022-B465-D530184B03BB}"/>
              </a:ext>
            </a:extLst>
          </p:cNvPr>
          <p:cNvSpPr>
            <a:spLocks xmlns:a="http://schemas.openxmlformats.org/drawingml/2006/main" noGrp="1"/>
          </p:cNvSpPr>
          <p:nvPr/>
        </p:nvSpPr>
        <p:spPr>
          <a:xfrm xmlns:a="http://schemas.openxmlformats.org/drawingml/2006/main">
            <a:off x="1685925" y="2038350"/>
            <a:ext cx="8629650" cy="38100"/>
          </a:xfrm>
          <a:prstGeom xmlns:a="http://schemas.openxmlformats.org/drawingml/2006/main" prst="rect">
            <a:avLst/>
          </a:prstGeom>
          <a:solidFill xmlns:a="http://schemas.openxmlformats.org/drawingml/2006/main">
            <a:srgbClr val="D8E1EA"/>
          </a:solidFill>
          <a:ln xmlns:a="http://schemas.openxmlformats.org/drawingml/2006/main" w="0">
            <a:noFill/>
          </a:ln>
        </p:spPr>
      </p:sp>
      <p:sp>
        <p:nvSpPr>
          <p:cNvPr id="240" name="research-design-stage-1-node">
            <a:extLst xmlns:a="http://schemas.openxmlformats.org/drawingml/2006/main">
              <a:ext uri="{FF2B5EF4-FFF2-40B4-BE49-F238E27FC236}">
                <a16:creationId xmlns:a16="http://schemas.microsoft.com/office/drawing/2014/main" id="{81D93E1C-0E2A-4FFF-8CFD-B4D636C687BE}"/>
              </a:ext>
            </a:extLst>
          </p:cNvPr>
          <p:cNvSpPr>
            <a:spLocks xmlns:a="http://schemas.openxmlformats.org/drawingml/2006/main" noGrp="1"/>
          </p:cNvSpPr>
          <p:nvPr/>
        </p:nvSpPr>
        <p:spPr>
          <a:xfrm xmlns:a="http://schemas.openxmlformats.org/drawingml/2006/main">
            <a:off x="1438275" y="1790700"/>
            <a:ext cx="552450" cy="552450"/>
          </a:xfrm>
          <a:prstGeom xmlns:a="http://schemas.openxmlformats.org/drawingml/2006/main" prst="ellipse">
            <a:avLst/>
          </a:prstGeom>
          <a:solidFill xmlns:a="http://schemas.openxmlformats.org/drawingml/2006/main">
            <a:srgbClr val="008A46"/>
          </a:solidFill>
          <a:ln xmlns:a="http://schemas.openxmlformats.org/drawingml/2006/main" w="19050">
            <a:solidFill>
              <a:srgbClr val="FFFFFF"/>
            </a:solidFill>
          </a:ln>
        </p:spPr>
      </p:sp>
      <p:sp>
        <p:nvSpPr>
          <p:cNvPr id="241" name="research-design-stage-1-number">
            <a:extLst xmlns:a="http://schemas.openxmlformats.org/drawingml/2006/main">
              <a:ext uri="{FF2B5EF4-FFF2-40B4-BE49-F238E27FC236}">
                <a16:creationId xmlns:a16="http://schemas.microsoft.com/office/drawing/2014/main" id="{F1FF2439-4D02-4449-B5F2-319F7E9A69E5}"/>
              </a:ext>
            </a:extLst>
          </p:cNvPr>
          <p:cNvSpPr>
            <a:spLocks xmlns:a="http://schemas.openxmlformats.org/drawingml/2006/main" noGrp="1"/>
          </p:cNvSpPr>
          <p:nvPr/>
        </p:nvSpPr>
        <p:spPr>
          <a:xfrm xmlns:a="http://schemas.openxmlformats.org/drawingml/2006/main">
            <a:off x="1438275" y="1790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242" name="research-design-stage-1-title">
            <a:extLst xmlns:a="http://schemas.openxmlformats.org/drawingml/2006/main">
              <a:ext uri="{FF2B5EF4-FFF2-40B4-BE49-F238E27FC236}">
                <a16:creationId xmlns:a16="http://schemas.microsoft.com/office/drawing/2014/main" id="{D1A620D1-5EF6-4F34-BB5F-DEC10424D3B2}"/>
              </a:ext>
            </a:extLst>
          </p:cNvPr>
          <p:cNvSpPr>
            <a:spLocks xmlns:a="http://schemas.openxmlformats.org/drawingml/2006/main" noGrp="1"/>
          </p:cNvSpPr>
          <p:nvPr/>
        </p:nvSpPr>
        <p:spPr>
          <a:xfrm xmlns:a="http://schemas.openxmlformats.org/drawingml/2006/main">
            <a:off x="523875" y="24955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08A46"/>
                </a:solidFill>
                <a:latin typeface="Arial"/>
                <a:ea typeface="Arial"/>
                <a:cs typeface="Arial"/>
              </a:defRPr>
            </a:pPr>
            <a:r>
              <a:rPr sz="1500" b="1">
                <a:solidFill>
                  <a:srgbClr val="008A46"/>
                </a:solidFill>
                <a:latin typeface="Arial"/>
                <a:ea typeface="Arial"/>
                <a:cs typeface="Arial"/>
              </a:rPr>
              <a:t>Cohort and partition</a:t>
            </a:r>
          </a:p>
        </p:txBody>
      </p:sp>
      <p:sp>
        <p:nvSpPr>
          <p:cNvPr id="243" name="research-design-stage-1-rule">
            <a:extLst xmlns:a="http://schemas.openxmlformats.org/drawingml/2006/main">
              <a:ext uri="{FF2B5EF4-FFF2-40B4-BE49-F238E27FC236}">
                <a16:creationId xmlns:a16="http://schemas.microsoft.com/office/drawing/2014/main" id="{F416BAF1-BCE8-45D3-8753-4D7E31EC9D87}"/>
              </a:ext>
            </a:extLst>
          </p:cNvPr>
          <p:cNvSpPr>
            <a:spLocks xmlns:a="http://schemas.openxmlformats.org/drawingml/2006/main" noGrp="1"/>
          </p:cNvSpPr>
          <p:nvPr/>
        </p:nvSpPr>
        <p:spPr>
          <a:xfrm xmlns:a="http://schemas.openxmlformats.org/drawingml/2006/main">
            <a:off x="800100" y="2895600"/>
            <a:ext cx="18288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4" name="research-design-stage-1-body">
            <a:extLst xmlns:a="http://schemas.openxmlformats.org/drawingml/2006/main">
              <a:ext uri="{FF2B5EF4-FFF2-40B4-BE49-F238E27FC236}">
                <a16:creationId xmlns:a16="http://schemas.microsoft.com/office/drawing/2014/main" id="{4B55AF68-DC95-4913-89BA-B00AACF1BCAF}"/>
              </a:ext>
            </a:extLst>
          </p:cNvPr>
          <p:cNvSpPr>
            <a:spLocks xmlns:a="http://schemas.openxmlformats.org/drawingml/2006/main" noGrp="1"/>
          </p:cNvSpPr>
          <p:nvPr/>
        </p:nvSpPr>
        <p:spPr>
          <a:xfrm xmlns:a="http://schemas.openxmlformats.org/drawingml/2006/main">
            <a:off x="514350" y="3009900"/>
            <a:ext cx="2400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PhysioNet 2019</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40,336 patients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Natural Hospital A/B split</a:t>
            </a:r>
          </a:p>
        </p:txBody>
      </p:sp>
      <p:sp>
        <p:nvSpPr>
          <p:cNvPr id="245" name="research-design-stage-2-node">
            <a:extLst xmlns:a="http://schemas.openxmlformats.org/drawingml/2006/main">
              <a:ext uri="{FF2B5EF4-FFF2-40B4-BE49-F238E27FC236}">
                <a16:creationId xmlns:a16="http://schemas.microsoft.com/office/drawing/2014/main" id="{DE926470-77DD-4A66-9C05-643FE9C84EE4}"/>
              </a:ext>
            </a:extLst>
          </p:cNvPr>
          <p:cNvSpPr>
            <a:spLocks xmlns:a="http://schemas.openxmlformats.org/drawingml/2006/main" noGrp="1"/>
          </p:cNvSpPr>
          <p:nvPr/>
        </p:nvSpPr>
        <p:spPr>
          <a:xfrm xmlns:a="http://schemas.openxmlformats.org/drawingml/2006/main">
            <a:off x="4295775" y="1790700"/>
            <a:ext cx="552450" cy="552450"/>
          </a:xfrm>
          <a:prstGeom xmlns:a="http://schemas.openxmlformats.org/drawingml/2006/main" prst="ellipse">
            <a:avLst/>
          </a:prstGeom>
          <a:solidFill xmlns:a="http://schemas.openxmlformats.org/drawingml/2006/main">
            <a:srgbClr val="062B6F"/>
          </a:solidFill>
          <a:ln xmlns:a="http://schemas.openxmlformats.org/drawingml/2006/main" w="19050">
            <a:solidFill>
              <a:srgbClr val="FFFFFF"/>
            </a:solidFill>
          </a:ln>
        </p:spPr>
      </p:sp>
      <p:sp>
        <p:nvSpPr>
          <p:cNvPr id="246" name="research-design-stage-2-number">
            <a:extLst xmlns:a="http://schemas.openxmlformats.org/drawingml/2006/main">
              <a:ext uri="{FF2B5EF4-FFF2-40B4-BE49-F238E27FC236}">
                <a16:creationId xmlns:a16="http://schemas.microsoft.com/office/drawing/2014/main" id="{707C44A1-5EEE-4457-A9E2-29A12DACE034}"/>
              </a:ext>
            </a:extLst>
          </p:cNvPr>
          <p:cNvSpPr>
            <a:spLocks xmlns:a="http://schemas.openxmlformats.org/drawingml/2006/main" noGrp="1"/>
          </p:cNvSpPr>
          <p:nvPr/>
        </p:nvSpPr>
        <p:spPr>
          <a:xfrm xmlns:a="http://schemas.openxmlformats.org/drawingml/2006/main">
            <a:off x="4295775" y="1790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247" name="research-design-stage-2-title">
            <a:extLst xmlns:a="http://schemas.openxmlformats.org/drawingml/2006/main">
              <a:ext uri="{FF2B5EF4-FFF2-40B4-BE49-F238E27FC236}">
                <a16:creationId xmlns:a16="http://schemas.microsoft.com/office/drawing/2014/main" id="{8D796449-AC46-4558-9CAD-77409419EEA0}"/>
              </a:ext>
            </a:extLst>
          </p:cNvPr>
          <p:cNvSpPr>
            <a:spLocks xmlns:a="http://schemas.openxmlformats.org/drawingml/2006/main" noGrp="1"/>
          </p:cNvSpPr>
          <p:nvPr/>
        </p:nvSpPr>
        <p:spPr>
          <a:xfrm xmlns:a="http://schemas.openxmlformats.org/drawingml/2006/main">
            <a:off x="3381375" y="24955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62B6F"/>
                </a:solidFill>
                <a:latin typeface="Arial"/>
                <a:ea typeface="Arial"/>
                <a:cs typeface="Arial"/>
              </a:defRPr>
            </a:pPr>
            <a:r>
              <a:rPr sz="1500" b="1">
                <a:solidFill>
                  <a:srgbClr val="062B6F"/>
                </a:solidFill>
                <a:latin typeface="Arial"/>
                <a:ea typeface="Arial"/>
                <a:cs typeface="Arial"/>
              </a:rPr>
              <a:t>Frozen protocol</a:t>
            </a:r>
          </a:p>
        </p:txBody>
      </p:sp>
      <p:sp>
        <p:nvSpPr>
          <p:cNvPr id="248" name="research-design-stage-2-rule">
            <a:extLst xmlns:a="http://schemas.openxmlformats.org/drawingml/2006/main">
              <a:ext uri="{FF2B5EF4-FFF2-40B4-BE49-F238E27FC236}">
                <a16:creationId xmlns:a16="http://schemas.microsoft.com/office/drawing/2014/main" id="{A11E9B7E-98F6-461B-BDFF-3FCAB3C13B0E}"/>
              </a:ext>
            </a:extLst>
          </p:cNvPr>
          <p:cNvSpPr>
            <a:spLocks xmlns:a="http://schemas.openxmlformats.org/drawingml/2006/main" noGrp="1"/>
          </p:cNvSpPr>
          <p:nvPr/>
        </p:nvSpPr>
        <p:spPr>
          <a:xfrm xmlns:a="http://schemas.openxmlformats.org/drawingml/2006/main">
            <a:off x="3657600" y="2895600"/>
            <a:ext cx="18288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49" name="research-design-stage-2-body">
            <a:extLst xmlns:a="http://schemas.openxmlformats.org/drawingml/2006/main">
              <a:ext uri="{FF2B5EF4-FFF2-40B4-BE49-F238E27FC236}">
                <a16:creationId xmlns:a16="http://schemas.microsoft.com/office/drawing/2014/main" id="{4B0AC540-289A-4E81-ACC1-9AE5AF4E27FF}"/>
              </a:ext>
            </a:extLst>
          </p:cNvPr>
          <p:cNvSpPr>
            <a:spLocks xmlns:a="http://schemas.openxmlformats.org/drawingml/2006/main" noGrp="1"/>
          </p:cNvSpPr>
          <p:nvPr/>
        </p:nvSpPr>
        <p:spPr>
          <a:xfrm xmlns:a="http://schemas.openxmlformats.org/drawingml/2006/main">
            <a:off x="3371850" y="3009900"/>
            <a:ext cx="2400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Five paired seeds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Same MLP and evaluation split</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Fixed privacy, CKKS and round budgets</a:t>
            </a:r>
          </a:p>
        </p:txBody>
      </p:sp>
      <p:sp>
        <p:nvSpPr>
          <p:cNvPr id="250" name="research-design-stage-3-node">
            <a:extLst xmlns:a="http://schemas.openxmlformats.org/drawingml/2006/main">
              <a:ext uri="{FF2B5EF4-FFF2-40B4-BE49-F238E27FC236}">
                <a16:creationId xmlns:a16="http://schemas.microsoft.com/office/drawing/2014/main" id="{7F9A1F67-0BD2-4ED5-B60D-5A3A7444AB10}"/>
              </a:ext>
            </a:extLst>
          </p:cNvPr>
          <p:cNvSpPr>
            <a:spLocks xmlns:a="http://schemas.openxmlformats.org/drawingml/2006/main" noGrp="1"/>
          </p:cNvSpPr>
          <p:nvPr/>
        </p:nvSpPr>
        <p:spPr>
          <a:xfrm xmlns:a="http://schemas.openxmlformats.org/drawingml/2006/main">
            <a:off x="7153275" y="1790700"/>
            <a:ext cx="552450" cy="552450"/>
          </a:xfrm>
          <a:prstGeom xmlns:a="http://schemas.openxmlformats.org/drawingml/2006/main" prst="ellipse">
            <a:avLst/>
          </a:prstGeom>
          <a:solidFill xmlns:a="http://schemas.openxmlformats.org/drawingml/2006/main">
            <a:srgbClr val="00A6A6"/>
          </a:solidFill>
          <a:ln xmlns:a="http://schemas.openxmlformats.org/drawingml/2006/main" w="19050">
            <a:solidFill>
              <a:srgbClr val="FFFFFF"/>
            </a:solidFill>
          </a:ln>
        </p:spPr>
      </p:sp>
      <p:sp>
        <p:nvSpPr>
          <p:cNvPr id="251" name="research-design-stage-3-number">
            <a:extLst xmlns:a="http://schemas.openxmlformats.org/drawingml/2006/main">
              <a:ext uri="{FF2B5EF4-FFF2-40B4-BE49-F238E27FC236}">
                <a16:creationId xmlns:a16="http://schemas.microsoft.com/office/drawing/2014/main" id="{846B6916-8A71-4C20-9C67-DAE6B930341B}"/>
              </a:ext>
            </a:extLst>
          </p:cNvPr>
          <p:cNvSpPr>
            <a:spLocks xmlns:a="http://schemas.openxmlformats.org/drawingml/2006/main" noGrp="1"/>
          </p:cNvSpPr>
          <p:nvPr/>
        </p:nvSpPr>
        <p:spPr>
          <a:xfrm xmlns:a="http://schemas.openxmlformats.org/drawingml/2006/main">
            <a:off x="7153275" y="1790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252" name="research-design-stage-3-title">
            <a:extLst xmlns:a="http://schemas.openxmlformats.org/drawingml/2006/main">
              <a:ext uri="{FF2B5EF4-FFF2-40B4-BE49-F238E27FC236}">
                <a16:creationId xmlns:a16="http://schemas.microsoft.com/office/drawing/2014/main" id="{002746A8-1039-423D-9245-E83CA8E6EF0C}"/>
              </a:ext>
            </a:extLst>
          </p:cNvPr>
          <p:cNvSpPr>
            <a:spLocks xmlns:a="http://schemas.openxmlformats.org/drawingml/2006/main" noGrp="1"/>
          </p:cNvSpPr>
          <p:nvPr/>
        </p:nvSpPr>
        <p:spPr>
          <a:xfrm xmlns:a="http://schemas.openxmlformats.org/drawingml/2006/main">
            <a:off x="6238875" y="24955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0A6A6"/>
                </a:solidFill>
                <a:latin typeface="Arial"/>
                <a:ea typeface="Arial"/>
                <a:cs typeface="Arial"/>
              </a:defRPr>
            </a:pPr>
            <a:r>
              <a:rPr sz="1500" b="1">
                <a:solidFill>
                  <a:srgbClr val="00A6A6"/>
                </a:solidFill>
                <a:latin typeface="Arial"/>
                <a:ea typeface="Arial"/>
                <a:cs typeface="Arial"/>
              </a:rPr>
              <a:t>Comparative evaluation</a:t>
            </a:r>
          </a:p>
        </p:txBody>
      </p:sp>
      <p:sp>
        <p:nvSpPr>
          <p:cNvPr id="253" name="research-design-stage-3-rule">
            <a:extLst xmlns:a="http://schemas.openxmlformats.org/drawingml/2006/main">
              <a:ext uri="{FF2B5EF4-FFF2-40B4-BE49-F238E27FC236}">
                <a16:creationId xmlns:a16="http://schemas.microsoft.com/office/drawing/2014/main" id="{87B7C24C-C2B3-4BDB-A578-9D322E936A58}"/>
              </a:ext>
            </a:extLst>
          </p:cNvPr>
          <p:cNvSpPr>
            <a:spLocks xmlns:a="http://schemas.openxmlformats.org/drawingml/2006/main" noGrp="1"/>
          </p:cNvSpPr>
          <p:nvPr/>
        </p:nvSpPr>
        <p:spPr>
          <a:xfrm xmlns:a="http://schemas.openxmlformats.org/drawingml/2006/main">
            <a:off x="6515100" y="2895600"/>
            <a:ext cx="1828800" cy="21908"/>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54" name="research-design-stage-3-body">
            <a:extLst xmlns:a="http://schemas.openxmlformats.org/drawingml/2006/main">
              <a:ext uri="{FF2B5EF4-FFF2-40B4-BE49-F238E27FC236}">
                <a16:creationId xmlns:a16="http://schemas.microsoft.com/office/drawing/2014/main" id="{E58C1B66-9ED2-4661-9993-C33C08D1403D}"/>
              </a:ext>
            </a:extLst>
          </p:cNvPr>
          <p:cNvSpPr>
            <a:spLocks xmlns:a="http://schemas.openxmlformats.org/drawingml/2006/main" noGrp="1"/>
          </p:cNvSpPr>
          <p:nvPr/>
        </p:nvSpPr>
        <p:spPr>
          <a:xfrm xmlns:a="http://schemas.openxmlformats.org/drawingml/2006/main">
            <a:off x="6229350" y="3009900"/>
            <a:ext cx="2400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CAABC-FL and four baselines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Benign and registered attacks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Utility, privacy, robustness and system cost</a:t>
            </a:r>
          </a:p>
        </p:txBody>
      </p:sp>
      <p:sp>
        <p:nvSpPr>
          <p:cNvPr id="255" name="research-design-stage-4-node">
            <a:extLst xmlns:a="http://schemas.openxmlformats.org/drawingml/2006/main">
              <a:ext uri="{FF2B5EF4-FFF2-40B4-BE49-F238E27FC236}">
                <a16:creationId xmlns:a16="http://schemas.microsoft.com/office/drawing/2014/main" id="{5079A6EE-DA69-4E45-AECD-DD8B3C61A8F0}"/>
              </a:ext>
            </a:extLst>
          </p:cNvPr>
          <p:cNvSpPr>
            <a:spLocks xmlns:a="http://schemas.openxmlformats.org/drawingml/2006/main" noGrp="1"/>
          </p:cNvSpPr>
          <p:nvPr/>
        </p:nvSpPr>
        <p:spPr>
          <a:xfrm xmlns:a="http://schemas.openxmlformats.org/drawingml/2006/main">
            <a:off x="10010775" y="1790700"/>
            <a:ext cx="552450" cy="552450"/>
          </a:xfrm>
          <a:prstGeom xmlns:a="http://schemas.openxmlformats.org/drawingml/2006/main" prst="ellipse">
            <a:avLst/>
          </a:prstGeom>
          <a:solidFill xmlns:a="http://schemas.openxmlformats.org/drawingml/2006/main">
            <a:srgbClr val="062B6F"/>
          </a:solidFill>
          <a:ln xmlns:a="http://schemas.openxmlformats.org/drawingml/2006/main" w="19050">
            <a:solidFill>
              <a:srgbClr val="FFFFFF"/>
            </a:solidFill>
          </a:ln>
        </p:spPr>
      </p:sp>
      <p:sp>
        <p:nvSpPr>
          <p:cNvPr id="256" name="research-design-stage-4-number">
            <a:extLst xmlns:a="http://schemas.openxmlformats.org/drawingml/2006/main">
              <a:ext uri="{FF2B5EF4-FFF2-40B4-BE49-F238E27FC236}">
                <a16:creationId xmlns:a16="http://schemas.microsoft.com/office/drawing/2014/main" id="{A486FD61-DDCC-41DF-BDC7-2720BEFFDE66}"/>
              </a:ext>
            </a:extLst>
          </p:cNvPr>
          <p:cNvSpPr>
            <a:spLocks xmlns:a="http://schemas.openxmlformats.org/drawingml/2006/main" noGrp="1"/>
          </p:cNvSpPr>
          <p:nvPr/>
        </p:nvSpPr>
        <p:spPr>
          <a:xfrm xmlns:a="http://schemas.openxmlformats.org/drawingml/2006/main">
            <a:off x="10010775" y="1790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257" name="research-design-stage-4-title">
            <a:extLst xmlns:a="http://schemas.openxmlformats.org/drawingml/2006/main">
              <a:ext uri="{FF2B5EF4-FFF2-40B4-BE49-F238E27FC236}">
                <a16:creationId xmlns:a16="http://schemas.microsoft.com/office/drawing/2014/main" id="{3AD179C0-00E6-4F21-AF95-C759AFAB50A5}"/>
              </a:ext>
            </a:extLst>
          </p:cNvPr>
          <p:cNvSpPr>
            <a:spLocks xmlns:a="http://schemas.openxmlformats.org/drawingml/2006/main" noGrp="1"/>
          </p:cNvSpPr>
          <p:nvPr/>
        </p:nvSpPr>
        <p:spPr>
          <a:xfrm xmlns:a="http://schemas.openxmlformats.org/drawingml/2006/main">
            <a:off x="9096375" y="24955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62B6F"/>
                </a:solidFill>
                <a:latin typeface="Arial"/>
                <a:ea typeface="Arial"/>
                <a:cs typeface="Arial"/>
              </a:defRPr>
            </a:pPr>
            <a:r>
              <a:rPr sz="1500" b="1">
                <a:solidFill>
                  <a:srgbClr val="062B6F"/>
                </a:solidFill>
                <a:latin typeface="Arial"/>
                <a:ea typeface="Arial"/>
                <a:cs typeface="Arial"/>
              </a:rPr>
              <a:t>Statistical inference</a:t>
            </a:r>
          </a:p>
        </p:txBody>
      </p:sp>
      <p:sp>
        <p:nvSpPr>
          <p:cNvPr id="258" name="research-design-stage-4-rule">
            <a:extLst xmlns:a="http://schemas.openxmlformats.org/drawingml/2006/main">
              <a:ext uri="{FF2B5EF4-FFF2-40B4-BE49-F238E27FC236}">
                <a16:creationId xmlns:a16="http://schemas.microsoft.com/office/drawing/2014/main" id="{7CF08CD7-5F7C-46C1-A420-62E0BABEF932}"/>
              </a:ext>
            </a:extLst>
          </p:cNvPr>
          <p:cNvSpPr>
            <a:spLocks xmlns:a="http://schemas.openxmlformats.org/drawingml/2006/main" noGrp="1"/>
          </p:cNvSpPr>
          <p:nvPr/>
        </p:nvSpPr>
        <p:spPr>
          <a:xfrm xmlns:a="http://schemas.openxmlformats.org/drawingml/2006/main">
            <a:off x="9372600" y="2895600"/>
            <a:ext cx="18288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59" name="research-design-stage-4-body">
            <a:extLst xmlns:a="http://schemas.openxmlformats.org/drawingml/2006/main">
              <a:ext uri="{FF2B5EF4-FFF2-40B4-BE49-F238E27FC236}">
                <a16:creationId xmlns:a16="http://schemas.microsoft.com/office/drawing/2014/main" id="{90F82ADF-C41D-4BB0-97B7-563661F22CAC}"/>
              </a:ext>
            </a:extLst>
          </p:cNvPr>
          <p:cNvSpPr>
            <a:spLocks xmlns:a="http://schemas.openxmlformats.org/drawingml/2006/main" noGrp="1"/>
          </p:cNvSpPr>
          <p:nvPr/>
        </p:nvSpPr>
        <p:spPr>
          <a:xfrm xmlns:a="http://schemas.openxmlformats.org/drawingml/2006/main">
            <a:off x="9086850" y="3009900"/>
            <a:ext cx="2400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34"/>
          </a:bodyPr>
          <a:lstStyle xmlns:a="http://schemas.openxmlformats.org/drawingml/2006/main"/>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Paired confidence intervals and tests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Multiplicity-aware interpretation</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Claims bounded to the evaluated protocol</a:t>
            </a:r>
          </a:p>
        </p:txBody>
      </p:sp>
      <p:sp>
        <p:nvSpPr>
          <p:cNvPr id="260" name="research-design-control-band">
            <a:extLst xmlns:a="http://schemas.openxmlformats.org/drawingml/2006/main">
              <a:ext uri="{FF2B5EF4-FFF2-40B4-BE49-F238E27FC236}">
                <a16:creationId xmlns:a16="http://schemas.microsoft.com/office/drawing/2014/main" id="{106F9495-5155-40FF-A5A2-60F0471237B9}"/>
              </a:ext>
            </a:extLst>
          </p:cNvPr>
          <p:cNvSpPr>
            <a:spLocks xmlns:a="http://schemas.openxmlformats.org/drawingml/2006/main" noGrp="1"/>
          </p:cNvSpPr>
          <p:nvPr/>
        </p:nvSpPr>
        <p:spPr>
          <a:xfrm xmlns:a="http://schemas.openxmlformats.org/drawingml/2006/main">
            <a:off x="1095375" y="4476750"/>
            <a:ext cx="10001250" cy="1000125"/>
          </a:xfrm>
          <a:prstGeom xmlns:a="http://schemas.openxmlformats.org/drawingml/2006/main" prst="roundRect">
            <a:avLst>
              <a:gd name="adj" fmla="val 7619"/>
            </a:avLst>
          </a:prstGeom>
          <a:solidFill xmlns:a="http://schemas.openxmlformats.org/drawingml/2006/main">
            <a:srgbClr val="F2F8FB"/>
          </a:solidFill>
          <a:ln xmlns:a="http://schemas.openxmlformats.org/drawingml/2006/main" w="11430">
            <a:solidFill>
              <a:srgbClr val="A8C8D8"/>
            </a:solidFill>
          </a:ln>
        </p:spPr>
      </p:sp>
      <p:sp>
        <p:nvSpPr>
          <p:cNvPr id="261" name="research-design-control-label">
            <a:extLst xmlns:a="http://schemas.openxmlformats.org/drawingml/2006/main">
              <a:ext uri="{FF2B5EF4-FFF2-40B4-BE49-F238E27FC236}">
                <a16:creationId xmlns:a16="http://schemas.microsoft.com/office/drawing/2014/main" id="{BDE4DB44-ABE4-4187-B301-39EBD7DCCB7E}"/>
              </a:ext>
            </a:extLst>
          </p:cNvPr>
          <p:cNvSpPr>
            <a:spLocks xmlns:a="http://schemas.openxmlformats.org/drawingml/2006/main" noGrp="1"/>
          </p:cNvSpPr>
          <p:nvPr/>
        </p:nvSpPr>
        <p:spPr>
          <a:xfrm xmlns:a="http://schemas.openxmlformats.org/drawingml/2006/main">
            <a:off x="1381125" y="45720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88" b="1">
                <a:solidFill>
                  <a:srgbClr val="008A46"/>
                </a:solidFill>
                <a:latin typeface="Arial"/>
                <a:ea typeface="Arial"/>
                <a:cs typeface="Arial"/>
              </a:defRPr>
            </a:pPr>
            <a:r>
              <a:rPr sz="1088" b="1">
                <a:solidFill>
                  <a:srgbClr val="008A46"/>
                </a:solidFill>
                <a:latin typeface="Arial"/>
                <a:ea typeface="Arial"/>
                <a:cs typeface="Arial"/>
              </a:rPr>
              <a:t>CONTROL PRINCIPLE</a:t>
            </a:r>
          </a:p>
        </p:txBody>
      </p:sp>
      <p:sp>
        <p:nvSpPr>
          <p:cNvPr id="262" name="research-design-control-text">
            <a:extLst xmlns:a="http://schemas.openxmlformats.org/drawingml/2006/main">
              <a:ext uri="{FF2B5EF4-FFF2-40B4-BE49-F238E27FC236}">
                <a16:creationId xmlns:a16="http://schemas.microsoft.com/office/drawing/2014/main" id="{6689DDA5-3137-42F1-A5E0-073615EEBC1D}"/>
              </a:ext>
            </a:extLst>
          </p:cNvPr>
          <p:cNvSpPr>
            <a:spLocks xmlns:a="http://schemas.openxmlformats.org/drawingml/2006/main" noGrp="1"/>
          </p:cNvSpPr>
          <p:nvPr/>
        </p:nvSpPr>
        <p:spPr>
          <a:xfrm xmlns:a="http://schemas.openxmlformats.org/drawingml/2006/main">
            <a:off x="1381125" y="4876800"/>
            <a:ext cx="942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59"/>
          </a:bodyPr>
          <a:lstStyle xmlns:a="http://schemas.openxmlformats.org/drawingml/2006/main"/>
          <a:p xmlns:a="http://schemas.openxmlformats.org/drawingml/2006/main">
            <a:pPr algn="l">
              <a:defRPr sz="1350">
                <a:solidFill>
                  <a:srgbClr val="062B6F"/>
                </a:solidFill>
                <a:latin typeface="Arial"/>
                <a:ea typeface="Arial"/>
                <a:cs typeface="Arial"/>
              </a:defRPr>
            </a:pPr>
            <a:r>
              <a:rPr sz="1350">
                <a:solidFill>
                  <a:srgbClr val="062B6F"/>
                </a:solidFill>
                <a:latin typeface="Arial"/>
                <a:ea typeface="Arial"/>
                <a:cs typeface="Arial"/>
              </a:rPr>
              <a:t>Only the learning and aggregation method changes. The dataset, hospital split, MLP, privacy budget, CKKS parameters and round budget remain fixed.</a:t>
            </a:r>
          </a:p>
        </p:txBody>
      </p:sp>
    </p:spTree>
    <p:extLst>
      <p:ext uri="{BB962C8B-B14F-4D97-AF65-F5344CB8AC3E}">
        <p14:creationId xmlns:p14="http://schemas.microsoft.com/office/powerpoint/2010/main" val="22517489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23</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9cd9f5d33ab4ea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e0de217f24d0425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441981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24</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9c7cebb65e94d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32e71040cf1f4af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25</a:t>
            </a:r>
            <a:endParaRPr sz="2800"/>
          </a:p>
        </p:txBody>
      </p:sp>
      <p:pic>
        <p:nvPicPr>
          <p:cNvPr id="24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8f6f26bb46440d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4" name="Table 262"/>
          <p:cNvGraphicFramePr/>
          <p:nvPr/>
        </p:nvGraphicFramePr>
        <p:xfrm>
          <a:off xmlns:a="http://schemas.openxmlformats.org/drawingml/2006/main" x="952500" y="1524000"/>
          <a:ext xmlns:a="http://schemas.openxmlformats.org/drawingml/2006/main" cx="10287000" cy="4095749"/>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a:t>
                      </a:r>
                      <a:r>
                        <a:rPr sz="1185">
                          <a:solidFill>
                            <a:srgbClr val="263244"/>
                          </a:solidFill>
                          <a:latin typeface="Arial"/>
                          <a:ea typeface="Arial"/>
                          <a:cs typeface="Arial"/>
                        </a:rPr>
                        <a:t>CinC</a:t>
                      </a:r>
                      <a:r>
                        <a:rPr sz="1185">
                          <a:solidFill>
                            <a:srgbClr val="263244"/>
                          </a:solidFill>
                          <a:latin typeface="Arial"/>
                          <a:ea typeface="Arial"/>
                          <a:cs typeface="Arial"/>
                        </a:rPr>
                        <a:t> 2019 sepsis cohort: 40,336 patients from 2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a:t>
                      </a:r>
                      <a:r>
                        <a:rPr sz="1185">
                          <a:solidFill>
                            <a:srgbClr val="263244"/>
                          </a:solidFill>
                          <a:latin typeface="Arial"/>
                          <a:ea typeface="Arial"/>
                          <a:cs typeface="Arial"/>
                        </a:rPr>
                        <a:t>TenSEAL</a:t>
                      </a:r>
                      <a:r>
                        <a:rPr sz="1185">
                          <a:solidFill>
                            <a:srgbClr val="263244"/>
                          </a:solidFill>
                          <a:latin typeface="Arial"/>
                          <a:ea typeface="Arial"/>
                          <a:cs typeface="Arial"/>
                        </a:rPr>
                        <a:t>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a:t>
                      </a:r>
                      <a:r>
                        <a:rPr sz="1185">
                          <a:solidFill>
                            <a:srgbClr val="263244"/>
                          </a:solidFill>
                          <a:latin typeface="Arial"/>
                          <a:ea typeface="Arial"/>
                          <a:cs typeface="Arial"/>
                        </a:rPr>
                        <a:t>2</a:t>
                      </a:r>
                      <a:r>
                        <a:rPr sz="1185">
                          <a:solidFill>
                            <a:srgbClr val="263244"/>
                          </a:solidFill>
                          <a:latin typeface="Arial"/>
                          <a:ea typeface="Arial"/>
                          <a:cs typeface="Arial"/>
                        </a:rPr>
                        <a:t> encrypted update chunks, support refresh every 5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 and RMIA with 8 reference models per seed; 300-step gradient reconstruction; 20 virtual clients, 7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10 paired seeds for the core protected comparison and 5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6" name="Picture 265"/>
          <p:cNvPicPr>
            <a:picLocks xmlns:a="http://schemas.openxmlformats.org/drawingml/2006/main" noChangeAspect="1"/>
          </p:cNvPicPr>
          <p:nvPr/>
        </p:nvPicPr>
        <p:blipFill>
          <a:blip xmlns:r="http://schemas.openxmlformats.org/officeDocument/2006/relationships" xmlns:a="http://schemas.openxmlformats.org/drawingml/2006/main" r:embed="R48f6f26bb46440d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267" name="Picture 1"/>
          <p:cNvPicPr>
            <a:picLocks xmlns:a="http://schemas.openxmlformats.org/drawingml/2006/main" noChangeAspect="1"/>
          </p:cNvPicPr>
          <p:nvPr/>
        </p:nvPicPr>
        <p:blipFill>
          <a:blip xmlns:r="http://schemas.openxmlformats.org/officeDocument/2006/relationships" xmlns:a="http://schemas.openxmlformats.org/drawingml/2006/main" r:embed="Rd4f0beec4667418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26</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5b754361265461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9" name="Picture 1"/>
          <p:cNvPicPr>
            <a:picLocks xmlns:a="http://schemas.openxmlformats.org/drawingml/2006/main" noChangeAspect="1"/>
          </p:cNvPicPr>
          <p:nvPr/>
        </p:nvPicPr>
        <p:blipFill>
          <a:blip xmlns:r="http://schemas.openxmlformats.org/officeDocument/2006/relationships" xmlns:a="http://schemas.openxmlformats.org/drawingml/2006/main" r:embed="Rd97cce34495a47e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724"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7e33174e62ee4f1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25"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c5a66f4b22ac480d">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727"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8f61e4a45ee24d37">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72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27</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32" name="Picture 3"/>
          <p:cNvPicPr>
            <a:picLocks xmlns:a="http://schemas.openxmlformats.org/drawingml/2006/main" noChangeAspect="1"/>
          </p:cNvPicPr>
          <p:nvPr/>
        </p:nvPicPr>
        <p:blipFill>
          <a:blip xmlns:r="http://schemas.openxmlformats.org/officeDocument/2006/relationships" xmlns:a="http://schemas.openxmlformats.org/drawingml/2006/main" r:embed="Rcd69b9e1ecfa428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5118547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28</a:t>
            </a:r>
            <a:endParaRPr sz="2800"/>
          </a:p>
        </p:txBody>
      </p:sp>
      <p:pic>
        <p:nvPicPr>
          <p:cNvPr id="2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1d9a7e928d74e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5716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700" b="1" i="0">
                <a:solidFill>
                  <a:srgbClr val="123968"/>
                </a:solidFill>
                <a:latin typeface="Arial"/>
                <a:ea typeface="Arial"/>
                <a:cs typeface="Arial"/>
              </a:defRPr>
            </a:pPr>
            <a:r>
              <a:rPr sz="2700" b="1" i="0">
                <a:solidFill>
                  <a:srgbClr val="123968"/>
                </a:solidFill>
                <a:latin typeface="Arial"/>
                <a:ea typeface="Arial"/>
                <a:cs typeface="Arial"/>
              </a:rPr>
              <a:t>0.5035</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143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13" b="1" i="0">
                <a:solidFill>
                  <a:srgbClr val="123968"/>
                </a:solidFill>
                <a:latin typeface="Arial"/>
                <a:ea typeface="Arial"/>
                <a:cs typeface="Arial"/>
              </a:defRPr>
            </a:pPr>
            <a:r>
              <a:rPr sz="1313" b="1" i="0">
                <a:solidFill>
                  <a:srgbClr val="123968"/>
                </a:solidFill>
                <a:latin typeface="Arial"/>
                <a:ea typeface="Arial"/>
                <a:cs typeface="Arial"/>
              </a:rPr>
              <a:t>Membership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a:t>
            </a:r>
            <a:r>
              <a:rPr sz="1725">
                <a:solidFill>
                  <a:srgbClr val="1F2937"/>
                </a:solidFill>
                <a:latin typeface="Arial"/>
                <a:ea typeface="Arial"/>
                <a:cs typeface="Arial"/>
              </a:rPr>
              <a:t>FedAvg</a:t>
            </a:r>
            <a:r>
              <a:rPr sz="1725">
                <a:solidFill>
                  <a:srgbClr val="1F2937"/>
                </a:solidFill>
                <a:latin typeface="Arial"/>
                <a:ea typeface="Arial"/>
                <a:cs typeface="Arial"/>
              </a:rPr>
              <a:t>-CKKS.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a:t>
            </a:r>
            <a:r>
              <a:rPr sz="1725">
                <a:solidFill>
                  <a:srgbClr val="1F2937"/>
                </a:solidFill>
                <a:latin typeface="Arial"/>
                <a:ea typeface="Arial"/>
                <a:cs typeface="Arial"/>
              </a:rPr>
              <a:t>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ivacy-metric-divider">
            <a:extLst xmlns:a="http://schemas.openxmlformats.org/drawingml/2006/main">
              <a:ext uri="{FF2B5EF4-FFF2-40B4-BE49-F238E27FC236}">
                <a16:creationId xmlns:a16="http://schemas.microsoft.com/office/drawing/2014/main" id="{8D45347A-18C2-40B8-A635-ABD90C51BFF1}"/>
              </a:ext>
            </a:extLst>
          </p:cNvPr>
          <p:cNvSpPr>
            <a:spLocks xmlns:a="http://schemas.openxmlformats.org/drawingml/2006/main" noGrp="1"/>
          </p:cNvSpPr>
          <p:nvPr/>
        </p:nvSpPr>
        <p:spPr>
          <a:xfrm xmlns:a="http://schemas.openxmlformats.org/drawingml/2006/main">
            <a:off x="9601200" y="2590800"/>
            <a:ext cx="1752600" cy="13335"/>
          </a:xfrm>
          <a:prstGeom xmlns:a="http://schemas.openxmlformats.org/drawingml/2006/main" prst="rect">
            <a:avLst/>
          </a:prstGeom>
          <a:solidFill xmlns:a="http://schemas.openxmlformats.org/drawingml/2006/main">
            <a:srgbClr val="B6C4D2"/>
          </a:solidFill>
          <a:ln xmlns:a="http://schemas.openxmlformats.org/drawingml/2006/main" w="0">
            <a:noFill/>
          </a:ln>
        </p:spPr>
      </p:sp>
      <p:sp>
        <p:nvSpPr>
          <p:cNvPr id="238" name="gradient-reconstruction-rmse-value">
            <a:extLst xmlns:a="http://schemas.openxmlformats.org/drawingml/2006/main">
              <a:ext uri="{FF2B5EF4-FFF2-40B4-BE49-F238E27FC236}">
                <a16:creationId xmlns:a16="http://schemas.microsoft.com/office/drawing/2014/main" id="{3DBC6A48-C221-47F5-8EE7-6E909DD7209F}"/>
              </a:ext>
            </a:extLst>
          </p:cNvPr>
          <p:cNvSpPr>
            <a:spLocks xmlns:a="http://schemas.openxmlformats.org/drawingml/2006/main" noGrp="1"/>
          </p:cNvSpPr>
          <p:nvPr/>
        </p:nvSpPr>
        <p:spPr>
          <a:xfrm xmlns:a="http://schemas.openxmlformats.org/drawingml/2006/main">
            <a:off x="9191625" y="26574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100" b="1">
                <a:solidFill>
                  <a:srgbClr val="008A46"/>
                </a:solidFill>
                <a:latin typeface="Arial"/>
                <a:ea typeface="Arial"/>
                <a:cs typeface="Arial"/>
              </a:defRPr>
            </a:pPr>
            <a:r>
              <a:rPr sz="2100" b="1">
                <a:solidFill>
                  <a:srgbClr val="008A46"/>
                </a:solidFill>
                <a:latin typeface="Arial"/>
                <a:ea typeface="Arial"/>
                <a:cs typeface="Arial"/>
              </a:rPr>
              <a:t>0.684 to 2.763</a:t>
            </a:r>
          </a:p>
        </p:txBody>
      </p:sp>
      <p:sp>
        <p:nvSpPr>
          <p:cNvPr id="239" name="gradient-reconstruction-rmse-label">
            <a:extLst xmlns:a="http://schemas.openxmlformats.org/drawingml/2006/main">
              <a:ext uri="{FF2B5EF4-FFF2-40B4-BE49-F238E27FC236}">
                <a16:creationId xmlns:a16="http://schemas.microsoft.com/office/drawing/2014/main" id="{5D1EB6B7-4BAC-42FA-B817-5A5C3FA401C6}"/>
              </a:ext>
            </a:extLst>
          </p:cNvPr>
          <p:cNvSpPr>
            <a:spLocks xmlns:a="http://schemas.openxmlformats.org/drawingml/2006/main" noGrp="1"/>
          </p:cNvSpPr>
          <p:nvPr/>
        </p:nvSpPr>
        <p:spPr>
          <a:xfrm xmlns:a="http://schemas.openxmlformats.org/drawingml/2006/main">
            <a:off x="9191625" y="30861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76"/>
          </a:bodyPr>
          <a:lstStyle xmlns:a="http://schemas.openxmlformats.org/drawingml/2006/main"/>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Reconstruction RMSE (300 steps)</a:t>
            </a:r>
          </a:p>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Higher means less accurate recovery</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8e5e32fc59b74f3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862405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29</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a50318636de44b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8"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a:t>
                      </a:r>
                      <a:r>
                        <a:rPr sz="1238">
                          <a:solidFill>
                            <a:srgbClr val="1F2937"/>
                          </a:solidFill>
                          <a:latin typeface="Arial"/>
                          <a:ea typeface="Arial"/>
                          <a:cs typeface="Arial"/>
                        </a:rPr>
                        <a:t>FedAvg</a:t>
                      </a:r>
                      <a:r>
                        <a:rPr sz="1238">
                          <a:solidFill>
                            <a:srgbClr val="1F2937"/>
                          </a:solidFill>
                          <a:latin typeface="Arial"/>
                          <a:ea typeface="Arial"/>
                          <a:cs typeface="Arial"/>
                        </a:rPr>
                        <a:t>-CKKS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b="1">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9"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040f1f2c1f6e4c7a"/>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b0cd4d5890b1461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178292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30</a:t>
            </a:r>
            <a:endParaRPr sz="2800"/>
          </a:p>
        </p:txBody>
      </p:sp>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6f3a1346e8f463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8" name="Picture 239"/>
          <p:cNvPicPr>
            <a:picLocks xmlns:a="http://schemas.openxmlformats.org/drawingml/2006/main" noChangeAspect="1"/>
          </p:cNvPicPr>
          <p:nvPr/>
        </p:nvPicPr>
        <p:blipFill>
          <a:blip xmlns:r="http://schemas.openxmlformats.org/officeDocument/2006/relationships" xmlns:a="http://schemas.openxmlformats.org/drawingml/2006/main" r:embed="Rb476bff977634cdf"/>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9" name="Picture 240"/>
          <p:cNvPicPr>
            <a:picLocks xmlns:a="http://schemas.openxmlformats.org/drawingml/2006/main" noChangeAspect="1"/>
          </p:cNvPicPr>
          <p:nvPr/>
        </p:nvPicPr>
        <p:blipFill>
          <a:blip xmlns:r="http://schemas.openxmlformats.org/officeDocument/2006/relationships" xmlns:a="http://schemas.openxmlformats.org/drawingml/2006/main" r:embed="R8dec5c69082f4187"/>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4" name="Picture 1"/>
          <p:cNvPicPr>
            <a:picLocks xmlns:a="http://schemas.openxmlformats.org/drawingml/2006/main" noChangeAspect="1"/>
          </p:cNvPicPr>
          <p:nvPr/>
        </p:nvPicPr>
        <p:blipFill>
          <a:blip xmlns:r="http://schemas.openxmlformats.org/officeDocument/2006/relationships" xmlns:a="http://schemas.openxmlformats.org/drawingml/2006/main" r:embed="R19fcbbcf569c458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3640598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74"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d056d6a88cc047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75"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ccca10e0967a448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77"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648acf01dc7a494a">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7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31</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82" name="Picture 1"/>
          <p:cNvPicPr>
            <a:picLocks xmlns:a="http://schemas.openxmlformats.org/drawingml/2006/main" noChangeAspect="1"/>
          </p:cNvPicPr>
          <p:nvPr/>
        </p:nvPicPr>
        <p:blipFill>
          <a:blip xmlns:r="http://schemas.openxmlformats.org/officeDocument/2006/relationships" xmlns:a="http://schemas.openxmlformats.org/drawingml/2006/main" r:embed="R9487a01ceb044cd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67585801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32</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aba909610f9424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a311455f4a484ed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09313251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33</a:t>
            </a:r>
            <a:endParaRPr sz="2800"/>
          </a:p>
        </p:txBody>
      </p:sp>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45a6ebbe1a94fb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5</a:t>
            </a:r>
            <a:r>
              <a:rPr sz="1688" b="0" i="0">
                <a:solidFill>
                  <a:srgbClr val="1F2937"/>
                </a:solidFill>
                <a:latin typeface="Arial"/>
                <a:ea typeface="Arial"/>
                <a:cs typeface="Arial"/>
              </a:rPr>
              <a:t> paired seeds cover utility, </a:t>
            </a:r>
            <a:r>
              <a:rPr sz="1688" b="0" i="0">
                <a:solidFill>
                  <a:srgbClr val="1F2937"/>
                </a:solidFill>
                <a:latin typeface="Arial"/>
                <a:ea typeface="Arial"/>
                <a:cs typeface="Arial"/>
              </a:rPr>
              <a:t>LiRA</a:t>
            </a:r>
            <a:r>
              <a:rPr sz="1688" b="0" i="0">
                <a:solidFill>
                  <a:srgbClr val="1F2937"/>
                </a:solidFill>
                <a:latin typeface="Arial"/>
                <a:ea typeface="Arial"/>
                <a:cs typeface="Arial"/>
              </a:rPr>
              <a:t>/RMIA, 300-step reconstruction, </a:t>
            </a:r>
            <a:r>
              <a:rPr sz="1688" b="0" i="0">
                <a:solidFill>
                  <a:srgbClr val="1F2937"/>
                </a:solidFill>
                <a:latin typeface="Arial"/>
                <a:ea typeface="Arial"/>
                <a:cs typeface="Arial"/>
              </a:rPr>
              <a:t>7</a:t>
            </a:r>
            <a:r>
              <a:rPr sz="1688" b="0" i="0">
                <a:solidFill>
                  <a:srgbClr val="1F2937"/>
                </a:solidFill>
                <a:latin typeface="Arial"/>
                <a:ea typeface="Arial"/>
                <a:cs typeface="Arial"/>
              </a:rPr>
              <a:t>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82" name="Picture 1"/>
          <p:cNvPicPr>
            <a:picLocks xmlns:a="http://schemas.openxmlformats.org/drawingml/2006/main" noChangeAspect="1"/>
          </p:cNvPicPr>
          <p:nvPr/>
        </p:nvPicPr>
        <p:blipFill>
          <a:blip xmlns:r="http://schemas.openxmlformats.org/officeDocument/2006/relationships" xmlns:a="http://schemas.openxmlformats.org/drawingml/2006/main" r:embed="Rf7c8b578da324ce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237" name="research-contributions-replacement-cover">
            <a:extLst xmlns:a="http://schemas.openxmlformats.org/drawingml/2006/main">
              <a:ext uri="{FF2B5EF4-FFF2-40B4-BE49-F238E27FC236}">
                <a16:creationId xmlns:a16="http://schemas.microsoft.com/office/drawing/2014/main" id="{9A57B5B5-828D-415E-931D-9AF8B3CCC929}"/>
              </a:ext>
            </a:extLst>
          </p:cNvPr>
          <p:cNvSpPr>
            <a:spLocks xmlns:a="http://schemas.openxmlformats.org/drawingml/2006/main" noGrp="1"/>
          </p:cNvSpPr>
          <p:nvPr/>
        </p:nvSpPr>
        <p:spPr>
          <a:xfrm xmlns:a="http://schemas.openxmlformats.org/drawingml/2006/main">
            <a:off x="523875" y="1143000"/>
            <a:ext cx="1114425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contribution-01-number">
            <a:extLst xmlns:a="http://schemas.openxmlformats.org/drawingml/2006/main">
              <a:ext uri="{FF2B5EF4-FFF2-40B4-BE49-F238E27FC236}">
                <a16:creationId xmlns:a16="http://schemas.microsoft.com/office/drawing/2014/main" id="{5F5CF7F2-524F-4945-8ECB-D50D3E38A26A}"/>
              </a:ext>
            </a:extLst>
          </p:cNvPr>
          <p:cNvSpPr>
            <a:spLocks xmlns:a="http://schemas.openxmlformats.org/drawingml/2006/main" noGrp="1"/>
          </p:cNvSpPr>
          <p:nvPr/>
        </p:nvSpPr>
        <p:spPr>
          <a:xfrm xmlns:a="http://schemas.openxmlformats.org/drawingml/2006/main">
            <a:off x="809625"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01</a:t>
            </a:r>
          </a:p>
        </p:txBody>
      </p:sp>
      <p:sp>
        <p:nvSpPr>
          <p:cNvPr id="239" name="contribution-01-title">
            <a:extLst xmlns:a="http://schemas.openxmlformats.org/drawingml/2006/main">
              <a:ext uri="{FF2B5EF4-FFF2-40B4-BE49-F238E27FC236}">
                <a16:creationId xmlns:a16="http://schemas.microsoft.com/office/drawing/2014/main" id="{2CD4A583-2061-4726-9474-EC29709B364B}"/>
              </a:ext>
            </a:extLst>
          </p:cNvPr>
          <p:cNvSpPr>
            <a:spLocks xmlns:a="http://schemas.openxmlformats.org/drawingml/2006/main" noGrp="1"/>
          </p:cNvSpPr>
          <p:nvPr/>
        </p:nvSpPr>
        <p:spPr>
          <a:xfrm xmlns:a="http://schemas.openxmlformats.org/drawingml/2006/main">
            <a:off x="1266825"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Theoretical contribution</a:t>
            </a:r>
          </a:p>
        </p:txBody>
      </p:sp>
      <p:sp>
        <p:nvSpPr>
          <p:cNvPr id="240" name="contribution-01-rule">
            <a:extLst xmlns:a="http://schemas.openxmlformats.org/drawingml/2006/main">
              <a:ext uri="{FF2B5EF4-FFF2-40B4-BE49-F238E27FC236}">
                <a16:creationId xmlns:a16="http://schemas.microsoft.com/office/drawing/2014/main" id="{58838FDE-FB26-4EBA-8187-1CD976B0FA31}"/>
              </a:ext>
            </a:extLst>
          </p:cNvPr>
          <p:cNvSpPr>
            <a:spLocks xmlns:a="http://schemas.openxmlformats.org/drawingml/2006/main" noGrp="1"/>
          </p:cNvSpPr>
          <p:nvPr/>
        </p:nvSpPr>
        <p:spPr>
          <a:xfrm xmlns:a="http://schemas.openxmlformats.org/drawingml/2006/main">
            <a:off x="809625" y="16954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1" name="contribution-01-body">
            <a:extLst xmlns:a="http://schemas.openxmlformats.org/drawingml/2006/main">
              <a:ext uri="{FF2B5EF4-FFF2-40B4-BE49-F238E27FC236}">
                <a16:creationId xmlns:a16="http://schemas.microsoft.com/office/drawing/2014/main" id="{3D2A8EDE-76F1-4789-A94E-8BBABAC5AB73}"/>
              </a:ext>
            </a:extLst>
          </p:cNvPr>
          <p:cNvSpPr>
            <a:spLocks xmlns:a="http://schemas.openxmlformats.org/drawingml/2006/main" noGrp="1"/>
          </p:cNvSpPr>
          <p:nvPr/>
        </p:nvSpPr>
        <p:spPr>
          <a:xfrm xmlns:a="http://schemas.openxmlformats.org/drawingml/2006/main">
            <a:off x="809625" y="17907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Defines collaboration through four interacting properties: released-model privacy, update confidentiality, encrypted communication efficiency, and accountable integrity.</a:t>
            </a:r>
          </a:p>
        </p:txBody>
      </p:sp>
      <p:sp>
        <p:nvSpPr>
          <p:cNvPr id="242" name="contribution-02-number">
            <a:extLst xmlns:a="http://schemas.openxmlformats.org/drawingml/2006/main">
              <a:ext uri="{FF2B5EF4-FFF2-40B4-BE49-F238E27FC236}">
                <a16:creationId xmlns:a16="http://schemas.microsoft.com/office/drawing/2014/main" id="{5380FDCE-7F1A-43F9-ABBA-45C7851F9B05}"/>
              </a:ext>
            </a:extLst>
          </p:cNvPr>
          <p:cNvSpPr>
            <a:spLocks xmlns:a="http://schemas.openxmlformats.org/drawingml/2006/main" noGrp="1"/>
          </p:cNvSpPr>
          <p:nvPr/>
        </p:nvSpPr>
        <p:spPr>
          <a:xfrm xmlns:a="http://schemas.openxmlformats.org/drawingml/2006/main">
            <a:off x="809625" y="26479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02</a:t>
            </a:r>
          </a:p>
        </p:txBody>
      </p:sp>
      <p:sp>
        <p:nvSpPr>
          <p:cNvPr id="243" name="contribution-02-title">
            <a:extLst xmlns:a="http://schemas.openxmlformats.org/drawingml/2006/main">
              <a:ext uri="{FF2B5EF4-FFF2-40B4-BE49-F238E27FC236}">
                <a16:creationId xmlns:a16="http://schemas.microsoft.com/office/drawing/2014/main" id="{ED74DF65-7EF3-468E-823D-489B325D5259}"/>
              </a:ext>
            </a:extLst>
          </p:cNvPr>
          <p:cNvSpPr>
            <a:spLocks xmlns:a="http://schemas.openxmlformats.org/drawingml/2006/main" noGrp="1"/>
          </p:cNvSpPr>
          <p:nvPr/>
        </p:nvSpPr>
        <p:spPr>
          <a:xfrm xmlns:a="http://schemas.openxmlformats.org/drawingml/2006/main">
            <a:off x="1266825" y="26289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Algorithmic contribution</a:t>
            </a:r>
          </a:p>
        </p:txBody>
      </p:sp>
      <p:sp>
        <p:nvSpPr>
          <p:cNvPr id="244" name="contribution-02-rule">
            <a:extLst xmlns:a="http://schemas.openxmlformats.org/drawingml/2006/main">
              <a:ext uri="{FF2B5EF4-FFF2-40B4-BE49-F238E27FC236}">
                <a16:creationId xmlns:a16="http://schemas.microsoft.com/office/drawing/2014/main" id="{AC5869AE-DF38-4B88-AF3C-A438CBE3F96F}"/>
              </a:ext>
            </a:extLst>
          </p:cNvPr>
          <p:cNvSpPr>
            <a:spLocks xmlns:a="http://schemas.openxmlformats.org/drawingml/2006/main" noGrp="1"/>
          </p:cNvSpPr>
          <p:nvPr/>
        </p:nvSpPr>
        <p:spPr>
          <a:xfrm xmlns:a="http://schemas.openxmlformats.org/drawingml/2006/main">
            <a:off x="809625" y="29908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45" name="contribution-02-body">
            <a:extLst xmlns:a="http://schemas.openxmlformats.org/drawingml/2006/main">
              <a:ext uri="{FF2B5EF4-FFF2-40B4-BE49-F238E27FC236}">
                <a16:creationId xmlns:a16="http://schemas.microsoft.com/office/drawing/2014/main" id="{C4D0ACA6-576D-4F96-829B-C171AD654B0E}"/>
              </a:ext>
            </a:extLst>
          </p:cNvPr>
          <p:cNvSpPr>
            <a:spLocks xmlns:a="http://schemas.openxmlformats.org/drawingml/2006/main" noGrp="1"/>
          </p:cNvSpPr>
          <p:nvPr/>
        </p:nvSpPr>
        <p:spPr>
          <a:xfrm xmlns:a="http://schemas.openxmlformats.org/drawingml/2006/main">
            <a:off x="809625" y="30861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combines encrypted aggregate block scoring, shared CKKS-aligned support, periodic refresh, and residual error feedback.</a:t>
            </a:r>
          </a:p>
        </p:txBody>
      </p:sp>
      <p:sp>
        <p:nvSpPr>
          <p:cNvPr id="246" name="contribution-03-number">
            <a:extLst xmlns:a="http://schemas.openxmlformats.org/drawingml/2006/main">
              <a:ext uri="{FF2B5EF4-FFF2-40B4-BE49-F238E27FC236}">
                <a16:creationId xmlns:a16="http://schemas.microsoft.com/office/drawing/2014/main" id="{CAC6379C-C647-4A8E-9444-AB2F04A5DE89}"/>
              </a:ext>
            </a:extLst>
          </p:cNvPr>
          <p:cNvSpPr>
            <a:spLocks xmlns:a="http://schemas.openxmlformats.org/drawingml/2006/main" noGrp="1"/>
          </p:cNvSpPr>
          <p:nvPr/>
        </p:nvSpPr>
        <p:spPr>
          <a:xfrm xmlns:a="http://schemas.openxmlformats.org/drawingml/2006/main">
            <a:off x="809625" y="39433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03</a:t>
            </a:r>
          </a:p>
        </p:txBody>
      </p:sp>
      <p:sp>
        <p:nvSpPr>
          <p:cNvPr id="247" name="contribution-03-title">
            <a:extLst xmlns:a="http://schemas.openxmlformats.org/drawingml/2006/main">
              <a:ext uri="{FF2B5EF4-FFF2-40B4-BE49-F238E27FC236}">
                <a16:creationId xmlns:a16="http://schemas.microsoft.com/office/drawing/2014/main" id="{8978481B-9B79-4F01-8573-41282B125E88}"/>
              </a:ext>
            </a:extLst>
          </p:cNvPr>
          <p:cNvSpPr>
            <a:spLocks xmlns:a="http://schemas.openxmlformats.org/drawingml/2006/main" noGrp="1"/>
          </p:cNvSpPr>
          <p:nvPr/>
        </p:nvSpPr>
        <p:spPr>
          <a:xfrm xmlns:a="http://schemas.openxmlformats.org/drawingml/2006/main">
            <a:off x="1266825" y="39243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Practical contribution</a:t>
            </a:r>
          </a:p>
        </p:txBody>
      </p:sp>
      <p:sp>
        <p:nvSpPr>
          <p:cNvPr id="248" name="contribution-03-rule">
            <a:extLst xmlns:a="http://schemas.openxmlformats.org/drawingml/2006/main">
              <a:ext uri="{FF2B5EF4-FFF2-40B4-BE49-F238E27FC236}">
                <a16:creationId xmlns:a16="http://schemas.microsoft.com/office/drawing/2014/main" id="{1EDDB5BF-0EAF-4294-841C-C6C05EEA190B}"/>
              </a:ext>
            </a:extLst>
          </p:cNvPr>
          <p:cNvSpPr>
            <a:spLocks xmlns:a="http://schemas.openxmlformats.org/drawingml/2006/main" noGrp="1"/>
          </p:cNvSpPr>
          <p:nvPr/>
        </p:nvSpPr>
        <p:spPr>
          <a:xfrm xmlns:a="http://schemas.openxmlformats.org/drawingml/2006/main">
            <a:off x="809625" y="42862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9" name="contribution-03-body">
            <a:extLst xmlns:a="http://schemas.openxmlformats.org/drawingml/2006/main">
              <a:ext uri="{FF2B5EF4-FFF2-40B4-BE49-F238E27FC236}">
                <a16:creationId xmlns:a16="http://schemas.microsoft.com/office/drawing/2014/main" id="{F372E62C-C404-4A2C-AF7D-8043EBF7364E}"/>
              </a:ext>
            </a:extLst>
          </p:cNvPr>
          <p:cNvSpPr>
            <a:spLocks xmlns:a="http://schemas.openxmlformats.org/drawingml/2006/main" noGrp="1"/>
          </p:cNvSpPr>
          <p:nvPr/>
        </p:nvSpPr>
        <p:spPr>
          <a:xfrm xmlns:a="http://schemas.openxmlformats.org/drawingml/2006/main">
            <a:off x="809625" y="43815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Implements a multi-service system with signed artifacts, independent aggregate checks, governed release and inference, rollback, and three external audit witnesses.</a:t>
            </a:r>
          </a:p>
        </p:txBody>
      </p:sp>
      <p:sp>
        <p:nvSpPr>
          <p:cNvPr id="250" name="contribution-04-number">
            <a:extLst xmlns:a="http://schemas.openxmlformats.org/drawingml/2006/main">
              <a:ext uri="{FF2B5EF4-FFF2-40B4-BE49-F238E27FC236}">
                <a16:creationId xmlns:a16="http://schemas.microsoft.com/office/drawing/2014/main" id="{7D6249F4-F5BC-442B-B1E2-98436295029A}"/>
              </a:ext>
            </a:extLst>
          </p:cNvPr>
          <p:cNvSpPr>
            <a:spLocks xmlns:a="http://schemas.openxmlformats.org/drawingml/2006/main" noGrp="1"/>
          </p:cNvSpPr>
          <p:nvPr/>
        </p:nvSpPr>
        <p:spPr>
          <a:xfrm xmlns:a="http://schemas.openxmlformats.org/drawingml/2006/main">
            <a:off x="6286500"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04</a:t>
            </a:r>
          </a:p>
        </p:txBody>
      </p:sp>
      <p:sp>
        <p:nvSpPr>
          <p:cNvPr id="251" name="contribution-04-title">
            <a:extLst xmlns:a="http://schemas.openxmlformats.org/drawingml/2006/main">
              <a:ext uri="{FF2B5EF4-FFF2-40B4-BE49-F238E27FC236}">
                <a16:creationId xmlns:a16="http://schemas.microsoft.com/office/drawing/2014/main" id="{673E0CC7-F387-41B9-B486-33B0E2F3746C}"/>
              </a:ext>
            </a:extLst>
          </p:cNvPr>
          <p:cNvSpPr>
            <a:spLocks xmlns:a="http://schemas.openxmlformats.org/drawingml/2006/main" noGrp="1"/>
          </p:cNvSpPr>
          <p:nvPr/>
        </p:nvSpPr>
        <p:spPr>
          <a:xfrm xmlns:a="http://schemas.openxmlformats.org/drawingml/2006/main">
            <a:off x="6743700"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Methodological contribution</a:t>
            </a:r>
          </a:p>
        </p:txBody>
      </p:sp>
      <p:sp>
        <p:nvSpPr>
          <p:cNvPr id="252" name="contribution-04-rule">
            <a:extLst xmlns:a="http://schemas.openxmlformats.org/drawingml/2006/main">
              <a:ext uri="{FF2B5EF4-FFF2-40B4-BE49-F238E27FC236}">
                <a16:creationId xmlns:a16="http://schemas.microsoft.com/office/drawing/2014/main" id="{54821083-14A0-4BF6-95B1-A9AF103460FB}"/>
              </a:ext>
            </a:extLst>
          </p:cNvPr>
          <p:cNvSpPr>
            <a:spLocks xmlns:a="http://schemas.openxmlformats.org/drawingml/2006/main" noGrp="1"/>
          </p:cNvSpPr>
          <p:nvPr/>
        </p:nvSpPr>
        <p:spPr>
          <a:xfrm xmlns:a="http://schemas.openxmlformats.org/drawingml/2006/main">
            <a:off x="6286500" y="16954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53" name="contribution-04-body">
            <a:extLst xmlns:a="http://schemas.openxmlformats.org/drawingml/2006/main">
              <a:ext uri="{FF2B5EF4-FFF2-40B4-BE49-F238E27FC236}">
                <a16:creationId xmlns:a16="http://schemas.microsoft.com/office/drawing/2014/main" id="{43B7B09E-4A69-4E28-8066-E5D823F29C93}"/>
              </a:ext>
            </a:extLst>
          </p:cNvPr>
          <p:cNvSpPr>
            <a:spLocks xmlns:a="http://schemas.openxmlformats.org/drawingml/2006/main" noGrp="1"/>
          </p:cNvSpPr>
          <p:nvPr/>
        </p:nvSpPr>
        <p:spPr>
          <a:xfrm xmlns:a="http://schemas.openxmlformats.org/drawingml/2006/main">
            <a:off x="6286500" y="17907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Uses a frozen paired protocol to measure utility, privacy attacks, one-round and longitudinal poisoning, ciphertext bytes, correctness, timing, and statistical uncertainty.</a:t>
            </a:r>
          </a:p>
        </p:txBody>
      </p:sp>
      <p:sp>
        <p:nvSpPr>
          <p:cNvPr id="254" name="contribution-05-number">
            <a:extLst xmlns:a="http://schemas.openxmlformats.org/drawingml/2006/main">
              <a:ext uri="{FF2B5EF4-FFF2-40B4-BE49-F238E27FC236}">
                <a16:creationId xmlns:a16="http://schemas.microsoft.com/office/drawing/2014/main" id="{A533E4E5-3B74-4CB2-B0E7-45BF91184EC5}"/>
              </a:ext>
            </a:extLst>
          </p:cNvPr>
          <p:cNvSpPr>
            <a:spLocks xmlns:a="http://schemas.openxmlformats.org/drawingml/2006/main" noGrp="1"/>
          </p:cNvSpPr>
          <p:nvPr/>
        </p:nvSpPr>
        <p:spPr>
          <a:xfrm xmlns:a="http://schemas.openxmlformats.org/drawingml/2006/main">
            <a:off x="6286500" y="30099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A6DF"/>
                </a:solidFill>
                <a:latin typeface="Arial"/>
                <a:ea typeface="Arial"/>
                <a:cs typeface="Arial"/>
              </a:defRPr>
            </a:pPr>
            <a:r>
              <a:rPr sz="1088" b="1">
                <a:solidFill>
                  <a:srgbClr val="00A6DF"/>
                </a:solidFill>
                <a:latin typeface="Arial"/>
                <a:ea typeface="Arial"/>
                <a:cs typeface="Arial"/>
              </a:rPr>
              <a:t>05</a:t>
            </a:r>
          </a:p>
        </p:txBody>
      </p:sp>
      <p:sp>
        <p:nvSpPr>
          <p:cNvPr id="255" name="contribution-05-title">
            <a:extLst xmlns:a="http://schemas.openxmlformats.org/drawingml/2006/main">
              <a:ext uri="{FF2B5EF4-FFF2-40B4-BE49-F238E27FC236}">
                <a16:creationId xmlns:a16="http://schemas.microsoft.com/office/drawing/2014/main" id="{31434BF2-9B2B-4D79-AABC-76FB3CA2B71C}"/>
              </a:ext>
            </a:extLst>
          </p:cNvPr>
          <p:cNvSpPr>
            <a:spLocks xmlns:a="http://schemas.openxmlformats.org/drawingml/2006/main" noGrp="1"/>
          </p:cNvSpPr>
          <p:nvPr/>
        </p:nvSpPr>
        <p:spPr>
          <a:xfrm xmlns:a="http://schemas.openxmlformats.org/drawingml/2006/main">
            <a:off x="6743700" y="299085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A6DF"/>
                </a:solidFill>
                <a:latin typeface="Arial"/>
                <a:ea typeface="Arial"/>
                <a:cs typeface="Arial"/>
              </a:defRPr>
            </a:pPr>
            <a:r>
              <a:rPr sz="1575" b="1">
                <a:solidFill>
                  <a:srgbClr val="00A6DF"/>
                </a:solidFill>
                <a:latin typeface="Arial"/>
                <a:ea typeface="Arial"/>
                <a:cs typeface="Arial"/>
              </a:rPr>
              <a:t>Empirical contribution</a:t>
            </a:r>
          </a:p>
        </p:txBody>
      </p:sp>
      <p:sp>
        <p:nvSpPr>
          <p:cNvPr id="256" name="contribution-05-rule">
            <a:extLst xmlns:a="http://schemas.openxmlformats.org/drawingml/2006/main">
              <a:ext uri="{FF2B5EF4-FFF2-40B4-BE49-F238E27FC236}">
                <a16:creationId xmlns:a16="http://schemas.microsoft.com/office/drawing/2014/main" id="{1B71ACD5-61CC-4663-9F7D-B2598870D4AC}"/>
              </a:ext>
            </a:extLst>
          </p:cNvPr>
          <p:cNvSpPr>
            <a:spLocks xmlns:a="http://schemas.openxmlformats.org/drawingml/2006/main" noGrp="1"/>
          </p:cNvSpPr>
          <p:nvPr/>
        </p:nvSpPr>
        <p:spPr>
          <a:xfrm xmlns:a="http://schemas.openxmlformats.org/drawingml/2006/main">
            <a:off x="6286500" y="3352800"/>
            <a:ext cx="4762500" cy="21908"/>
          </a:xfrm>
          <a:prstGeom xmlns:a="http://schemas.openxmlformats.org/drawingml/2006/main" prst="rect">
            <a:avLst/>
          </a:prstGeom>
          <a:solidFill xmlns:a="http://schemas.openxmlformats.org/drawingml/2006/main">
            <a:srgbClr val="00A6DF"/>
          </a:solidFill>
          <a:ln xmlns:a="http://schemas.openxmlformats.org/drawingml/2006/main" w="0">
            <a:noFill/>
          </a:ln>
        </p:spPr>
      </p:sp>
      <p:sp>
        <p:nvSpPr>
          <p:cNvPr id="257" name="empirical-result-highlight">
            <a:extLst xmlns:a="http://schemas.openxmlformats.org/drawingml/2006/main">
              <a:ext uri="{FF2B5EF4-FFF2-40B4-BE49-F238E27FC236}">
                <a16:creationId xmlns:a16="http://schemas.microsoft.com/office/drawing/2014/main" id="{5D0970E0-2969-4AF7-BF48-98F846631C4E}"/>
              </a:ext>
            </a:extLst>
          </p:cNvPr>
          <p:cNvSpPr>
            <a:spLocks xmlns:a="http://schemas.openxmlformats.org/drawingml/2006/main" noGrp="1"/>
          </p:cNvSpPr>
          <p:nvPr/>
        </p:nvSpPr>
        <p:spPr>
          <a:xfrm xmlns:a="http://schemas.openxmlformats.org/drawingml/2006/main">
            <a:off x="6286500" y="3533775"/>
            <a:ext cx="4762500" cy="838200"/>
          </a:xfrm>
          <a:prstGeom xmlns:a="http://schemas.openxmlformats.org/drawingml/2006/main" prst="roundRect">
            <a:avLst>
              <a:gd name="adj" fmla="val 9091"/>
            </a:avLst>
          </a:prstGeom>
          <a:solidFill xmlns:a="http://schemas.openxmlformats.org/drawingml/2006/main">
            <a:srgbClr val="EAF7FC"/>
          </a:solidFill>
          <a:ln xmlns:a="http://schemas.openxmlformats.org/drawingml/2006/main" w="11430">
            <a:solidFill>
              <a:srgbClr val="8CCFE7"/>
            </a:solidFill>
          </a:ln>
        </p:spPr>
      </p:sp>
      <p:sp>
        <p:nvSpPr>
          <p:cNvPr id="258" name="empirical-56-percent">
            <a:extLst xmlns:a="http://schemas.openxmlformats.org/drawingml/2006/main">
              <a:ext uri="{FF2B5EF4-FFF2-40B4-BE49-F238E27FC236}">
                <a16:creationId xmlns:a16="http://schemas.microsoft.com/office/drawing/2014/main" id="{4D1E69D3-BB75-44ED-B14C-718DD8EAE18D}"/>
              </a:ext>
            </a:extLst>
          </p:cNvPr>
          <p:cNvSpPr>
            <a:spLocks xmlns:a="http://schemas.openxmlformats.org/drawingml/2006/main" noGrp="1"/>
          </p:cNvSpPr>
          <p:nvPr/>
        </p:nvSpPr>
        <p:spPr>
          <a:xfrm xmlns:a="http://schemas.openxmlformats.org/drawingml/2006/main">
            <a:off x="6477000" y="3648075"/>
            <a:ext cx="147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475" b="1">
                <a:solidFill>
                  <a:srgbClr val="062B6F"/>
                </a:solidFill>
                <a:latin typeface="Arial"/>
                <a:ea typeface="Arial"/>
                <a:cs typeface="Arial"/>
              </a:defRPr>
            </a:pPr>
            <a:r>
              <a:rPr sz="2475" b="1">
                <a:solidFill>
                  <a:srgbClr val="062B6F"/>
                </a:solidFill>
                <a:latin typeface="Arial"/>
                <a:ea typeface="Arial"/>
                <a:cs typeface="Arial"/>
              </a:rPr>
              <a:t>56.0%</a:t>
            </a:r>
          </a:p>
        </p:txBody>
      </p:sp>
      <p:sp>
        <p:nvSpPr>
          <p:cNvPr id="259" name="empirical-reduction-label">
            <a:extLst xmlns:a="http://schemas.openxmlformats.org/drawingml/2006/main">
              <a:ext uri="{FF2B5EF4-FFF2-40B4-BE49-F238E27FC236}">
                <a16:creationId xmlns:a16="http://schemas.microsoft.com/office/drawing/2014/main" id="{AFD84EDF-9884-4278-BBF7-8FE46153747C}"/>
              </a:ext>
            </a:extLst>
          </p:cNvPr>
          <p:cNvSpPr>
            <a:spLocks xmlns:a="http://schemas.openxmlformats.org/drawingml/2006/main" noGrp="1"/>
          </p:cNvSpPr>
          <p:nvPr/>
        </p:nvSpPr>
        <p:spPr>
          <a:xfrm xmlns:a="http://schemas.openxmlformats.org/drawingml/2006/main">
            <a:off x="8048625" y="3686175"/>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88" b="1">
                <a:solidFill>
                  <a:srgbClr val="062B6F"/>
                </a:solidFill>
                <a:latin typeface="Arial"/>
                <a:ea typeface="Arial"/>
                <a:cs typeface="Arial"/>
              </a:defRPr>
            </a:pPr>
            <a:r>
              <a:rPr sz="1388" b="1">
                <a:solidFill>
                  <a:srgbClr val="062B6F"/>
                </a:solidFill>
                <a:latin typeface="Arial"/>
                <a:ea typeface="Arial"/>
                <a:cs typeface="Arial"/>
              </a:rPr>
              <a:t>lower encrypted upload</a:t>
            </a:r>
          </a:p>
        </p:txBody>
      </p:sp>
      <p:sp>
        <p:nvSpPr>
          <p:cNvPr id="260" name="empirical-result-body">
            <a:extLst xmlns:a="http://schemas.openxmlformats.org/drawingml/2006/main">
              <a:ext uri="{FF2B5EF4-FFF2-40B4-BE49-F238E27FC236}">
                <a16:creationId xmlns:a16="http://schemas.microsoft.com/office/drawing/2014/main" id="{E4CA0BB8-4229-45A6-AC57-0FE9E601251E}"/>
              </a:ext>
            </a:extLst>
          </p:cNvPr>
          <p:cNvSpPr>
            <a:spLocks xmlns:a="http://schemas.openxmlformats.org/drawingml/2006/main" noGrp="1"/>
          </p:cNvSpPr>
          <p:nvPr/>
        </p:nvSpPr>
        <p:spPr>
          <a:xfrm xmlns:a="http://schemas.openxmlformats.org/drawingml/2006/main">
            <a:off x="6286500" y="4495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met the registered AUROC non-inferiority criterion. AUPRC and operating-point trade-offs remain visible.</a:t>
            </a:r>
          </a:p>
        </p:txBody>
      </p:sp>
      <p:sp>
        <p:nvSpPr>
          <p:cNvPr id="261" name="claim-boundary-note-background">
            <a:extLst xmlns:a="http://schemas.openxmlformats.org/drawingml/2006/main">
              <a:ext uri="{FF2B5EF4-FFF2-40B4-BE49-F238E27FC236}">
                <a16:creationId xmlns:a16="http://schemas.microsoft.com/office/drawing/2014/main" id="{89BF778D-3ECC-4A14-8C88-168408961B2F}"/>
              </a:ext>
            </a:extLst>
          </p:cNvPr>
          <p:cNvSpPr>
            <a:spLocks xmlns:a="http://schemas.openxmlformats.org/drawingml/2006/main" noGrp="1"/>
          </p:cNvSpPr>
          <p:nvPr/>
        </p:nvSpPr>
        <p:spPr>
          <a:xfrm xmlns:a="http://schemas.openxmlformats.org/drawingml/2006/main">
            <a:off x="809625" y="5400675"/>
            <a:ext cx="10239375"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D9E2EC"/>
            </a:solidFill>
          </a:ln>
        </p:spPr>
      </p:sp>
      <p:sp>
        <p:nvSpPr>
          <p:cNvPr id="262" name="claim-boundary-note">
            <a:extLst xmlns:a="http://schemas.openxmlformats.org/drawingml/2006/main">
              <a:ext uri="{FF2B5EF4-FFF2-40B4-BE49-F238E27FC236}">
                <a16:creationId xmlns:a16="http://schemas.microsoft.com/office/drawing/2014/main" id="{8C275864-A8A8-4863-8896-58B622F98B54}"/>
              </a:ext>
            </a:extLst>
          </p:cNvPr>
          <p:cNvSpPr>
            <a:spLocks xmlns:a="http://schemas.openxmlformats.org/drawingml/2006/main" noGrp="1"/>
          </p:cNvSpPr>
          <p:nvPr/>
        </p:nvSpPr>
        <p:spPr>
          <a:xfrm xmlns:a="http://schemas.openxmlformats.org/drawingml/2006/main">
            <a:off x="1000125" y="5467350"/>
            <a:ext cx="985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73" i="1">
                <a:solidFill>
                  <a:srgbClr val="5D6878"/>
                </a:solidFill>
                <a:latin typeface="Arial"/>
                <a:ea typeface="Arial"/>
                <a:cs typeface="Arial"/>
              </a:defRPr>
            </a:pPr>
            <a:r>
              <a:rPr sz="1073" i="1">
                <a:solidFill>
                  <a:srgbClr val="5D6878"/>
                </a:solidFill>
                <a:latin typeface="Arial"/>
                <a:ea typeface="Arial"/>
                <a:cs typeface="Arial"/>
              </a:rPr>
              <a:t>Evidence boundary: claims apply to the evaluated dataset, attacks, seeds, trust assumptions, and deployment environment.</a:t>
            </a:r>
          </a:p>
        </p:txBody>
      </p:sp>
    </p:spTree>
    <p:extLst>
      <p:ext uri="{BB962C8B-B14F-4D97-AF65-F5344CB8AC3E}">
        <p14:creationId xmlns:p14="http://schemas.microsoft.com/office/powerpoint/2010/main" val="38381653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34</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294f62486bb469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External validity: One retrospective sepsis cohort, two source hospitals, and one MLP. No prospective or external clinical validation.</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Key governance: The main TenSEAL path retains central key custody. The OpenFHE threshold test remains an isolated 3-of-3 experiment.</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Deployment realism: Timing came from sequential single-host runs. No wide-area deployment or physical TDX/SEV-SNP cluster was tested.</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Evaluation scope: Privacy and poisoning conclusions cover only the registered attacks, five seeds, and evaluated trust assumptions.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lnSpcReduction="10000"/>
          </a:bodyPr>
          <a:lstStyle xmlns:a="http://schemas.openxmlformats.org/drawingml/2006/main"/>
          <a:p xmlns:a="http://schemas.openxmlformats.org/drawingml/2006/main">
            <a:pPr algn="ctr">
              <a:buNone/>
              <a:defRPr sz="1313" b="1" i="0">
                <a:solidFill>
                  <a:srgbClr val="C00000"/>
                </a:solidFill>
                <a:latin typeface="Arial"/>
                <a:ea typeface="Arial"/>
                <a:cs typeface="Arial"/>
              </a:defRPr>
            </a:pPr>
            <a:r>
              <a:rPr sz="1313" b="1" i="0">
                <a:solidFill>
                  <a:srgbClr val="C00000"/>
                </a:solidFill>
                <a:latin typeface="Arial"/>
                <a:ea typeface="Arial"/>
                <a:cs typeface="Arial"/>
              </a:rPr>
              <a:t>Evidence supports bounded protocol-level claims. Clinical and production-security validation remain future work.</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5d47f8e4b9704f7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96104022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35</a:t>
            </a:r>
            <a:endParaRPr sz="2800"/>
          </a:p>
        </p:txBody>
      </p:sp>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ff03012784413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8" name="Picture 1"/>
          <p:cNvPicPr>
            <a:picLocks xmlns:a="http://schemas.openxmlformats.org/drawingml/2006/main" noChangeAspect="1"/>
          </p:cNvPicPr>
          <p:nvPr/>
        </p:nvPicPr>
        <p:blipFill>
          <a:blip xmlns:r="http://schemas.openxmlformats.org/officeDocument/2006/relationships" xmlns:a="http://schemas.openxmlformats.org/drawingml/2006/main" r:embed="Rcdf00f1e4272443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36</a:t>
            </a:r>
            <a:endParaRPr sz="2800"/>
          </a:p>
        </p:txBody>
      </p:sp>
      <p:pic>
        <p:nvPicPr>
          <p:cNvPr id="26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562ba19bed540a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389" lnSpcReduction="10000"/>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pic>
        <p:nvPicPr>
          <p:cNvPr id="296" name="Picture 1"/>
          <p:cNvPicPr>
            <a:picLocks xmlns:a="http://schemas.openxmlformats.org/drawingml/2006/main" noChangeAspect="1"/>
          </p:cNvPicPr>
          <p:nvPr/>
        </p:nvPicPr>
        <p:blipFill>
          <a:blip xmlns:r="http://schemas.openxmlformats.org/officeDocument/2006/relationships" xmlns:a="http://schemas.openxmlformats.org/drawingml/2006/main" r:embed="R65ef51c6323742e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37</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8f261d820f74db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18cc35730ed64f0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4220572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38</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b7b1bae20b4462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bf947f0409a3451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437801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4cc789f960e4ac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0b897df1e94649f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40</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c663b422aa442b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2"/>
          <p:cNvPicPr>
            <a:picLocks xmlns:a="http://schemas.openxmlformats.org/drawingml/2006/main" noChangeAspect="1"/>
          </p:cNvPicPr>
          <p:nvPr/>
        </p:nvPicPr>
        <p:blipFill>
          <a:blip xmlns:r="http://schemas.openxmlformats.org/officeDocument/2006/relationships" xmlns:a="http://schemas.openxmlformats.org/drawingml/2006/main" r:embed="Rc4da38244bf5439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41</a:t>
            </a:r>
            <a:endParaRPr sz="2800"/>
          </a:p>
        </p:txBody>
      </p:sp>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d5937a96754430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29"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cc673d027840421f">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2" name="Picture 1"/>
          <p:cNvPicPr>
            <a:picLocks xmlns:a="http://schemas.openxmlformats.org/drawingml/2006/main" noChangeAspect="1"/>
          </p:cNvPicPr>
          <p:nvPr/>
        </p:nvPicPr>
        <p:blipFill>
          <a:blip xmlns:r="http://schemas.openxmlformats.org/officeDocument/2006/relationships" xmlns:a="http://schemas.openxmlformats.org/drawingml/2006/main" r:embed="R8bc427acb7cf4d0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093102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1339224530804627">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0590d59bd7349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42</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19" name="Picture 1"/>
          <p:cNvPicPr>
            <a:picLocks xmlns:a="http://schemas.openxmlformats.org/drawingml/2006/main" noChangeAspect="1"/>
          </p:cNvPicPr>
          <p:nvPr/>
        </p:nvPicPr>
        <p:blipFill>
          <a:blip xmlns:r="http://schemas.openxmlformats.org/officeDocument/2006/relationships" xmlns:a="http://schemas.openxmlformats.org/drawingml/2006/main" r:embed="Rabea39654f794f1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2026-09-24T18:11:24.3650000Z</dcterms:created>
  <dcterms:modified xsi:type="dcterms:W3CDTF">2026-09-24T18:11:24.3650000Z</dcterms:modified>
</coreProperties>
</file>