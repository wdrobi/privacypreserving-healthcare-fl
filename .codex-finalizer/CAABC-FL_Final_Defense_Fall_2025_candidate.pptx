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28f2e5a070f48f3" /><Relationship Type="http://schemas.openxmlformats.org/officeDocument/2006/relationships/extended-properties" Target="/docProps/app.xml" Id="R02feb726edb34823" /><Relationship Type="http://schemas.openxmlformats.org/officeDocument/2006/relationships/officeDocument" Target="/ppt/presentation.xml" Id="R0d131c14f9584d02" /></Relationships>
</file>

<file path=ppt/presentation.xml><?xml version="1.0" encoding="utf-8"?>
<p:presentation xmlns:p="http://schemas.openxmlformats.org/presentationml/2006/main">
  <p:sldMasterIdLst>
    <p:sldMasterId xmlns:r="http://schemas.openxmlformats.org/officeDocument/2006/relationships" id="2147483648" r:id="R971d251e3edb4dc2"/>
  </p:sldMasterIdLst>
  <p:notesMasterIdLst>
    <p:notesMasterId xmlns:r="http://schemas.openxmlformats.org/officeDocument/2006/relationships" r:id="R02c873f0f2ee4e0a"/>
  </p:notesMasterIdLst>
  <p:sldIdLst>
    <p:sldId xmlns:r="http://schemas.openxmlformats.org/officeDocument/2006/relationships" id="256" r:id="R0aca76233d4b4734"/>
    <p:sldId xmlns:r="http://schemas.openxmlformats.org/officeDocument/2006/relationships" id="257" r:id="R94e8157dc28c4d1b"/>
    <p:sldId xmlns:r="http://schemas.openxmlformats.org/officeDocument/2006/relationships" id="258" r:id="R7e89c00ab9ae4878"/>
    <p:sldId xmlns:r="http://schemas.openxmlformats.org/officeDocument/2006/relationships" id="259" r:id="Rf503f06eff4046c2"/>
    <p:sldId xmlns:r="http://schemas.openxmlformats.org/officeDocument/2006/relationships" id="260" r:id="Re70a879225c84a94"/>
    <p:sldId xmlns:r="http://schemas.openxmlformats.org/officeDocument/2006/relationships" id="261" r:id="Re11a67f4d57c44f6"/>
    <p:sldId xmlns:r="http://schemas.openxmlformats.org/officeDocument/2006/relationships" id="262" r:id="Rd574c2bb505b4805"/>
    <p:sldId xmlns:r="http://schemas.openxmlformats.org/officeDocument/2006/relationships" id="263" r:id="R2328d02d3b7142a6"/>
    <p:sldId xmlns:r="http://schemas.openxmlformats.org/officeDocument/2006/relationships" id="264" r:id="Rf449ff2939364759"/>
    <p:sldId xmlns:r="http://schemas.openxmlformats.org/officeDocument/2006/relationships" id="265" r:id="R94c77a10c4e5486b"/>
    <p:sldId xmlns:r="http://schemas.openxmlformats.org/officeDocument/2006/relationships" id="266" r:id="R28a9550fc9534677"/>
    <p:sldId xmlns:r="http://schemas.openxmlformats.org/officeDocument/2006/relationships" id="267" r:id="Ra8017d6f3e424414"/>
    <p:sldId xmlns:r="http://schemas.openxmlformats.org/officeDocument/2006/relationships" id="268" r:id="Rc3c4f58708bf454d"/>
    <p:sldId xmlns:r="http://schemas.openxmlformats.org/officeDocument/2006/relationships" id="269" r:id="R39539abdbc4d4e76"/>
    <p:sldId xmlns:r="http://schemas.openxmlformats.org/officeDocument/2006/relationships" id="270" r:id="R8d49dff1cee7486e"/>
    <p:sldId xmlns:r="http://schemas.openxmlformats.org/officeDocument/2006/relationships" id="271" r:id="R8492fafa5c424cbd"/>
    <p:sldId xmlns:r="http://schemas.openxmlformats.org/officeDocument/2006/relationships" id="272" r:id="Rceef5855d4674008"/>
    <p:sldId xmlns:r="http://schemas.openxmlformats.org/officeDocument/2006/relationships" id="273" r:id="R218f996795e74cbf"/>
    <p:sldId xmlns:r="http://schemas.openxmlformats.org/officeDocument/2006/relationships" id="274" r:id="Rb39ad78af1254ed2"/>
    <p:sldId xmlns:r="http://schemas.openxmlformats.org/officeDocument/2006/relationships" id="275" r:id="R5d1b1608d0f34cc1"/>
    <p:sldId xmlns:r="http://schemas.openxmlformats.org/officeDocument/2006/relationships" id="276" r:id="Rc9efeb903e044a83"/>
    <p:sldId xmlns:r="http://schemas.openxmlformats.org/officeDocument/2006/relationships" id="277" r:id="R24c657c6eda74e24"/>
    <p:sldId xmlns:r="http://schemas.openxmlformats.org/officeDocument/2006/relationships" id="278" r:id="R5ca37533824046f1"/>
    <p:sldId xmlns:r="http://schemas.openxmlformats.org/officeDocument/2006/relationships" id="279" r:id="R8c676ab3f6cc4f41"/>
    <p:sldId xmlns:r="http://schemas.openxmlformats.org/officeDocument/2006/relationships" id="280" r:id="R14a7072d4f42484b"/>
    <p:sldId xmlns:r="http://schemas.openxmlformats.org/officeDocument/2006/relationships" id="281" r:id="Rde18da154f9c4659"/>
    <p:sldId xmlns:r="http://schemas.openxmlformats.org/officeDocument/2006/relationships" id="282" r:id="Rd9cef1f4b23f47a2"/>
    <p:sldId xmlns:r="http://schemas.openxmlformats.org/officeDocument/2006/relationships" id="283" r:id="Rdaa2e46f57144f24"/>
    <p:sldId xmlns:r="http://schemas.openxmlformats.org/officeDocument/2006/relationships" id="284" r:id="Rd4d625155d164924"/>
    <p:sldId xmlns:r="http://schemas.openxmlformats.org/officeDocument/2006/relationships" id="285" r:id="R9940d18845bb4c55"/>
    <p:sldId xmlns:r="http://schemas.openxmlformats.org/officeDocument/2006/relationships" id="286" r:id="Rc9750edb42d84c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60a47acc2534775" /><Relationship Type="http://schemas.openxmlformats.org/officeDocument/2006/relationships/slideMaster" Target="/ppt/slideMasters/slideMaster1.xml" Id="R971d251e3edb4dc2" /><Relationship Type="http://schemas.openxmlformats.org/officeDocument/2006/relationships/notesMaster" Target="/ppt/notesMasters/notesMaster1.xml" Id="R02c873f0f2ee4e0a" /><Relationship Type="http://schemas.openxmlformats.org/officeDocument/2006/relationships/presProps" Target="/ppt/presProps.xml" Id="R8099010547f3490e" /><Relationship Type="http://schemas.openxmlformats.org/officeDocument/2006/relationships/viewProps" Target="/ppt/viewProps.xml" Id="Rb00bacd8d1c34a3d" /><Relationship Type="http://schemas.openxmlformats.org/officeDocument/2006/relationships/tableStyles" Target="/ppt/tableStyles.xml" Id="Rb07009aa862842d6" /><Relationship Type="http://schemas.openxmlformats.org/officeDocument/2006/relationships/slide" Target="/ppt/slides/slide1.xml" Id="R0aca76233d4b4734" /><Relationship Type="http://schemas.openxmlformats.org/officeDocument/2006/relationships/slide" Target="/ppt/slides/slide2.xml" Id="R94e8157dc28c4d1b" /><Relationship Type="http://schemas.openxmlformats.org/officeDocument/2006/relationships/slide" Target="/ppt/slides/slide3.xml" Id="R7e89c00ab9ae4878" /><Relationship Type="http://schemas.openxmlformats.org/officeDocument/2006/relationships/slide" Target="/ppt/slides/slide4.xml" Id="Rf503f06eff4046c2" /><Relationship Type="http://schemas.openxmlformats.org/officeDocument/2006/relationships/slide" Target="/ppt/slides/slide5.xml" Id="Re70a879225c84a94" /><Relationship Type="http://schemas.openxmlformats.org/officeDocument/2006/relationships/slide" Target="/ppt/slides/slide6.xml" Id="Re11a67f4d57c44f6" /><Relationship Type="http://schemas.openxmlformats.org/officeDocument/2006/relationships/slide" Target="/ppt/slides/slide7.xml" Id="Rd574c2bb505b4805" /><Relationship Type="http://schemas.openxmlformats.org/officeDocument/2006/relationships/slide" Target="/ppt/slides/slide8.xml" Id="R2328d02d3b7142a6" /><Relationship Type="http://schemas.openxmlformats.org/officeDocument/2006/relationships/slide" Target="/ppt/slides/slide9.xml" Id="Rf449ff2939364759" /><Relationship Type="http://schemas.openxmlformats.org/officeDocument/2006/relationships/slide" Target="/ppt/slides/slide10.xml" Id="R94c77a10c4e5486b" /><Relationship Type="http://schemas.openxmlformats.org/officeDocument/2006/relationships/slide" Target="/ppt/slides/slide11.xml" Id="R28a9550fc9534677" /><Relationship Type="http://schemas.openxmlformats.org/officeDocument/2006/relationships/slide" Target="/ppt/slides/slide12.xml" Id="Ra8017d6f3e424414" /><Relationship Type="http://schemas.openxmlformats.org/officeDocument/2006/relationships/slide" Target="/ppt/slides/slide13.xml" Id="Rc3c4f58708bf454d" /><Relationship Type="http://schemas.openxmlformats.org/officeDocument/2006/relationships/slide" Target="/ppt/slides/slide14.xml" Id="R39539abdbc4d4e76" /><Relationship Type="http://schemas.openxmlformats.org/officeDocument/2006/relationships/slide" Target="/ppt/slides/slide15.xml" Id="R8d49dff1cee7486e" /><Relationship Type="http://schemas.openxmlformats.org/officeDocument/2006/relationships/slide" Target="/ppt/slides/slide16.xml" Id="R8492fafa5c424cbd" /><Relationship Type="http://schemas.openxmlformats.org/officeDocument/2006/relationships/slide" Target="/ppt/slides/slide17.xml" Id="Rceef5855d4674008" /><Relationship Type="http://schemas.openxmlformats.org/officeDocument/2006/relationships/slide" Target="/ppt/slides/slide18.xml" Id="R218f996795e74cbf" /><Relationship Type="http://schemas.openxmlformats.org/officeDocument/2006/relationships/slide" Target="/ppt/slides/slide19.xml" Id="Rb39ad78af1254ed2" /><Relationship Type="http://schemas.openxmlformats.org/officeDocument/2006/relationships/slide" Target="/ppt/slides/slide20.xml" Id="R5d1b1608d0f34cc1" /><Relationship Type="http://schemas.openxmlformats.org/officeDocument/2006/relationships/slide" Target="/ppt/slides/slide21.xml" Id="Rc9efeb903e044a83" /><Relationship Type="http://schemas.openxmlformats.org/officeDocument/2006/relationships/slide" Target="/ppt/slides/slide22.xml" Id="R24c657c6eda74e24" /><Relationship Type="http://schemas.openxmlformats.org/officeDocument/2006/relationships/slide" Target="/ppt/slides/slide23.xml" Id="R5ca37533824046f1" /><Relationship Type="http://schemas.openxmlformats.org/officeDocument/2006/relationships/slide" Target="/ppt/slides/slide24.xml" Id="R8c676ab3f6cc4f41" /><Relationship Type="http://schemas.openxmlformats.org/officeDocument/2006/relationships/slide" Target="/ppt/slides/slide25.xml" Id="R14a7072d4f42484b" /><Relationship Type="http://schemas.openxmlformats.org/officeDocument/2006/relationships/slide" Target="/ppt/slides/slide26.xml" Id="Rde18da154f9c4659" /><Relationship Type="http://schemas.openxmlformats.org/officeDocument/2006/relationships/slide" Target="/ppt/slides/slide27.xml" Id="Rd9cef1f4b23f47a2" /><Relationship Type="http://schemas.openxmlformats.org/officeDocument/2006/relationships/slide" Target="/ppt/slides/slide28.xml" Id="Rdaa2e46f57144f24" /><Relationship Type="http://schemas.openxmlformats.org/officeDocument/2006/relationships/slide" Target="/ppt/slides/slide29.xml" Id="Rd4d625155d164924" /><Relationship Type="http://schemas.openxmlformats.org/officeDocument/2006/relationships/slide" Target="/ppt/slides/slide30.xml" Id="R9940d18845bb4c55" /><Relationship Type="http://schemas.openxmlformats.org/officeDocument/2006/relationships/slide" Target="/ppt/slides/slide31.xml" Id="Rc9750edb42d84c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a7d450d220b45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ded8005d1b4a78" /><Relationship Type="http://schemas.openxmlformats.org/officeDocument/2006/relationships/notesMaster" Target="/ppt/notesMasters/notesMaster1.xml" Id="R3dd2aa13ac6840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5b76d470424879" /><Relationship Type="http://schemas.openxmlformats.org/officeDocument/2006/relationships/notesMaster" Target="/ppt/notesMasters/notesMaster1.xml" Id="R7758f09d01584f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419d05d0294601" /><Relationship Type="http://schemas.openxmlformats.org/officeDocument/2006/relationships/notesMaster" Target="/ppt/notesMasters/notesMaster1.xml" Id="R43544ba08c084d8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30caad82724d83" /><Relationship Type="http://schemas.openxmlformats.org/officeDocument/2006/relationships/notesMaster" Target="/ppt/notesMasters/notesMaster1.xml" Id="Rb83fcb7d83284f9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3a5681332143d4" /><Relationship Type="http://schemas.openxmlformats.org/officeDocument/2006/relationships/notesMaster" Target="/ppt/notesMasters/notesMaster1.xml" Id="R3d8a078a0b1340b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5c65c31f594974" /><Relationship Type="http://schemas.openxmlformats.org/officeDocument/2006/relationships/notesMaster" Target="/ppt/notesMasters/notesMaster1.xml" Id="R808ef8d4ea0d47cb"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8eeda890a6401e" /><Relationship Type="http://schemas.openxmlformats.org/officeDocument/2006/relationships/notesMaster" Target="/ppt/notesMasters/notesMaster1.xml" Id="R60907810d15e43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68cd0cf39e24ec7" /><Relationship Type="http://schemas.openxmlformats.org/officeDocument/2006/relationships/notesMaster" Target="/ppt/notesMasters/notesMaster1.xml" Id="R51699d308d1049db" /></Relationships>
</file>

<file path=ppt/notesSlides/_rels/notesSlide9.xml.rels>&#65279;<?xml version="1.0" encoding="utf-8"?><Relationships xmlns="http://schemas.openxmlformats.org/package/2006/relationships"><Relationship Type="http://schemas.openxmlformats.org/officeDocument/2006/relationships/slide" Target="/ppt/slides/slide9.xml" Id="Ra3b14a8e410a406a" /><Relationship Type="http://schemas.openxmlformats.org/officeDocument/2006/relationships/notesMaster" Target="/ppt/notesMasters/notesMaster1.xml" Id="R473824a712e34ba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0ea80c824dd4840" /><Relationship Type="http://schemas.openxmlformats.org/officeDocument/2006/relationships/notesMaster" Target="/ppt/notesMasters/notesMaster1.xml" Id="R5bd5fa1acaac46c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c49c0e5c4794a09" /><Relationship Type="http://schemas.openxmlformats.org/officeDocument/2006/relationships/notesMaster" Target="/ppt/notesMasters/notesMaster1.xml" Id="Rb19429275b314b5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b736661291b411f" /><Relationship Type="http://schemas.openxmlformats.org/officeDocument/2006/relationships/notesMaster" Target="/ppt/notesMasters/notesMaster1.xml" Id="R12031d4d3e4b4ab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1994277e931412f" /><Relationship Type="http://schemas.openxmlformats.org/officeDocument/2006/relationships/notesMaster" Target="/ppt/notesMasters/notesMaster1.xml" Id="R84738bbddc3747a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b50e84da59441af" /><Relationship Type="http://schemas.openxmlformats.org/officeDocument/2006/relationships/notesMaster" Target="/ppt/notesMasters/notesMaster1.xml" Id="R8992dad37e0542a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64e3d912ed14516" /><Relationship Type="http://schemas.openxmlformats.org/officeDocument/2006/relationships/notesMaster" Target="/ppt/notesMasters/notesMaster1.xml" Id="Rc9a442072b86410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7eeaa1318a04568" /><Relationship Type="http://schemas.openxmlformats.org/officeDocument/2006/relationships/notesMaster" Target="/ppt/notesMasters/notesMaster1.xml" Id="Rfe5c234faf9f42a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d8eef51aee24e78" /><Relationship Type="http://schemas.openxmlformats.org/officeDocument/2006/relationships/notesMaster" Target="/ppt/notesMasters/notesMaster1.xml" Id="R56747209909146f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66d5067b16644e9" /><Relationship Type="http://schemas.openxmlformats.org/officeDocument/2006/relationships/notesMaster" Target="/ppt/notesMasters/notesMaster1.xml" Id="R83e057e6936a4d0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80e4552099141b1" /><Relationship Type="http://schemas.openxmlformats.org/officeDocument/2006/relationships/notesMaster" Target="/ppt/notesMasters/notesMaster1.xml" Id="R6f198095edd44fa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cd1fcf1a012451e" /><Relationship Type="http://schemas.openxmlformats.org/officeDocument/2006/relationships/notesMaster" Target="/ppt/notesMasters/notesMaster1.xml" Id="Rcbcdc40330724e1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e2d64b2cd93474c" /><Relationship Type="http://schemas.openxmlformats.org/officeDocument/2006/relationships/notesMaster" Target="/ppt/notesMasters/notesMaster1.xml" Id="R18f0bd9c35f045a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f30e07abbf54b78" /><Relationship Type="http://schemas.openxmlformats.org/officeDocument/2006/relationships/notesMaster" Target="/ppt/notesMasters/notesMaster1.xml" Id="R42dd6c3fd2774d4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82372e0d9814e5e" /><Relationship Type="http://schemas.openxmlformats.org/officeDocument/2006/relationships/notesMaster" Target="/ppt/notesMasters/notesMaster1.xml" Id="R7e897a0bc366419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cdb306c18094f33" /><Relationship Type="http://schemas.openxmlformats.org/officeDocument/2006/relationships/notesMaster" Target="/ppt/notesMasters/notesMaster1.xml" Id="R1251f9e477d34ae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7a76985284a4092" /><Relationship Type="http://schemas.openxmlformats.org/officeDocument/2006/relationships/notesMaster" Target="/ppt/notesMasters/notesMaster1.xml" Id="R018b45a6fa26441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b969fa81f1e43c3" /><Relationship Type="http://schemas.openxmlformats.org/officeDocument/2006/relationships/notesMaster" Target="/ppt/notesMasters/notesMaster1.xml" Id="R37043fcea802478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cdad6d80e8244da" /><Relationship Type="http://schemas.openxmlformats.org/officeDocument/2006/relationships/notesMaster" Target="/ppt/notesMasters/notesMaster1.xml" Id="R8b10278690f4452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c6625eadb5b4dbb" /><Relationship Type="http://schemas.openxmlformats.org/officeDocument/2006/relationships/notesMaster" Target="/ppt/notesMasters/notesMaster1.xml" Id="R10342a227ca44e7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54d89a05ed54a00" /><Relationship Type="http://schemas.openxmlformats.org/officeDocument/2006/relationships/notesMaster" Target="/ppt/notesMasters/notesMaster1.xml" Id="Rbb2da1f9b986498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7b4f29a707a43ed" /><Relationship Type="http://schemas.openxmlformats.org/officeDocument/2006/relationships/notesMaster" Target="/ppt/notesMasters/notesMaster1.xml" Id="R48465dc89382409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519442c9b8a486d" /><Relationship Type="http://schemas.openxmlformats.org/officeDocument/2006/relationships/notesMaster" Target="/ppt/notesMasters/notesMaster1.xml" Id="R16bda8aa883c49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This thesis studies the full training path, including update protection, encrypted transport, poisoning response, and release governance. Sources: McMahan et al. [1], Sheller et al. [2], Dayan et al. [3], Shokri et al. [4], Zhu et al. [5], and Geiping et al. [6].</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problem has four connected parts. Privacy mechanisms can hide information, but encryption makes communication expensive and removes the update geometry used by robust aggregators. Governance controls must also prevent one service from silently changing or releasing a model.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FedAvg provides the optimization baseline. Healthcare studies show that institutions can collaborate without pooling records. FLDP and FAMHE strengthen privacy, but they do not evaluate the complete privacy, compression, poisoning, and governance combination used in our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Communication and robustness methods expose a compatibility gap. Methods such as FLTrust depend on individual update geometry, while sum-only homomorphic aggregation hides that geometry. Logical sparsity also fails to save bandwidth if the system encodes a dense ciphertext afterward.</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Recent integrated methods cover more than one security objective, but their assumptions and evaluation units differ. Our comparison therefore reports capabilities and uses same-protocol reproduction for numerical results rather than comparing headline numbers from unrelated experiments.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4c4a67233f49f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171408971c54f8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3226f4fc0a4427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b9e6e0e6ec245b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14cb089a69a4a0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60b2823ec3f4ba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9299bdba423412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a38846d8bba45a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c8468e47ea4490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7a86d47d767495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2b92ab607ff4b2d"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A1B8E021-CFFA-4890-8879-C6D80D95573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D46B3E77-1E27-42CE-83EA-9BB33857F726}"/>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B278B9CA-A2BC-44F7-B22D-6C69B2FF27B6}"/>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A2BA2488-B689-4840-BD5D-7DB217662E41}"/>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F2084612-CE8C-476E-81CA-598E0450E2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619C2E10-B2C1-4022-A4F4-2767B0994FC9}"/>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D23C21CB-FCB7-4CC4-8BAF-DC764AC2A8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48ADBA59-4A8F-44AC-9033-9EBE8546023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1819839F-F2EE-4961-B3A4-2FC5C9E8F7E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95B2A972-8332-4D44-852C-E854A714954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D9FE7706-C8EA-4A52-9D7E-C7FD6E81ED7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A704FEB2-9E49-4EF3-A9DE-3A679644AEF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BB82BB82-4652-4ECB-85CD-4C9B141C6AFF}"/>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86E1026D-5199-483E-9C3A-34847FAB2461}"/>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A9BDB1FA-701B-4DA6-9062-8BC1B3D7F07B}"/>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5C02CA36-0029-4E11-8E86-A8031E2F2E86}"/>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4A38C53F-F18A-448C-B0A4-FA6D82C30E4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C32BF252-4D1F-4BD0-A0F2-FC0A5315CB2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45"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7FA7DAA6-63B0-4B7F-96E4-2DFD1A53130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1D876FC0-FACB-4D7E-985C-47147D0CDB3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BEECE721-3992-496F-9CA1-9803684055A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761C1DDD-79AC-4945-977E-B5D4598C73A7}"/>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62FF18B3-41E1-4888-9487-28D99950447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51"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453C96A8-400C-4706-80C3-584F2A4862E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E87CCA9D-60E3-4AE0-A4F1-1058976F17E5}"/>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5687F4C3-3D0A-40B2-9C8B-B228D3793A68}"/>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F06A4244-704B-47FA-B397-537E2A33F426}"/>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C790E056-DC77-4FEB-AD16-F3CA92EDB33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125026A0-4C83-4B8E-826B-4CCD12358BBC}"/>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D09221BE-D064-4BC6-8391-2C187D98928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1C125670-AA45-41C8-A4F4-BF629FBE1273}"/>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49B3C768-EF08-4982-8950-6A88796B6BC8}"/>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E92F6B00-9D4A-47C6-B3C1-52CE207B3CE6}"/>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F94F4422-9BF4-4432-9B41-C4210B150D6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9BCB1347-D340-4DDF-89FD-19BFB8F922AA}"/>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ABEA5E0F-9A4A-441A-855B-64C1FE7E022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060ECF52-E54D-435C-8C83-B738E02AEDEC}"/>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58DEA7ED-DE63-4D3E-8C37-225DD0502252}"/>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EEC0AD0-7851-44DA-8647-D7A22CC0F0BE}"/>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804EC72D-19A3-473F-B80F-BC9D665F8635}"/>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FED53657-815B-43D3-ABB4-C4D7100A063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ACD40CC8-9E9C-4B9C-96ED-CD2EADE11B06}"/>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2D88DB4A-504A-46C7-A3F1-36B8CBEFC56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404C0489-0AF1-402F-8DE4-9E2A1D96207D}"/>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2BC3B5C1-BCB7-4E03-B682-B7A8548C4ED5}"/>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163961B5-E5C2-4AB6-8B85-6A631B7720AA}"/>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47DC3306-6360-4DB4-9B26-DE6F7058283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20DE6D6B-CC08-4D45-9B14-DDA31ED327D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014CB10C-BEB8-4DCD-9D0A-1582ADDB6F1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61D846E7-C2EF-47D8-9BEC-A4D7B7E381D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88C601EC-CB52-4FEC-815D-026882F3331C}"/>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C7B193FC-D8A2-485D-BE67-1506747B0B76}"/>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567E0341-771C-41DE-80D4-B94255AAD85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D25C191A-ED78-4556-8E7A-5E73D465C59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BCC691D2-DB2E-49A4-BE98-9D2F06156EB7}"/>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27A023E5-AA4B-44CF-973E-8CE59E145EF6}"/>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A86F0878-B4A0-4560-83FC-37A486BAB5C1}"/>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E6703AE3-D6C2-4489-916E-D00EC5A87FA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E66E241E-7C33-4318-B454-555CF86722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c0c25c04854b9a" /><Relationship Type="http://schemas.openxmlformats.org/officeDocument/2006/relationships/slideLayout" Target="/ppt/slideLayouts/slideLayout1.xml" Id="Re002c13e9a124689" /><Relationship Type="http://schemas.openxmlformats.org/officeDocument/2006/relationships/slideLayout" Target="/ppt/slideLayouts/slideLayout2.xml" Id="Rcf5e93ee80334583" /><Relationship Type="http://schemas.openxmlformats.org/officeDocument/2006/relationships/slideLayout" Target="/ppt/slideLayouts/slideLayout3.xml" Id="R0b6fd2979a2d49b5" /><Relationship Type="http://schemas.openxmlformats.org/officeDocument/2006/relationships/slideLayout" Target="/ppt/slideLayouts/slideLayout4.xml" Id="Rd4cf719ae2ac4032" /><Relationship Type="http://schemas.openxmlformats.org/officeDocument/2006/relationships/slideLayout" Target="/ppt/slideLayouts/slideLayout5.xml" Id="R083e35b773c84dff" /><Relationship Type="http://schemas.openxmlformats.org/officeDocument/2006/relationships/slideLayout" Target="/ppt/slideLayouts/slideLayout6.xml" Id="Raa9789c1c6a64b38" /><Relationship Type="http://schemas.openxmlformats.org/officeDocument/2006/relationships/slideLayout" Target="/ppt/slideLayouts/slideLayout7.xml" Id="R0e5836b5fc184f7d" /><Relationship Type="http://schemas.openxmlformats.org/officeDocument/2006/relationships/slideLayout" Target="/ppt/slideLayouts/slideLayout8.xml" Id="R42806ebcec064d19" /><Relationship Type="http://schemas.openxmlformats.org/officeDocument/2006/relationships/slideLayout" Target="/ppt/slideLayouts/slideLayout9.xml" Id="R72e63bc9e9574900" /><Relationship Type="http://schemas.openxmlformats.org/officeDocument/2006/relationships/slideLayout" Target="/ppt/slideLayouts/slideLayout10.xml" Id="R6042455f58994ce4" /><Relationship Type="http://schemas.openxmlformats.org/officeDocument/2006/relationships/slideLayout" Target="/ppt/slideLayouts/slideLayout11.xml" Id="R434af8a58bdd45da"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FDEC2E82-45A8-4646-96B5-C01A3A243F2F}"/>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9B3D3C1-1118-4D14-9957-B4890AE1E6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1DBC4657-4E40-4925-8408-23EF092645EB}"/>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DF3BA69-1C4C-4799-9663-C0E964980B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689D916A-E09C-470D-96E0-1C33C3D0D63C}"/>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BF8A729D-DDDF-4F52-BC97-6A88AB87FF1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e002c13e9a124689"/>
    <p:sldLayoutId xmlns:r="http://schemas.openxmlformats.org/officeDocument/2006/relationships" id="2147483650" r:id="Rcf5e93ee80334583"/>
    <p:sldLayoutId xmlns:r="http://schemas.openxmlformats.org/officeDocument/2006/relationships" id="2147483651" r:id="R0b6fd2979a2d49b5"/>
    <p:sldLayoutId xmlns:r="http://schemas.openxmlformats.org/officeDocument/2006/relationships" id="2147483652" r:id="Rd4cf719ae2ac4032"/>
    <p:sldLayoutId xmlns:r="http://schemas.openxmlformats.org/officeDocument/2006/relationships" id="2147483653" r:id="R083e35b773c84dff"/>
    <p:sldLayoutId xmlns:r="http://schemas.openxmlformats.org/officeDocument/2006/relationships" id="2147483654" r:id="Raa9789c1c6a64b38"/>
    <p:sldLayoutId xmlns:r="http://schemas.openxmlformats.org/officeDocument/2006/relationships" id="2147483655" r:id="R0e5836b5fc184f7d"/>
    <p:sldLayoutId xmlns:r="http://schemas.openxmlformats.org/officeDocument/2006/relationships" id="2147483656" r:id="R42806ebcec064d19"/>
    <p:sldLayoutId xmlns:r="http://schemas.openxmlformats.org/officeDocument/2006/relationships" id="2147483657" r:id="R72e63bc9e9574900"/>
    <p:sldLayoutId xmlns:r="http://schemas.openxmlformats.org/officeDocument/2006/relationships" id="2147483658" r:id="R6042455f58994ce4"/>
    <p:sldLayoutId xmlns:r="http://schemas.openxmlformats.org/officeDocument/2006/relationships" id="2147483659" r:id="R434af8a58bdd45da"/>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57f74506d7f46e2" /><Relationship Type="http://schemas.openxmlformats.org/officeDocument/2006/relationships/image" Target="/ppt/media/image.jpeg" Id="R018f83582ab04549" /><Relationship Type="http://schemas.openxmlformats.org/officeDocument/2006/relationships/image" Target="/ppt/media/image.png" Id="Rf1c6bf78e1db41fd" /><Relationship Type="http://schemas.openxmlformats.org/officeDocument/2006/relationships/notesSlide" Target="/ppt/notesSlides/notesSlide1.xml" Id="R9de26ad5ae2d4d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afcf2d45e67424b" /><Relationship Type="http://schemas.openxmlformats.org/officeDocument/2006/relationships/image" Target="/ppt/media/image2.jpeg" Id="Rfa975bb005444bc4" /><Relationship Type="http://schemas.openxmlformats.org/officeDocument/2006/relationships/image" Target="/ppt/media/image2.png" Id="R2310388555524d54" /><Relationship Type="http://schemas.openxmlformats.org/officeDocument/2006/relationships/notesSlide" Target="/ppt/notesSlides/notesSlide2.xml" Id="Rd6adabc81b5349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735a9403847a4a0f" /><Relationship Type="http://schemas.openxmlformats.org/officeDocument/2006/relationships/image" Target="/ppt/media/image3.jpeg" Id="Rbcd2b53f32ee4a0c" /><Relationship Type="http://schemas.openxmlformats.org/officeDocument/2006/relationships/image" Target="/ppt/media/image.png" Id="Rb6b83bf804264478" /><Relationship Type="http://schemas.openxmlformats.org/officeDocument/2006/relationships/image" Target="/ppt/media/image3.png" Id="R0ae3d74b6b45452d" /><Relationship Type="http://schemas.openxmlformats.org/officeDocument/2006/relationships/image" Target="/ppt/media/image4.png" Id="R415fcf83686b4312" /><Relationship Type="http://schemas.openxmlformats.org/officeDocument/2006/relationships/notesSlide" Target="/ppt/notesSlides/notesSlide3.xml" Id="Rf6d164474ed44f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b516c33727a40b9" /><Relationship Type="http://schemas.openxmlformats.org/officeDocument/2006/relationships/image" Target="/ppt/media/image3.jpeg" Id="R91e4469322524fe0" /><Relationship Type="http://schemas.openxmlformats.org/officeDocument/2006/relationships/image" Target="/ppt/media/image.png" Id="Rc48d12121262495a" /><Relationship Type="http://schemas.openxmlformats.org/officeDocument/2006/relationships/notesSlide" Target="/ppt/notesSlides/notesSlide4.xml" Id="R19866b66c0d14e1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1e3957fef254ae7" /><Relationship Type="http://schemas.openxmlformats.org/officeDocument/2006/relationships/image" Target="/ppt/media/image3.jpeg" Id="R35208101784640b1" /><Relationship Type="http://schemas.openxmlformats.org/officeDocument/2006/relationships/image" Target="/ppt/media/image.png" Id="Re3e084af927b4e1b" /><Relationship Type="http://schemas.openxmlformats.org/officeDocument/2006/relationships/notesSlide" Target="/ppt/notesSlides/notesSlide5.xml" Id="R8d362cd8e2064b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03c36daebbc46ab" /><Relationship Type="http://schemas.openxmlformats.org/officeDocument/2006/relationships/image" Target="/ppt/media/image3.jpeg" Id="R442f25e8f09a4409" /><Relationship Type="http://schemas.openxmlformats.org/officeDocument/2006/relationships/image" Target="/ppt/media/image.png" Id="R50bc8a643c98406f" /><Relationship Type="http://schemas.openxmlformats.org/officeDocument/2006/relationships/notesSlide" Target="/ppt/notesSlides/notesSlide6.xml" Id="Rbcbd4000199348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e9549b5ee2b4015" /><Relationship Type="http://schemas.openxmlformats.org/officeDocument/2006/relationships/image" Target="/ppt/media/image3.jpeg" Id="R6a20f1ac107844c5" /><Relationship Type="http://schemas.openxmlformats.org/officeDocument/2006/relationships/image" Target="/ppt/media/image.png" Id="R35d272828cb145d2" /><Relationship Type="http://schemas.openxmlformats.org/officeDocument/2006/relationships/notesSlide" Target="/ppt/notesSlides/notesSlide7.xml" Id="R4d85e9d7385a41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aa90128dfd62440d" /><Relationship Type="http://schemas.openxmlformats.org/officeDocument/2006/relationships/image" Target="/ppt/media/image3.jpeg" Id="R9b291ee6f21c4a33" /><Relationship Type="http://schemas.openxmlformats.org/officeDocument/2006/relationships/image" Target="/ppt/media/image.png" Id="R8465408ca9594f1d" /><Relationship Type="http://schemas.openxmlformats.org/officeDocument/2006/relationships/image" Target="/ppt/media/image3.png" Id="R3c258c725d3d4f7b" /><Relationship Type="http://schemas.openxmlformats.org/officeDocument/2006/relationships/image" Target="/ppt/media/image5.png" Id="R88286d135ef14d6d" /><Relationship Type="http://schemas.openxmlformats.org/officeDocument/2006/relationships/notesSlide" Target="/ppt/notesSlides/notesSlide8.xml" Id="Rc0460e7e20e84d8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2cc42fc8b6d474b" /><Relationship Type="http://schemas.openxmlformats.org/officeDocument/2006/relationships/image" Target="/ppt/media/image3.jpeg" Id="Rd65a76b314f8407d" /><Relationship Type="http://schemas.openxmlformats.org/officeDocument/2006/relationships/image" Target="/ppt/media/image.png" Id="Rcd89effdc0774903" /><Relationship Type="http://schemas.openxmlformats.org/officeDocument/2006/relationships/notesSlide" Target="/ppt/notesSlides/notesSlide9.xml" Id="Ra2ed9ddfe3364c1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0dd326698964774" /><Relationship Type="http://schemas.openxmlformats.org/officeDocument/2006/relationships/image" Target="/ppt/media/image4.jpeg" Id="Re11039573b674942" /><Relationship Type="http://schemas.openxmlformats.org/officeDocument/2006/relationships/image" Target="/ppt/media/image6.png" Id="R35247b5148424e55" /><Relationship Type="http://schemas.openxmlformats.org/officeDocument/2006/relationships/notesSlide" Target="/ppt/notesSlides/notesSlide10.xml" Id="Ra9c1f226f0b14b8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f191b203c2d433e" /><Relationship Type="http://schemas.openxmlformats.org/officeDocument/2006/relationships/image" Target="/ppt/media/image3.jpeg" Id="Ra6dee7d676e54425" /><Relationship Type="http://schemas.openxmlformats.org/officeDocument/2006/relationships/image" Target="/ppt/media/image.png" Id="R7dc004f3537c43de" /><Relationship Type="http://schemas.openxmlformats.org/officeDocument/2006/relationships/notesSlide" Target="/ppt/notesSlides/notesSlide11.xml" Id="R7ddb631e37ec4e0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5fd4187902c462e" /><Relationship Type="http://schemas.openxmlformats.org/officeDocument/2006/relationships/image" Target="/ppt/media/image3.jpeg" Id="Rc0364cc89560478e" /><Relationship Type="http://schemas.openxmlformats.org/officeDocument/2006/relationships/image" Target="/ppt/media/image.png" Id="Re3584501873b4cad" /><Relationship Type="http://schemas.openxmlformats.org/officeDocument/2006/relationships/notesSlide" Target="/ppt/notesSlides/notesSlide12.xml" Id="Re0dee046e0d449e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1f264dd82adb4190" /><Relationship Type="http://schemas.openxmlformats.org/officeDocument/2006/relationships/image" Target="/ppt/media/image3.jpeg" Id="R4a4ee0ac78cc4640" /><Relationship Type="http://schemas.openxmlformats.org/officeDocument/2006/relationships/image" Target="/ppt/media/image.png" Id="R4a1faf2e856e46c7" /><Relationship Type="http://schemas.openxmlformats.org/officeDocument/2006/relationships/image" Target="/ppt/media/image3.png" Id="R9681e0ed93b6478d" /><Relationship Type="http://schemas.openxmlformats.org/officeDocument/2006/relationships/image" Target="/ppt/media/image7.png" Id="R23da090f76a04ee0" /><Relationship Type="http://schemas.openxmlformats.org/officeDocument/2006/relationships/notesSlide" Target="/ppt/notesSlides/notesSlide13.xml" Id="Rc25b7fd29e3045c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a9a2a4759514bbc" /><Relationship Type="http://schemas.openxmlformats.org/officeDocument/2006/relationships/image" Target="/ppt/media/image3.jpeg" Id="Re0a56bb409844aad" /><Relationship Type="http://schemas.openxmlformats.org/officeDocument/2006/relationships/image" Target="/ppt/media/image.png" Id="Rd6a487a7b7454a6b" /><Relationship Type="http://schemas.openxmlformats.org/officeDocument/2006/relationships/image" Target="/ppt/media/image8.png" Id="Ra8449ab8ab234838" /><Relationship Type="http://schemas.openxmlformats.org/officeDocument/2006/relationships/notesSlide" Target="/ppt/notesSlides/notesSlide14.xml" Id="Rd4683bda13b7435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7157dcb25744ba0" /><Relationship Type="http://schemas.openxmlformats.org/officeDocument/2006/relationships/image" Target="/ppt/media/image3.jpeg" Id="R09fcdd59633b459c" /><Relationship Type="http://schemas.openxmlformats.org/officeDocument/2006/relationships/image" Target="/ppt/media/image.png" Id="Rfe7736d364254391" /><Relationship Type="http://schemas.openxmlformats.org/officeDocument/2006/relationships/notesSlide" Target="/ppt/notesSlides/notesSlide15.xml" Id="R5bc8f6d56cee432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6bdfd0e01304331" /><Relationship Type="http://schemas.openxmlformats.org/officeDocument/2006/relationships/image" Target="/ppt/media/image3.jpeg" Id="Rf12d498e87b44723" /><Relationship Type="http://schemas.openxmlformats.org/officeDocument/2006/relationships/image" Target="/ppt/media/image.png" Id="Ra9604ea8a78d4d00" /><Relationship Type="http://schemas.openxmlformats.org/officeDocument/2006/relationships/notesSlide" Target="/ppt/notesSlides/notesSlide16.xml" Id="R419413b5743d46b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96b5d75f52542d3" /><Relationship Type="http://schemas.openxmlformats.org/officeDocument/2006/relationships/image" Target="/ppt/media/image3.jpeg" Id="R11e679b202424cda" /><Relationship Type="http://schemas.openxmlformats.org/officeDocument/2006/relationships/image" Target="/ppt/media/image.png" Id="Rc8949e7811354235" /><Relationship Type="http://schemas.openxmlformats.org/officeDocument/2006/relationships/notesSlide" Target="/ppt/notesSlides/notesSlide17.xml" Id="R5a8de071fbcc46f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41a5ae4a6574227" /><Relationship Type="http://schemas.openxmlformats.org/officeDocument/2006/relationships/image" Target="/ppt/media/image3.jpeg" Id="R36472d456f2b49df" /><Relationship Type="http://schemas.openxmlformats.org/officeDocument/2006/relationships/image" Target="/ppt/media/image.png" Id="R806d3ae7ef194988" /><Relationship Type="http://schemas.openxmlformats.org/officeDocument/2006/relationships/notesSlide" Target="/ppt/notesSlides/notesSlide18.xml" Id="R427374123441443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ebd3d2fea74749dd" /><Relationship Type="http://schemas.openxmlformats.org/officeDocument/2006/relationships/image" Target="/ppt/media/image3.jpeg" Id="Rd036672157c94811" /><Relationship Type="http://schemas.openxmlformats.org/officeDocument/2006/relationships/image" Target="/ppt/media/image.png" Id="R00baf24f7b2848ef" /><Relationship Type="http://schemas.openxmlformats.org/officeDocument/2006/relationships/image" Target="/ppt/media/image3.png" Id="Rae95cef683ac40f6" /><Relationship Type="http://schemas.openxmlformats.org/officeDocument/2006/relationships/image" Target="/ppt/media/image9.png" Id="R641a3f3b6f154809" /><Relationship Type="http://schemas.openxmlformats.org/officeDocument/2006/relationships/notesSlide" Target="/ppt/notesSlides/notesSlide19.xml" Id="Rbed95c0106a342f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f2d2a1a042a4ba9" /><Relationship Type="http://schemas.openxmlformats.org/officeDocument/2006/relationships/image" Target="/ppt/media/image3.jpeg" Id="R3326506c95034b72" /><Relationship Type="http://schemas.openxmlformats.org/officeDocument/2006/relationships/image" Target="/ppt/media/image.png" Id="R22e4490ac14146fb" /><Relationship Type="http://schemas.openxmlformats.org/officeDocument/2006/relationships/notesSlide" Target="/ppt/notesSlides/notesSlide20.xml" Id="R082cbb55ee9c4fa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1fca9a438be4b93" /><Relationship Type="http://schemas.openxmlformats.org/officeDocument/2006/relationships/image" Target="/ppt/media/image3.jpeg" Id="R5f0d1ec2b097426b" /><Relationship Type="http://schemas.openxmlformats.org/officeDocument/2006/relationships/image" Target="/ppt/media/image.png" Id="Reebecee9eb56408c" /><Relationship Type="http://schemas.openxmlformats.org/officeDocument/2006/relationships/chart" Target="/ppt/slides/charts/chart1.xml" Id="R076e01f1ddb146d1" /><Relationship Type="http://schemas.openxmlformats.org/officeDocument/2006/relationships/notesSlide" Target="/ppt/notesSlides/notesSlide21.xml" Id="R4249646eac814ec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ab3e509bae34c10" /><Relationship Type="http://schemas.openxmlformats.org/officeDocument/2006/relationships/image" Target="/ppt/media/image3.jpeg" Id="Rb1e1f31c7b7d4aa8" /><Relationship Type="http://schemas.openxmlformats.org/officeDocument/2006/relationships/image" Target="/ppt/media/image.png" Id="R24d821bc51b748f2" /><Relationship Type="http://schemas.openxmlformats.org/officeDocument/2006/relationships/image" Target="/ppt/media/image10.png" Id="R94f0975720e14226" /><Relationship Type="http://schemas.openxmlformats.org/officeDocument/2006/relationships/image" Target="/ppt/media/image11.png" Id="Rb3963ed19108431c" /><Relationship Type="http://schemas.openxmlformats.org/officeDocument/2006/relationships/notesSlide" Target="/ppt/notesSlides/notesSlide22.xml" Id="Rde22b134772e40b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61157b37c89e4f68" /><Relationship Type="http://schemas.openxmlformats.org/officeDocument/2006/relationships/image" Target="/ppt/media/image3.jpeg" Id="Rc27958284a394857" /><Relationship Type="http://schemas.openxmlformats.org/officeDocument/2006/relationships/image" Target="/ppt/media/image.png" Id="Rc973559daeea4475" /><Relationship Type="http://schemas.openxmlformats.org/officeDocument/2006/relationships/image" Target="/ppt/media/image3.png" Id="R7d1816c7b970428e" /><Relationship Type="http://schemas.openxmlformats.org/officeDocument/2006/relationships/image" Target="/ppt/media/image12.png" Id="Rf35a691f39e4485f" /><Relationship Type="http://schemas.openxmlformats.org/officeDocument/2006/relationships/notesSlide" Target="/ppt/notesSlides/notesSlide23.xml" Id="Rc10285f00d91422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cdb246f06d142ee" /><Relationship Type="http://schemas.openxmlformats.org/officeDocument/2006/relationships/image" Target="/ppt/media/image3.jpeg" Id="R63755379ead34260" /><Relationship Type="http://schemas.openxmlformats.org/officeDocument/2006/relationships/image" Target="/ppt/media/image.png" Id="Rfcc44d07ba03462a" /><Relationship Type="http://schemas.openxmlformats.org/officeDocument/2006/relationships/notesSlide" Target="/ppt/notesSlides/notesSlide24.xml" Id="R6b553d7a4b5b4c1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41b407b00e24ec9" /><Relationship Type="http://schemas.openxmlformats.org/officeDocument/2006/relationships/image" Target="/ppt/media/image3.jpeg" Id="R5464726f3a894193" /><Relationship Type="http://schemas.openxmlformats.org/officeDocument/2006/relationships/image" Target="/ppt/media/image.png" Id="Rdebbf184292c4b73" /><Relationship Type="http://schemas.openxmlformats.org/officeDocument/2006/relationships/notesSlide" Target="/ppt/notesSlides/notesSlide25.xml" Id="Re43d30f0b9734d8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d18e2071df04f00" /><Relationship Type="http://schemas.openxmlformats.org/officeDocument/2006/relationships/image" Target="/ppt/media/image3.jpeg" Id="Rf116bd1d820943e4" /><Relationship Type="http://schemas.openxmlformats.org/officeDocument/2006/relationships/image" Target="/ppt/media/image.png" Id="R2c7722828edb47d2" /><Relationship Type="http://schemas.openxmlformats.org/officeDocument/2006/relationships/notesSlide" Target="/ppt/notesSlides/notesSlide26.xml" Id="Rf0523fce9b10430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8cbca7f89394192" /><Relationship Type="http://schemas.openxmlformats.org/officeDocument/2006/relationships/image" Target="/ppt/media/image3.jpeg" Id="Rb575a0718309436f" /><Relationship Type="http://schemas.openxmlformats.org/officeDocument/2006/relationships/image" Target="/ppt/media/image.png" Id="R2544be7ba9f04a32" /><Relationship Type="http://schemas.openxmlformats.org/officeDocument/2006/relationships/notesSlide" Target="/ppt/notesSlides/notesSlide27.xml" Id="Rbb9c717832894f1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f7a959fb0474083" /><Relationship Type="http://schemas.openxmlformats.org/officeDocument/2006/relationships/image" Target="/ppt/media/image3.jpeg" Id="R3e963ddd85aa4fc7" /><Relationship Type="http://schemas.openxmlformats.org/officeDocument/2006/relationships/image" Target="/ppt/media/image.png" Id="Rde192ef001a54302" /><Relationship Type="http://schemas.openxmlformats.org/officeDocument/2006/relationships/notesSlide" Target="/ppt/notesSlides/notesSlide28.xml" Id="R75e5f47f9c36461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21386f1474d4c7b" /><Relationship Type="http://schemas.openxmlformats.org/officeDocument/2006/relationships/image" Target="/ppt/media/image3.jpeg" Id="Rbdb67db61c884fdc" /><Relationship Type="http://schemas.openxmlformats.org/officeDocument/2006/relationships/image" Target="/ppt/media/image.png" Id="R5157a6b51d5c4443" /><Relationship Type="http://schemas.openxmlformats.org/officeDocument/2006/relationships/notesSlide" Target="/ppt/notesSlides/notesSlide29.xml" Id="R8989ccb0fb8f400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92d832ffd3d4e9c" /><Relationship Type="http://schemas.openxmlformats.org/officeDocument/2006/relationships/image" Target="/ppt/media/image3.jpeg" Id="Rb10777ff079a4c98" /><Relationship Type="http://schemas.openxmlformats.org/officeDocument/2006/relationships/image" Target="/ppt/media/image.png" Id="R93b95cdb61944626" /><Relationship Type="http://schemas.openxmlformats.org/officeDocument/2006/relationships/image" Target="/ppt/media/image13.png" Id="R3449fa6e1dbd48f1" /><Relationship Type="http://schemas.openxmlformats.org/officeDocument/2006/relationships/notesSlide" Target="/ppt/notesSlides/notesSlide30.xml" Id="R1bef1b45574249f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e9dd1f7b03174311" /><Relationship Type="http://schemas.openxmlformats.org/officeDocument/2006/relationships/image" Target="/ppt/media/image3.jpeg" Id="Rcae6d584ae024069" /><Relationship Type="http://schemas.openxmlformats.org/officeDocument/2006/relationships/image" Target="/ppt/media/image.gif" Id="R5dcec5cdae6c488d" /><Relationship Type="http://schemas.openxmlformats.org/officeDocument/2006/relationships/image" Target="/ppt/media/image.png" Id="Rabd63f4dc0f44a61" /><Relationship Type="http://schemas.openxmlformats.org/officeDocument/2006/relationships/notesSlide" Target="/ppt/notesSlides/notesSlide31.xml" Id="Rb184ca94184e4f46"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2"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018f83582ab04549">
            <a:alphaModFix amt="25000"/>
          </a:blip>
          <a:srcRect xmlns:a="http://schemas.openxmlformats.org/drawingml/2006/main" l="0" t="0" r="0" b="0"/>
          <a:stretch xmlns:a="http://schemas.openxmlformats.org/drawingml/2006/main"/>
        </p:blipFill>
        <p:spPr>
          <a:xfrm xmlns:a="http://schemas.openxmlformats.org/drawingml/2006/main">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FEA2DC62-3547-4661-B857-65257BA38583}"/>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DB91211B-C6AA-4F61-ADAA-1643CA8BC73F}"/>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37B4A3B3-5CCB-451D-8FA1-FEF8E38C53D6}"/>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D0D496BD-2B38-43F3-8925-266C6CF8A35E}"/>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87"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f1c6bf78e1db41fd">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Tree>
    <p:extLst>
      <p:ext uri="{BB962C8B-B14F-4D97-AF65-F5344CB8AC3E}">
        <p14:creationId xmlns:p14="http://schemas.microsoft.com/office/powerpoint/2010/main" val="2933102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a975bb005444bc4"/>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310388555524d54"/>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233B811-C582-462C-A05B-505275DB360F}"/>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1F8F452D-1074-47CA-8DAF-F00C1778F14B}"/>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11F2AB4F-0CCB-4572-873E-6CC372A24A70}"/>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i="0">
                <a:solidFill>
                  <a:srgbClr val="17365D"/>
                </a:solidFill>
                <a:latin typeface="Arial"/>
                <a:ea typeface="Arial"/>
                <a:cs typeface="Arial"/>
              </a:defRPr>
            </a:pPr>
            <a:r>
              <a:rPr sz="900" b="0" i="0">
                <a:solidFill>
                  <a:srgbClr val="17365D"/>
                </a:solidFill>
                <a:latin typeface="Arial"/>
                <a:ea typeface="Arial"/>
                <a:cs typeface="Arial"/>
              </a:rPr>
              <a:t>Fall 2025</a:t>
            </a:r>
          </a:p>
        </p:txBody>
      </p:sp>
      <p:sp>
        <p:nvSpPr>
          <p:cNvPr id="6" name="chrome-footer-2">
            <a:extLst xmlns:a="http://schemas.openxmlformats.org/drawingml/2006/main">
              <a:ext uri="{FF2B5EF4-FFF2-40B4-BE49-F238E27FC236}">
                <a16:creationId xmlns:a16="http://schemas.microsoft.com/office/drawing/2014/main" id="{5B66A659-D3DE-48EA-A908-5D6C8917B6F5}"/>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13FC2993-FC25-4E72-AD5B-5D93E4AD2452}"/>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7881FB91-6F4B-41A8-B366-34FD8FA42C1A}"/>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9E732166-796B-4A38-8FDA-274C62C3634F}"/>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6185A8A9-E1BA-4F98-BA2F-D6653BF9C9AF}"/>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defRPr sz="2250" b="1" i="0">
                <a:solidFill>
                  <a:srgbClr val="17365D"/>
                </a:solidFill>
                <a:latin typeface="Arial"/>
                <a:ea typeface="Arial"/>
                <a:cs typeface="Arial"/>
              </a:defRPr>
            </a:pPr>
            <a:r>
              <a:rPr sz="2250" b="1" i="0">
                <a:solidFill>
                  <a:srgbClr val="17365D"/>
                </a:solidFill>
                <a:latin typeface="Arial"/>
                <a:ea typeface="Arial"/>
                <a:cs typeface="Arial"/>
              </a:rPr>
              <a:t>6  References and Q&amp;A</a:t>
            </a:r>
          </a:p>
        </p:txBody>
      </p:sp>
    </p:spTree>
    <p:extLst>
      <p:ext uri="{BB962C8B-B14F-4D97-AF65-F5344CB8AC3E}">
        <p14:creationId xmlns:p14="http://schemas.microsoft.com/office/powerpoint/2010/main" val="31103632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08"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bcd2b53f32ee4a0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09"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b6b83bf80426447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10"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0ae3d74b6b45452d">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369D1538-6599-448D-BB27-0480B925CE51}"/>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12"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415fcf83686b4312">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13"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Tree>
    <p:extLst>
      <p:ext uri="{BB962C8B-B14F-4D97-AF65-F5344CB8AC3E}">
        <p14:creationId xmlns:p14="http://schemas.microsoft.com/office/powerpoint/2010/main" val="81016151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2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1e4469322524fe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48d12121262495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1991788D-1C89-4EFE-8A89-4C14A6544F9B}"/>
              </a:ext>
            </a:extLst>
          </p:cNvPr>
          <p:cNvSpPr>
            <a:spLocks xmlns:a="http://schemas.openxmlformats.org/drawingml/2006/main" noGrp="1"/>
          </p:cNvSpPr>
          <p:nvPr/>
        </p:nvSpPr>
        <p:spPr>
          <a:xfrm xmlns:a="http://schemas.openxmlformats.org/drawingml/2006/main">
            <a:off x="1000125" y="1381125"/>
            <a:ext cx="10191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Hospitals hold complementary clinical data, but direct pooling increases privacy, ownership, and breach risks.</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Federated learning keeps source records local while hospitals contribute model updates to a shared training process [1]-[3].</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Model updates can still reveal membership or training features, and encryption increases communication cost [4]-[6].</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Recent systems combine privacy, secure aggregation, compression, or robustness, but usually evaluate these controls separately.</a:t>
            </a:r>
          </a:p>
        </p:txBody>
      </p:sp>
      <p:sp>
        <p:nvSpPr>
          <p:cNvPr id="221" name="background-takeaway">
            <a:extLst xmlns:a="http://schemas.openxmlformats.org/drawingml/2006/main">
              <a:ext uri="{FF2B5EF4-FFF2-40B4-BE49-F238E27FC236}">
                <a16:creationId xmlns:a16="http://schemas.microsoft.com/office/drawing/2014/main" id="{9B0BF717-6791-4702-BA98-D9949440FB9F}"/>
              </a:ext>
            </a:extLst>
          </p:cNvPr>
          <p:cNvSpPr>
            <a:spLocks xmlns:a="http://schemas.openxmlformats.org/drawingml/2006/main" noGrp="1"/>
          </p:cNvSpPr>
          <p:nvPr/>
        </p:nvSpPr>
        <p:spPr>
          <a:xfrm xmlns:a="http://schemas.openxmlformats.org/drawingml/2006/main">
            <a:off x="1238250" y="5381625"/>
            <a:ext cx="971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725" b="1" i="0">
                <a:solidFill>
                  <a:srgbClr val="00843D"/>
                </a:solidFill>
                <a:latin typeface="Arial"/>
                <a:ea typeface="Arial"/>
                <a:cs typeface="Arial"/>
              </a:defRPr>
            </a:pPr>
            <a:r>
              <a:rPr sz="1725" b="1" i="0">
                <a:solidFill>
                  <a:srgbClr val="00843D"/>
                </a:solidFill>
                <a:latin typeface="Arial"/>
                <a:ea typeface="Arial"/>
                <a:cs typeface="Arial"/>
              </a:rPr>
              <a:t>Research context: useful collaboration requires privacy controls that remain practical under encryption and adversarial participation.</a:t>
            </a:r>
          </a:p>
        </p:txBody>
      </p:sp>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2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5208101784640b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3e084af927b4e1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problem-bullets">
            <a:extLst xmlns:a="http://schemas.openxmlformats.org/drawingml/2006/main">
              <a:ext uri="{FF2B5EF4-FFF2-40B4-BE49-F238E27FC236}">
                <a16:creationId xmlns:a16="http://schemas.microsoft.com/office/drawing/2014/main" id="{7C26CE43-9D9A-4876-B0FE-76E2821E9871}"/>
              </a:ext>
            </a:extLst>
          </p:cNvPr>
          <p:cNvSpPr>
            <a:spLocks xmlns:a="http://schemas.openxmlformats.org/drawingml/2006/main" noGrp="1"/>
          </p:cNvSpPr>
          <p:nvPr/>
        </p:nvSpPr>
        <p:spPr>
          <a:xfrm xmlns:a="http://schemas.openxmlformats.org/drawingml/2006/main">
            <a:off x="1000125" y="1381125"/>
            <a:ext cx="10191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Patient data remain local, yet gradients and model updates can leak sensitive information.</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CKKS aggregation hides update values but expands serialized payloads and blocks many plaintext poisoning defences.</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A central decryptor, unverified aggregation, and weak audit evidence concentrate trust in a small set of services.</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Existing studies rarely test utility, privacy attacks, poisoning, communication, and governance under one frozen protocol.</a:t>
            </a:r>
          </a:p>
        </p:txBody>
      </p:sp>
      <p:sp>
        <p:nvSpPr>
          <p:cNvPr id="221" name="research-question">
            <a:extLst xmlns:a="http://schemas.openxmlformats.org/drawingml/2006/main">
              <a:ext uri="{FF2B5EF4-FFF2-40B4-BE49-F238E27FC236}">
                <a16:creationId xmlns:a16="http://schemas.microsoft.com/office/drawing/2014/main" id="{13D6921D-EF41-4C00-83AE-CAD033B4CD65}"/>
              </a:ext>
            </a:extLst>
          </p:cNvPr>
          <p:cNvSpPr>
            <a:spLocks xmlns:a="http://schemas.openxmlformats.org/drawingml/2006/main" noGrp="1"/>
          </p:cNvSpPr>
          <p:nvPr/>
        </p:nvSpPr>
        <p:spPr>
          <a:xfrm xmlns:a="http://schemas.openxmlformats.org/drawingml/2006/main">
            <a:off x="1143000" y="4810125"/>
            <a:ext cx="9906000" cy="100012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7365D"/>
                </a:solidFill>
                <a:latin typeface="Arial"/>
                <a:ea typeface="Arial"/>
                <a:cs typeface="Arial"/>
              </a:defRPr>
            </a:pPr>
            <a:r>
              <a:rPr sz="1725" b="1">
                <a:solidFill>
                  <a:srgbClr val="17365D"/>
                </a:solidFill>
                <a:latin typeface="Arial"/>
                <a:ea typeface="Arial"/>
                <a:cs typeface="Arial"/>
              </a:rPr>
              <a:t>Research question</a:t>
            </a:r>
          </a:p>
          <a:p xmlns:a="http://schemas.openxmlformats.org/drawingml/2006/main">
            <a:pPr algn="ctr">
              <a:defRPr sz="1725" b="1">
                <a:solidFill>
                  <a:srgbClr val="17365D"/>
                </a:solidFill>
                <a:latin typeface="Arial"/>
                <a:ea typeface="Arial"/>
                <a:cs typeface="Arial"/>
              </a:defRPr>
            </a:pPr>
            <a:r>
              <a:rPr sz="1725" b="1">
                <a:solidFill>
                  <a:srgbClr val="17365D"/>
                </a:solidFill>
                <a:latin typeface="Arial"/>
                <a:ea typeface="Arial"/>
                <a:cs typeface="Arial"/>
              </a:rPr>
              <a:t>How can multiple institutions train a useful shared model while limiting privacy exposure, encrypted communication cost, poisoning damage, and unilateral control?</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42f25e8f09a440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0bc8a643c98406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3892DE18-9F19-444A-8C03-76D17EE97DA3}"/>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F49F7231-AD4D-42EE-B304-8813FA383FFB}"/>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F96B2B6F-E880-4232-97FB-8179F3C12341}"/>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C94294A5-F455-44BD-B0A1-D1C931DDECF0}"/>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F0D14C46-55EA-4393-A470-3951B4A08E7E}"/>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110D1B16-6280-431F-BBF9-040D11EC30B7}"/>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0A3FDF63-ED8C-46FE-BD22-9492340BAADC}"/>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ECA045C1-77A8-42FF-AA6C-1CB4494309E1}"/>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BDB02D77-464B-457F-BDF3-3BCF9F54C736}"/>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D8758B1B-8793-47BD-946A-490E8AB06EE0}"/>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74C59FED-B225-4EE8-8E3A-3BCCE991A18F}"/>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8332E80D-BE95-45F3-BA78-BDC74E9FF09F}"/>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420E460D-EDE6-4157-9191-A36649EB5B7F}"/>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28"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a20f1ac107844c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5d272828cb145d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4E8F0CD-5873-4891-884F-A6606F85978C}"/>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5B5D0462-6B11-4164-8EBA-3CFA6D4BFBAB}"/>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6DF0C9EF-2439-4F37-AE5E-2096B5BE5A20}"/>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8C4F243F-D0A9-4915-9826-F7F973523B6E}"/>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E0CC1622-7A1C-4E83-8C8C-99153D9C0C08}"/>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A3B64AEE-6691-46BE-8FF0-4502ACE2F8F1}"/>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Tree>
    <p:extLst>
      <p:ext uri="{BB962C8B-B14F-4D97-AF65-F5344CB8AC3E}">
        <p14:creationId xmlns:p14="http://schemas.microsoft.com/office/powerpoint/2010/main" val="19139160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78"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9b291ee6f21c4a3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79"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8465408ca9594f1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80"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3c258c725d3d4f7b">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DA1F5487-C7EB-402A-A722-4F8184264276}"/>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282"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88286d135ef14d6d">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283"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9698B598-A5E5-4B42-9D46-C85AE153B793}"/>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spTree>
    <p:extLst>
      <p:ext uri="{BB962C8B-B14F-4D97-AF65-F5344CB8AC3E}">
        <p14:creationId xmlns:p14="http://schemas.microsoft.com/office/powerpoint/2010/main" val="89510174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2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65a76b314f8407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d89effdc077490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7875F9DB-DC4F-401C-8CAD-9ED770BDFF3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30"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23CCD926-33FC-4884-9CBF-24863C8AC50B}"/>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Tree>
    <p:extLst>
      <p:ext uri="{BB962C8B-B14F-4D97-AF65-F5344CB8AC3E}">
        <p14:creationId xmlns:p14="http://schemas.microsoft.com/office/powerpoint/2010/main" val="9702864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11039573b674942"/>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5247b5148424e55"/>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10">
            <a:extLst xmlns:a="http://schemas.openxmlformats.org/drawingml/2006/main">
              <a:ext uri="{FF2B5EF4-FFF2-40B4-BE49-F238E27FC236}">
                <a16:creationId xmlns:a16="http://schemas.microsoft.com/office/drawing/2014/main" id="{63CCB2A2-F946-440E-A232-A533CAB63DC8}"/>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925" b="1" i="0">
                <a:solidFill>
                  <a:srgbClr val="17365D"/>
                </a:solidFill>
                <a:latin typeface="Arial"/>
                <a:ea typeface="Arial"/>
                <a:cs typeface="Arial"/>
              </a:defRPr>
            </a:pPr>
            <a:r>
              <a:rPr sz="2925" b="1" i="0">
                <a:solidFill>
                  <a:srgbClr val="17365D"/>
                </a:solidFill>
                <a:latin typeface="Arial"/>
                <a:ea typeface="Arial"/>
                <a:cs typeface="Arial"/>
              </a:rPr>
              <a:t>Related Studies (2/3)</a:t>
            </a:r>
          </a:p>
        </p:txBody>
      </p:sp>
      <p:sp>
        <p:nvSpPr>
          <p:cNvPr id="4" name="rule-45-665">
            <a:extLst xmlns:a="http://schemas.openxmlformats.org/drawingml/2006/main">
              <a:ext uri="{FF2B5EF4-FFF2-40B4-BE49-F238E27FC236}">
                <a16:creationId xmlns:a16="http://schemas.microsoft.com/office/drawing/2014/main" id="{EF6E1843-D0DD-4FAF-B501-D65ED71BCBCC}"/>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CBE8288F-D8E7-4FFA-B6FB-5F194655851D}"/>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i="0">
                <a:solidFill>
                  <a:srgbClr val="17365D"/>
                </a:solidFill>
                <a:latin typeface="Arial"/>
                <a:ea typeface="Arial"/>
                <a:cs typeface="Arial"/>
              </a:defRPr>
            </a:pPr>
            <a:r>
              <a:rPr sz="900" b="0" i="0">
                <a:solidFill>
                  <a:srgbClr val="17365D"/>
                </a:solidFill>
                <a:latin typeface="Arial"/>
                <a:ea typeface="Arial"/>
                <a:cs typeface="Arial"/>
              </a:rPr>
              <a:t>Fall 2025</a:t>
            </a:r>
          </a:p>
        </p:txBody>
      </p:sp>
      <p:sp>
        <p:nvSpPr>
          <p:cNvPr id="6" name="chrome-footer-10">
            <a:extLst xmlns:a="http://schemas.openxmlformats.org/drawingml/2006/main">
              <a:ext uri="{FF2B5EF4-FFF2-40B4-BE49-F238E27FC236}">
                <a16:creationId xmlns:a16="http://schemas.microsoft.com/office/drawing/2014/main" id="{DC15DB6F-4A19-461C-966B-90ED0E97C930}"/>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83C16395-5069-4BA9-A007-C1E3DB988B09}"/>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550" b="1" i="0">
                <a:solidFill>
                  <a:srgbClr val="17365D"/>
                </a:solidFill>
                <a:latin typeface="Arial"/>
                <a:ea typeface="Arial"/>
                <a:cs typeface="Arial"/>
              </a:defRPr>
            </a:pPr>
            <a:r>
              <a:rPr sz="2550" b="1" i="0">
                <a:solidFill>
                  <a:srgbClr val="17365D"/>
                </a:solidFill>
                <a:latin typeface="Arial"/>
                <a:ea typeface="Arial"/>
                <a:cs typeface="Arial"/>
              </a:rPr>
              <a:t>10</a:t>
            </a:r>
          </a:p>
        </p:txBody>
      </p:sp>
      <p:sp>
        <p:nvSpPr>
          <p:cNvPr id="8" name="table-caption-rs2">
            <a:extLst xmlns:a="http://schemas.openxmlformats.org/drawingml/2006/main">
              <a:ext uri="{FF2B5EF4-FFF2-40B4-BE49-F238E27FC236}">
                <a16:creationId xmlns:a16="http://schemas.microsoft.com/office/drawing/2014/main" id="{D6BF1E16-004D-4F70-931A-F6E38A3C72D5}"/>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19"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78296292-89EC-4F09-8293-7DAFA3D4B286}"/>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Tree>
    <p:extLst>
      <p:ext uri="{BB962C8B-B14F-4D97-AF65-F5344CB8AC3E}">
        <p14:creationId xmlns:p14="http://schemas.microsoft.com/office/powerpoint/2010/main" val="97028649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2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6dee7d676e5442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dc004f3537c43d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113F2AEA-3375-4256-9403-E80929C3E7C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30"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C55D8297-CE4E-47E7-8020-CE1AF865D256}"/>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12</a:t>
            </a:r>
            <a:endParaRPr sz="2800"/>
          </a:p>
        </p:txBody>
      </p:sp>
      <p:pic>
        <p:nvPicPr>
          <p:cNvPr id="22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0364cc89560478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3584501873b4ca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831418F-FBF9-41FE-985E-2254EF783C5F}"/>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50BD6078-1CD9-4903-A094-C38D85A7D1D5}"/>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Tree>
    <p:extLst>
      <p:ext uri="{BB962C8B-B14F-4D97-AF65-F5344CB8AC3E}">
        <p14:creationId xmlns:p14="http://schemas.microsoft.com/office/powerpoint/2010/main" val="102666196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371"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4a4ee0ac78cc464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72"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4a1faf2e856e46c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73"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9681e0ed93b6478d">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375"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23da090f76a04ee0">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cxnSp>
        <p:nvCxnSpPr>
          <p:cNvPr id="379"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Tree>
    <p:extLst>
      <p:ext uri="{BB962C8B-B14F-4D97-AF65-F5344CB8AC3E}">
        <p14:creationId xmlns:p14="http://schemas.microsoft.com/office/powerpoint/2010/main" val="328987579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2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0a56bb409844aa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6a487a7b7454a6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pic>
        <p:nvPicPr>
          <p:cNvPr id="228" name=""/>
          <p:cNvPicPr>
            <a:picLocks xmlns:a="http://schemas.openxmlformats.org/drawingml/2006/main" noChangeAspect="1"/>
          </p:cNvPicPr>
          <p:nvPr/>
        </p:nvPicPr>
        <p:blipFill>
          <a:blip xmlns:r="http://schemas.openxmlformats.org/officeDocument/2006/relationships" xmlns:a="http://schemas.openxmlformats.org/drawingml/2006/main" r:embed="Ra8449ab8ab234838"/>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94B0B54E-3660-467B-A8B5-EA76562876E5}"/>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Tree>
    <p:extLst>
      <p:ext uri="{BB962C8B-B14F-4D97-AF65-F5344CB8AC3E}">
        <p14:creationId xmlns:p14="http://schemas.microsoft.com/office/powerpoint/2010/main" val="22446828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3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9fcdd59633b459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e7736d36425439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02768999-462D-4FB2-8AD5-237AFD0AB9D0}"/>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6E0B093E-C8AC-4D08-9ABB-93E22FA6FF51}"/>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95A4D763-8B5B-4E16-B34E-3CC46CDEDE6C}"/>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6B03307C-67FC-4DF1-9039-F7D6884DAAA2}"/>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5D28E78B-30EC-4868-AAC1-0F4B72B617A2}"/>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2226B02-8B62-4D76-B809-D44A6F688F08}"/>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A5B920CC-81CC-450D-95B3-6CE1A0231F69}"/>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4E2C32F-EE1C-424F-A336-60F8693B8843}"/>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47B4E812-DB86-4C1F-8CF0-49F7D0E80195}"/>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7B964F3B-CD73-4A8D-9F50-CE1998D64A3B}"/>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3B11CCFD-3D58-4E62-A24C-935B7E9DE158}"/>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F16C03C4-C6C1-4E31-91D8-0C3E65392683}"/>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Tree>
    <p:extLst>
      <p:ext uri="{BB962C8B-B14F-4D97-AF65-F5344CB8AC3E}">
        <p14:creationId xmlns:p14="http://schemas.microsoft.com/office/powerpoint/2010/main" val="225174890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12d498e87b4472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9604ea8a78d4d0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3B2750C4-6995-4481-B8B4-7DFE7EC7F83F}"/>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FEDA5216-C6F3-486C-80E9-6AA76A762B01}"/>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C2543BD7-BCCF-4C9D-A24F-ADF609A1D97E}"/>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44143CB3-A254-402C-9F88-A161307DECA0}"/>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A497BC0C-AB6C-46EF-BCCC-618B8D5AEEFF}"/>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Tree>
    <p:extLst>
      <p:ext uri="{BB962C8B-B14F-4D97-AF65-F5344CB8AC3E}">
        <p14:creationId xmlns:p14="http://schemas.microsoft.com/office/powerpoint/2010/main" val="324419817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1e679b202424cd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8949e781135423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98A6F19F-2464-482B-A835-A73082430B6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C71A0C6-2A81-4479-93A1-BBCF6135FD82}"/>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D6EE4118-7E3C-4F90-96F4-514CDA409ECB}"/>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0A1C6487-5B1A-4F95-B370-5AD13C501400}"/>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798FC677-8239-42B9-A121-3B745E053639}"/>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220797F-0F91-44BC-BFD4-14D0F4D38358}"/>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D8BBE1A7-8458-4684-99D4-7B3C5DDFE4A7}"/>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4E38B43A-8ACA-4995-98D1-841C61324159}"/>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30C6C11E-4761-4A05-9D59-F60945459155}"/>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C4FDD1E5-7161-4ABA-BBCE-B71204038758}"/>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18EDF657-FBF4-4A92-919E-759ECF3220F3}"/>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577D2D18-52A8-4A87-90D0-B3D5EB287F52}"/>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Tree>
    <p:extLst>
      <p:ext uri="{BB962C8B-B14F-4D97-AF65-F5344CB8AC3E}">
        <p14:creationId xmlns:p14="http://schemas.microsoft.com/office/powerpoint/2010/main" val="97028649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2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6472d456f2b49d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06d3ae7ef19498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B741D2AD-92D1-4FAB-B06B-6F2FE0319617}"/>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8460F995-ED0E-4EE5-BDB9-DB38A092BCF0}"/>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2"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A7723E6B-20DF-4B08-A9C4-06238D18C05C}"/>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Tree>
    <p:extLst>
      <p:ext uri="{BB962C8B-B14F-4D97-AF65-F5344CB8AC3E}">
        <p14:creationId xmlns:p14="http://schemas.microsoft.com/office/powerpoint/2010/main" val="97028649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496"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d036672157c9481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97"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00baf24f7b2848e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98"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ae95cef683ac40f6">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01FC41CE-E21F-4F3C-85E6-32564F74E6F3}"/>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00"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641a3f3b6f154809">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01"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AE496A64-68B4-4E6B-A5EF-D74E68B8B95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spTree>
    <p:extLst>
      <p:ext uri="{BB962C8B-B14F-4D97-AF65-F5344CB8AC3E}">
        <p14:creationId xmlns:p14="http://schemas.microsoft.com/office/powerpoint/2010/main" val="90889379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326506c95034b7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2e4490ac14146f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95FDD4DE-CD9C-40F5-AACA-EFADC5C611BD}"/>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5F753A3B-1A83-4607-82C1-23E4BC137E71}"/>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2EEF91A-49B6-4C7C-BF71-D46CD612B0BF}"/>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EC402179-76BC-4F79-BD6E-D61618A977F3}"/>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5E54B8DC-2542-46A8-8B3B-F6B8D31E1BA3}"/>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0DBFB633-03D3-471D-823A-11A5C993D88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BF69127A-B896-45D6-8EB6-21DC1247C3EB}"/>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9258C8C3-23F0-43E0-80B0-48762833236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A3E0225B-690C-454F-A1D8-C017D1E4B1A1}"/>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9A6D7CE6-0F3B-41C1-9D65-64031CADD056}"/>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D12B2355-CECE-4262-9BE1-EC1BC7D59D62}"/>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EBFD39A9-CE55-471D-A545-1D67437459A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Tree>
    <p:extLst>
      <p:ext uri="{BB962C8B-B14F-4D97-AF65-F5344CB8AC3E}">
        <p14:creationId xmlns:p14="http://schemas.microsoft.com/office/powerpoint/2010/main" val="198624058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2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f0d1ec2b097426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ebecee9eb56408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645A38D3-1200-4F35-AF53-6B90DCA00C7E}"/>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31"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32"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076e01f1ddb146d1"/>
          </a:graphicData>
        </a:graphic>
      </p:graphicFrame>
      <p:sp>
        <p:nvSpPr>
          <p:cNvPr id="223" name="comparison-note">
            <a:extLst xmlns:a="http://schemas.openxmlformats.org/drawingml/2006/main">
              <a:ext uri="{FF2B5EF4-FFF2-40B4-BE49-F238E27FC236}">
                <a16:creationId xmlns:a16="http://schemas.microsoft.com/office/drawing/2014/main" id="{AC66DDEA-432F-4173-AAD8-17CC0565EBEB}"/>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Tree>
    <p:extLst>
      <p:ext uri="{BB962C8B-B14F-4D97-AF65-F5344CB8AC3E}">
        <p14:creationId xmlns:p14="http://schemas.microsoft.com/office/powerpoint/2010/main" val="341782926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1e1f31c7b7d4aa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4d821bc51b748f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pic>
        <p:nvPicPr>
          <p:cNvPr id="231" name=""/>
          <p:cNvPicPr>
            <a:picLocks xmlns:a="http://schemas.openxmlformats.org/drawingml/2006/main" noChangeAspect="1"/>
          </p:cNvPicPr>
          <p:nvPr/>
        </p:nvPicPr>
        <p:blipFill>
          <a:blip xmlns:r="http://schemas.openxmlformats.org/officeDocument/2006/relationships" xmlns:a="http://schemas.openxmlformats.org/drawingml/2006/main" r:embed="R94f0975720e14226"/>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32" name=""/>
          <p:cNvPicPr>
            <a:picLocks xmlns:a="http://schemas.openxmlformats.org/drawingml/2006/main" noChangeAspect="1"/>
          </p:cNvPicPr>
          <p:nvPr/>
        </p:nvPicPr>
        <p:blipFill>
          <a:blip xmlns:r="http://schemas.openxmlformats.org/officeDocument/2006/relationships" xmlns:a="http://schemas.openxmlformats.org/drawingml/2006/main" r:embed="Rb3963ed19108431c"/>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BF43B4E2-4B05-4942-BA11-3923A4C7176E}"/>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7CCFF8AB-5035-45B1-B2AE-51A5F8C8255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C4A88C37-10EC-435E-BD71-43CAB6B4CE29}"/>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Tree>
    <p:extLst>
      <p:ext uri="{BB962C8B-B14F-4D97-AF65-F5344CB8AC3E}">
        <p14:creationId xmlns:p14="http://schemas.microsoft.com/office/powerpoint/2010/main" val="343640598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532"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c27958284a39485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33"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c973559daeea447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34"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7d1816c7b970428e">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7C63C2D4-44D4-4AF8-989A-E246B6BD7BE4}"/>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536"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f35a691f39e4485f">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93AE205C-7C3D-4227-A3B4-266CA175318D}"/>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cxnSp>
        <p:nvCxnSpPr>
          <p:cNvPr id="538"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spTree>
    <p:extLst>
      <p:ext uri="{BB962C8B-B14F-4D97-AF65-F5344CB8AC3E}">
        <p14:creationId xmlns:p14="http://schemas.microsoft.com/office/powerpoint/2010/main" val="204740939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3755379ead3426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cc44d07ba03462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29775DBE-9AE2-42CE-82BF-CDFE007B0883}"/>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8EA0305-6036-42F3-93AD-62828A98035D}"/>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E90526C1-3ECF-446D-8783-5B0465CDA5D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8516B989-8FA1-48FD-89BF-266F20851510}"/>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D5D2163D-C5E1-4BAA-B177-9DCC52485923}"/>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ECB5A639-65BF-43FD-BD53-0B95F54346A2}"/>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1B14A8E6-C104-4BDB-843B-0FC676D21BB3}"/>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8DA56BD6-2040-4DEA-BDC9-C626A2A6C924}"/>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591B7545-7037-4081-8598-3F34B91446D2}"/>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DD823D2B-B1D0-4AB5-80AD-E879919088B2}"/>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D20CE786-98AA-4712-84B5-DA1B13F3EEB8}"/>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E6980240-BF6D-42D2-B777-4DEF3B7386D0}"/>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120DB96B-17C5-4305-AB8C-B018A70208D5}"/>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Tree>
    <p:extLst>
      <p:ext uri="{BB962C8B-B14F-4D97-AF65-F5344CB8AC3E}">
        <p14:creationId xmlns:p14="http://schemas.microsoft.com/office/powerpoint/2010/main" val="209313251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464726f3a89419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ebbf184292c4b7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8B5CA986-F814-470F-82B8-4B2A6DB440FB}"/>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76178B00-FC49-43EE-90F0-FAB9C24AFC52}"/>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733016AB-BEA2-433C-A63B-73BE9D299908}"/>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7FA85F52-92ED-4EFC-A57F-AD4E10D020E8}"/>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09EEADDF-403C-407C-9A55-4DBB73D77AC3}"/>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33921644-E468-495C-9334-202907366F79}"/>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982ACBD8-2B17-44EF-9E0F-A28EBD3C36D3}"/>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90137D01-165F-4697-AC01-F1028918E6C0}"/>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4543610B-1D66-4F18-A2A2-6A344FB616D3}"/>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92E21974-FFEF-4D67-8D3B-69265A2BDBF6}"/>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E5C4B992-257C-4217-ADD0-9B9BBBAE6DCE}"/>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559E27A1-D6B0-47B4-A830-A8D32F642F99}"/>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Tree>
    <p:extLst>
      <p:ext uri="{BB962C8B-B14F-4D97-AF65-F5344CB8AC3E}">
        <p14:creationId xmlns:p14="http://schemas.microsoft.com/office/powerpoint/2010/main" val="3838165317"/>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pic>
        <p:nvPicPr>
          <p:cNvPr id="22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116bd1d820943e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c7722828edb47d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C57E953-D16C-4099-94FA-6C0714492B81}"/>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1C53AB0C-7C82-4241-B19F-C5512CA983B3}"/>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Tree>
    <p:extLst>
      <p:ext uri="{BB962C8B-B14F-4D97-AF65-F5344CB8AC3E}">
        <p14:creationId xmlns:p14="http://schemas.microsoft.com/office/powerpoint/2010/main" val="3961040222"/>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575a0718309436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544be7ba9f04a3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371E5E1E-B7AA-42A3-A5FE-161FBE87935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CBA37DDB-00E0-412D-9DA8-7EB3BB87FA49}"/>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A3C11F67-189E-4648-A499-889CD5A723A5}"/>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C1F2D4D0-B7DC-4359-8998-A0699C2CAD4D}"/>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5B63C4-5BE0-4136-B818-D9D954EA6323}"/>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C0527795-98AB-43AF-B6A3-029030CCA1CD}"/>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955989D9-0FF4-4D9E-A1BA-50046607A522}"/>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FA43E496-0D49-4C47-9690-E2A58C59C8FB}"/>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1E51DBD0-BEAC-46CA-9261-E0684319B154}"/>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A6B56C4A-C4F2-4DA1-9774-7AA75F616BA6}"/>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4F9F044A-CAA7-48D4-8505-3DA0AD536E1F}"/>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867E6136-F68C-40C9-891B-58CD69167BB5}"/>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30E6E9E1-F904-4CF6-A2E4-DF1F80BAB457}"/>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BFF14885-32BD-4F39-B537-CF80DABC3A3B}"/>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Tree>
    <p:extLst>
      <p:ext uri="{BB962C8B-B14F-4D97-AF65-F5344CB8AC3E}">
        <p14:creationId xmlns:p14="http://schemas.microsoft.com/office/powerpoint/2010/main" val="3557563943"/>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e963ddd85aa4fc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e192ef001a5430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B99343A3-4F60-4EEE-ACBB-FE75ECFA1D0D}"/>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4A1556AE-9B8B-4776-AD89-0BFAF0EB8F4B}"/>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5A6E30B1-BD54-475F-B557-9A2EBF6F6B92}"/>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DD0AD32C-5792-44C4-B1A6-231F06966FE8}"/>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BC8CA705-3B66-45BC-9548-F3A3587898F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BDFA3200-E1CF-4B6A-9B92-52C9F02D8834}"/>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075272C1-44C9-4098-8BE8-2A5514022717}"/>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300DEFD1-8535-4F84-8808-27A566A45BB6}"/>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Tree>
    <p:extLst>
      <p:ext uri="{BB962C8B-B14F-4D97-AF65-F5344CB8AC3E}">
        <p14:creationId xmlns:p14="http://schemas.microsoft.com/office/powerpoint/2010/main" val="1942205720"/>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db67db61c884fd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157a6b51d5c444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FB07F1D9-83D4-4E0F-AFFB-D5D7C6D95A67}"/>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D179AE75-34F6-4882-A413-51E39F32D94C}"/>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6216612D-EACE-4159-857D-0BDD16905EE2}"/>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3DE191DC-9A11-489A-93E6-A7A2EAD623F8}"/>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0DFB2082-512A-49F0-A053-36F025FC7D93}"/>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595DC8F8-A466-46FB-9C23-4AE2ED931A7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1128BE27-EC38-46FB-96FF-6D836D89D6E4}"/>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CF20C873-18BE-4847-8C20-B0F469236309}"/>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Tree>
    <p:extLst>
      <p:ext uri="{BB962C8B-B14F-4D97-AF65-F5344CB8AC3E}">
        <p14:creationId xmlns:p14="http://schemas.microsoft.com/office/powerpoint/2010/main" val="243780179"/>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2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10777ff079a4c9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3b95cdb6194462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pic>
        <p:nvPicPr>
          <p:cNvPr id="227"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3449fa6e1dbd48f1">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Tree>
    <p:extLst>
      <p:ext uri="{BB962C8B-B14F-4D97-AF65-F5344CB8AC3E}">
        <p14:creationId xmlns:p14="http://schemas.microsoft.com/office/powerpoint/2010/main" val="1909310205"/>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608"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cae6d584ae02406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F21E9F79-693D-4E18-B339-219019ED9870}"/>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Fall 2025</a:t>
            </a:r>
            <a:endParaRPr b="1">
              <a:solidFill>
                <a:srgbClr val="002060"/>
              </a:solidFill>
              <a:latin typeface="Arial"/>
              <a:ea typeface="Arial"/>
              <a:cs typeface="Arial"/>
            </a:endParaRPr>
          </a:p>
        </p:txBody>
      </p:sp>
      <p:pic>
        <p:nvPicPr>
          <p:cNvPr id="610"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5dcec5cdae6c488d">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bd63f4dc0f44a6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spTree>
    <p:extLst>
      <p:ext uri="{BB962C8B-B14F-4D97-AF65-F5344CB8AC3E}">
        <p14:creationId xmlns:p14="http://schemas.microsoft.com/office/powerpoint/2010/main" val="413439912"/>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2026-09-24T00:24:12.5100000Z</dcterms:created>
  <dcterms:modified xsi:type="dcterms:W3CDTF">2026-09-24T00:24:12.5100000Z</dcterms:modified>
</coreProperties>
</file>