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17a6afbf9f4c3b" /><Relationship Type="http://schemas.openxmlformats.org/officeDocument/2006/relationships/extended-properties" Target="/docProps/app.xml" Id="Re9fb10fc6c24418f" /><Relationship Type="http://schemas.openxmlformats.org/officeDocument/2006/relationships/officeDocument" Target="/ppt/presentation.xml" Id="Rd71927211c924638" /></Relationships>
</file>

<file path=ppt/presentation.xml><?xml version="1.0" encoding="utf-8"?>
<p:presentation xmlns:p="http://schemas.openxmlformats.org/presentationml/2006/main">
  <p:sldMasterIdLst>
    <p:sldMasterId xmlns:r="http://schemas.openxmlformats.org/officeDocument/2006/relationships" id="2147483648" r:id="R6861aadf58034db1"/>
  </p:sldMasterIdLst>
  <p:notesMasterIdLst>
    <p:notesMasterId xmlns:r="http://schemas.openxmlformats.org/officeDocument/2006/relationships" r:id="R3f0e8342b8c04c43"/>
  </p:notesMasterIdLst>
  <p:sldIdLst>
    <p:sldId xmlns:r="http://schemas.openxmlformats.org/officeDocument/2006/relationships" id="256" r:id="R641c07f952ab49a2"/>
    <p:sldId xmlns:r="http://schemas.openxmlformats.org/officeDocument/2006/relationships" id="257" r:id="R84b0cbec7a714efb"/>
    <p:sldId xmlns:r="http://schemas.openxmlformats.org/officeDocument/2006/relationships" id="258" r:id="R94c1645dd91d47c4"/>
    <p:sldId xmlns:r="http://schemas.openxmlformats.org/officeDocument/2006/relationships" id="259" r:id="R29e2f7561b014189"/>
    <p:sldId xmlns:r="http://schemas.openxmlformats.org/officeDocument/2006/relationships" id="260" r:id="R4bfd7b0455654aa5"/>
    <p:sldId xmlns:r="http://schemas.openxmlformats.org/officeDocument/2006/relationships" id="261" r:id="R6b36fa0a0c2844d3"/>
    <p:sldId xmlns:r="http://schemas.openxmlformats.org/officeDocument/2006/relationships" id="262" r:id="Rd80f5ca9fc6f4403"/>
    <p:sldId xmlns:r="http://schemas.openxmlformats.org/officeDocument/2006/relationships" id="263" r:id="R317392081d5748c2"/>
    <p:sldId xmlns:r="http://schemas.openxmlformats.org/officeDocument/2006/relationships" id="264" r:id="R5510a74cd2484110"/>
    <p:sldId xmlns:r="http://schemas.openxmlformats.org/officeDocument/2006/relationships" id="265" r:id="Rb2fb3e2445c44588"/>
    <p:sldId xmlns:r="http://schemas.openxmlformats.org/officeDocument/2006/relationships" id="266" r:id="R691d19300e704998"/>
    <p:sldId xmlns:r="http://schemas.openxmlformats.org/officeDocument/2006/relationships" id="267" r:id="R2c4557d5d03b42d1"/>
    <p:sldId xmlns:r="http://schemas.openxmlformats.org/officeDocument/2006/relationships" id="268" r:id="R889d18b0c0eb42b6"/>
    <p:sldId xmlns:r="http://schemas.openxmlformats.org/officeDocument/2006/relationships" id="269" r:id="Raa055bf8ca1649f8"/>
    <p:sldId xmlns:r="http://schemas.openxmlformats.org/officeDocument/2006/relationships" id="270" r:id="R9a0e0e7a41784305"/>
    <p:sldId xmlns:r="http://schemas.openxmlformats.org/officeDocument/2006/relationships" id="271" r:id="Rc4b4b897eea543e6"/>
    <p:sldId xmlns:r="http://schemas.openxmlformats.org/officeDocument/2006/relationships" id="272" r:id="R3763e52a0e974ce4"/>
    <p:sldId xmlns:r="http://schemas.openxmlformats.org/officeDocument/2006/relationships" id="273" r:id="R71168e78fd214413"/>
    <p:sldId xmlns:r="http://schemas.openxmlformats.org/officeDocument/2006/relationships" id="274" r:id="R8534fa5e31314c44"/>
    <p:sldId xmlns:r="http://schemas.openxmlformats.org/officeDocument/2006/relationships" id="275" r:id="R6afc7c949dc34f0b"/>
    <p:sldId xmlns:r="http://schemas.openxmlformats.org/officeDocument/2006/relationships" id="276" r:id="R9601eaa11bfc4a88"/>
    <p:sldId xmlns:r="http://schemas.openxmlformats.org/officeDocument/2006/relationships" id="277" r:id="Ref7dba0b689349b2"/>
    <p:sldId xmlns:r="http://schemas.openxmlformats.org/officeDocument/2006/relationships" id="278" r:id="R57e71f919be94e57"/>
    <p:sldId xmlns:r="http://schemas.openxmlformats.org/officeDocument/2006/relationships" id="279" r:id="Ra37bc0d9b0924d5d"/>
    <p:sldId xmlns:r="http://schemas.openxmlformats.org/officeDocument/2006/relationships" id="280" r:id="R07e808765277472e"/>
    <p:sldId xmlns:r="http://schemas.openxmlformats.org/officeDocument/2006/relationships" id="281" r:id="Rc961b9e765fc4241"/>
    <p:sldId xmlns:r="http://schemas.openxmlformats.org/officeDocument/2006/relationships" id="282" r:id="Rbfc74c0768a445bf"/>
    <p:sldId xmlns:r="http://schemas.openxmlformats.org/officeDocument/2006/relationships" id="283" r:id="R6d2a8bf2249f4420"/>
    <p:sldId xmlns:r="http://schemas.openxmlformats.org/officeDocument/2006/relationships" id="284" r:id="R7ba105ab14f443af"/>
    <p:sldId xmlns:r="http://schemas.openxmlformats.org/officeDocument/2006/relationships" id="285" r:id="R600cdf8c891744da"/>
    <p:sldId xmlns:r="http://schemas.openxmlformats.org/officeDocument/2006/relationships" id="286" r:id="R2d9d327dead94c87"/>
    <p:sldId xmlns:r="http://schemas.openxmlformats.org/officeDocument/2006/relationships" id="287" r:id="R64585be0945c48c8"/>
    <p:sldId xmlns:r="http://schemas.openxmlformats.org/officeDocument/2006/relationships" id="288" r:id="R8b037479686f4e0d"/>
    <p:sldId xmlns:r="http://schemas.openxmlformats.org/officeDocument/2006/relationships" id="289" r:id="R978a7a43b9304262"/>
    <p:sldId xmlns:r="http://schemas.openxmlformats.org/officeDocument/2006/relationships" id="290" r:id="Rfebc73312ae24b6a"/>
    <p:sldId xmlns:r="http://schemas.openxmlformats.org/officeDocument/2006/relationships" id="291" r:id="R5a2ab30a53734059"/>
    <p:sldId xmlns:r="http://schemas.openxmlformats.org/officeDocument/2006/relationships" id="292" r:id="Re4592b2d1bc449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67d467996094a0e" /><Relationship Type="http://schemas.openxmlformats.org/officeDocument/2006/relationships/slideMaster" Target="/ppt/slideMasters/slideMaster1.xml" Id="R6861aadf58034db1" /><Relationship Type="http://schemas.openxmlformats.org/officeDocument/2006/relationships/notesMaster" Target="/ppt/notesMasters/notesMaster1.xml" Id="R3f0e8342b8c04c43" /><Relationship Type="http://schemas.openxmlformats.org/officeDocument/2006/relationships/presProps" Target="/ppt/presProps.xml" Id="Rb7a98f58468c453b" /><Relationship Type="http://schemas.openxmlformats.org/officeDocument/2006/relationships/viewProps" Target="/ppt/viewProps.xml" Id="R7cba9b6593a34f65" /><Relationship Type="http://schemas.openxmlformats.org/officeDocument/2006/relationships/tableStyles" Target="/ppt/tableStyles.xml" Id="R75558d9ed3834e3d" /><Relationship Type="http://schemas.openxmlformats.org/officeDocument/2006/relationships/slide" Target="/ppt/slides/slide1.xml" Id="R641c07f952ab49a2" /><Relationship Type="http://schemas.openxmlformats.org/officeDocument/2006/relationships/slide" Target="/ppt/slides/slide2.xml" Id="R84b0cbec7a714efb" /><Relationship Type="http://schemas.openxmlformats.org/officeDocument/2006/relationships/slide" Target="/ppt/slides/slide3.xml" Id="R94c1645dd91d47c4" /><Relationship Type="http://schemas.openxmlformats.org/officeDocument/2006/relationships/slide" Target="/ppt/slides/slide4.xml" Id="R29e2f7561b014189" /><Relationship Type="http://schemas.openxmlformats.org/officeDocument/2006/relationships/slide" Target="/ppt/slides/slide5.xml" Id="R4bfd7b0455654aa5" /><Relationship Type="http://schemas.openxmlformats.org/officeDocument/2006/relationships/slide" Target="/ppt/slides/slide6.xml" Id="R6b36fa0a0c2844d3" /><Relationship Type="http://schemas.openxmlformats.org/officeDocument/2006/relationships/slide" Target="/ppt/slides/slide7.xml" Id="Rd80f5ca9fc6f4403" /><Relationship Type="http://schemas.openxmlformats.org/officeDocument/2006/relationships/slide" Target="/ppt/slides/slide8.xml" Id="R317392081d5748c2" /><Relationship Type="http://schemas.openxmlformats.org/officeDocument/2006/relationships/slide" Target="/ppt/slides/slide9.xml" Id="R5510a74cd2484110" /><Relationship Type="http://schemas.openxmlformats.org/officeDocument/2006/relationships/slide" Target="/ppt/slides/slide10.xml" Id="Rb2fb3e2445c44588" /><Relationship Type="http://schemas.openxmlformats.org/officeDocument/2006/relationships/slide" Target="/ppt/slides/slide11.xml" Id="R691d19300e704998" /><Relationship Type="http://schemas.openxmlformats.org/officeDocument/2006/relationships/slide" Target="/ppt/slides/slide12.xml" Id="R2c4557d5d03b42d1" /><Relationship Type="http://schemas.openxmlformats.org/officeDocument/2006/relationships/slide" Target="/ppt/slides/slide13.xml" Id="R889d18b0c0eb42b6" /><Relationship Type="http://schemas.openxmlformats.org/officeDocument/2006/relationships/slide" Target="/ppt/slides/slide14.xml" Id="Raa055bf8ca1649f8" /><Relationship Type="http://schemas.openxmlformats.org/officeDocument/2006/relationships/slide" Target="/ppt/slides/slide15.xml" Id="R9a0e0e7a41784305" /><Relationship Type="http://schemas.openxmlformats.org/officeDocument/2006/relationships/slide" Target="/ppt/slides/slide16.xml" Id="Rc4b4b897eea543e6" /><Relationship Type="http://schemas.openxmlformats.org/officeDocument/2006/relationships/slide" Target="/ppt/slides/slide17.xml" Id="R3763e52a0e974ce4" /><Relationship Type="http://schemas.openxmlformats.org/officeDocument/2006/relationships/slide" Target="/ppt/slides/slide18.xml" Id="R71168e78fd214413" /><Relationship Type="http://schemas.openxmlformats.org/officeDocument/2006/relationships/slide" Target="/ppt/slides/slide19.xml" Id="R8534fa5e31314c44" /><Relationship Type="http://schemas.openxmlformats.org/officeDocument/2006/relationships/slide" Target="/ppt/slides/slide20.xml" Id="R6afc7c949dc34f0b" /><Relationship Type="http://schemas.openxmlformats.org/officeDocument/2006/relationships/slide" Target="/ppt/slides/slide21.xml" Id="R9601eaa11bfc4a88" /><Relationship Type="http://schemas.openxmlformats.org/officeDocument/2006/relationships/slide" Target="/ppt/slides/slide22.xml" Id="Ref7dba0b689349b2" /><Relationship Type="http://schemas.openxmlformats.org/officeDocument/2006/relationships/slide" Target="/ppt/slides/slide23.xml" Id="R57e71f919be94e57" /><Relationship Type="http://schemas.openxmlformats.org/officeDocument/2006/relationships/slide" Target="/ppt/slides/slide24.xml" Id="Ra37bc0d9b0924d5d" /><Relationship Type="http://schemas.openxmlformats.org/officeDocument/2006/relationships/slide" Target="/ppt/slides/slide25.xml" Id="R07e808765277472e" /><Relationship Type="http://schemas.openxmlformats.org/officeDocument/2006/relationships/slide" Target="/ppt/slides/slide26.xml" Id="Rc961b9e765fc4241" /><Relationship Type="http://schemas.openxmlformats.org/officeDocument/2006/relationships/slide" Target="/ppt/slides/slide27.xml" Id="Rbfc74c0768a445bf" /><Relationship Type="http://schemas.openxmlformats.org/officeDocument/2006/relationships/slide" Target="/ppt/slides/slide28.xml" Id="R6d2a8bf2249f4420" /><Relationship Type="http://schemas.openxmlformats.org/officeDocument/2006/relationships/slide" Target="/ppt/slides/slide29.xml" Id="R7ba105ab14f443af" /><Relationship Type="http://schemas.openxmlformats.org/officeDocument/2006/relationships/slide" Target="/ppt/slides/slide30.xml" Id="R600cdf8c891744da" /><Relationship Type="http://schemas.openxmlformats.org/officeDocument/2006/relationships/slide" Target="/ppt/slides/slide31.xml" Id="R2d9d327dead94c87" /><Relationship Type="http://schemas.openxmlformats.org/officeDocument/2006/relationships/slide" Target="/ppt/slides/slide32.xml" Id="R64585be0945c48c8" /><Relationship Type="http://schemas.openxmlformats.org/officeDocument/2006/relationships/slide" Target="/ppt/slides/slide33.xml" Id="R8b037479686f4e0d" /><Relationship Type="http://schemas.openxmlformats.org/officeDocument/2006/relationships/slide" Target="/ppt/slides/slide34.xml" Id="R978a7a43b9304262" /><Relationship Type="http://schemas.openxmlformats.org/officeDocument/2006/relationships/slide" Target="/ppt/slides/slide35.xml" Id="Rfebc73312ae24b6a" /><Relationship Type="http://schemas.openxmlformats.org/officeDocument/2006/relationships/slide" Target="/ppt/slides/slide36.xml" Id="R5a2ab30a53734059" /><Relationship Type="http://schemas.openxmlformats.org/officeDocument/2006/relationships/slide" Target="/ppt/slides/slide37.xml" Id="Re4592b2d1bc449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c011079bc246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e6e5e540a64b57" /><Relationship Type="http://schemas.openxmlformats.org/officeDocument/2006/relationships/notesMaster" Target="/ppt/notesMasters/notesMaster1.xml" Id="Refd1b018cec14b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89ee89a6d14e38" /><Relationship Type="http://schemas.openxmlformats.org/officeDocument/2006/relationships/notesMaster" Target="/ppt/notesMasters/notesMaster1.xml" Id="Ra8c8d1a9882146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4d541cc85c4c0e" /><Relationship Type="http://schemas.openxmlformats.org/officeDocument/2006/relationships/notesMaster" Target="/ppt/notesMasters/notesMaster1.xml" Id="R1870025adaa348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d0bf3341c04ddc" /><Relationship Type="http://schemas.openxmlformats.org/officeDocument/2006/relationships/notesMaster" Target="/ppt/notesMasters/notesMaster1.xml" Id="Ra25a4f97021541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0fdd8e587446d5" /><Relationship Type="http://schemas.openxmlformats.org/officeDocument/2006/relationships/notesMaster" Target="/ppt/notesMasters/notesMaster1.xml" Id="R9eac024a0bc242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143e5a5c3a446a" /><Relationship Type="http://schemas.openxmlformats.org/officeDocument/2006/relationships/notesMaster" Target="/ppt/notesMasters/notesMaster1.xml" Id="R358c24da926840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ea9dfb2a2342ed" /><Relationship Type="http://schemas.openxmlformats.org/officeDocument/2006/relationships/notesMaster" Target="/ppt/notesMasters/notesMaster1.xml" Id="Rc6e3a0fc791148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07306e00e84045" /><Relationship Type="http://schemas.openxmlformats.org/officeDocument/2006/relationships/notesMaster" Target="/ppt/notesMasters/notesMaster1.xml" Id="R3dc9133670c549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fc063875654c08" /><Relationship Type="http://schemas.openxmlformats.org/officeDocument/2006/relationships/notesMaster" Target="/ppt/notesMasters/notesMaster1.xml" Id="Rfb4cbaaca61b46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5b0f54e4604b83" /><Relationship Type="http://schemas.openxmlformats.org/officeDocument/2006/relationships/notesMaster" Target="/ppt/notesMasters/notesMaster1.xml" Id="R85a2388c569047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e206d7871343d7" /><Relationship Type="http://schemas.openxmlformats.org/officeDocument/2006/relationships/notesMaster" Target="/ppt/notesMasters/notesMaster1.xml" Id="Rc877c1b7828c4d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42c380d9bd4fcb" /><Relationship Type="http://schemas.openxmlformats.org/officeDocument/2006/relationships/notesMaster" Target="/ppt/notesMasters/notesMaster1.xml" Id="Rac7b1095b4b74f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0511030b3c461a" /><Relationship Type="http://schemas.openxmlformats.org/officeDocument/2006/relationships/notesMaster" Target="/ppt/notesMasters/notesMaster1.xml" Id="R2eb896473aed46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b3d0d3dec24bc4" /><Relationship Type="http://schemas.openxmlformats.org/officeDocument/2006/relationships/notesMaster" Target="/ppt/notesMasters/notesMaster1.xml" Id="R35326aa2e92a4e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32077e901144bf" /><Relationship Type="http://schemas.openxmlformats.org/officeDocument/2006/relationships/notesMaster" Target="/ppt/notesMasters/notesMaster1.xml" Id="R0c8f069e3a8142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881c8becbb42a6" /><Relationship Type="http://schemas.openxmlformats.org/officeDocument/2006/relationships/notesMaster" Target="/ppt/notesMasters/notesMaster1.xml" Id="Reec39067d4b24e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0e3fca6b944f91" /><Relationship Type="http://schemas.openxmlformats.org/officeDocument/2006/relationships/notesMaster" Target="/ppt/notesMasters/notesMaster1.xml" Id="R23977b90adcc4f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5f789b3ba6491a" /><Relationship Type="http://schemas.openxmlformats.org/officeDocument/2006/relationships/notesMaster" Target="/ppt/notesMasters/notesMaster1.xml" Id="R11fe49955a4e48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9c8673a15e44f1" /><Relationship Type="http://schemas.openxmlformats.org/officeDocument/2006/relationships/notesMaster" Target="/ppt/notesMasters/notesMaster1.xml" Id="R16bcbbd3358e4a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c76b6f7d1c4e97" /><Relationship Type="http://schemas.openxmlformats.org/officeDocument/2006/relationships/notesMaster" Target="/ppt/notesMasters/notesMaster1.xml" Id="Rdcd2fe488bdf4f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675e0d958bb4435" /><Relationship Type="http://schemas.openxmlformats.org/officeDocument/2006/relationships/notesMaster" Target="/ppt/notesMasters/notesMaster1.xml" Id="R486a9887a9cc43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0a42abafb4a4c8d" /><Relationship Type="http://schemas.openxmlformats.org/officeDocument/2006/relationships/notesMaster" Target="/ppt/notesMasters/notesMaster1.xml" Id="Rdb48eadf3f89461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56b71fa9684c45" /><Relationship Type="http://schemas.openxmlformats.org/officeDocument/2006/relationships/notesMaster" Target="/ppt/notesMasters/notesMaster1.xml" Id="Rc2a249ff44124c0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92cd4129414d03" /><Relationship Type="http://schemas.openxmlformats.org/officeDocument/2006/relationships/notesMaster" Target="/ppt/notesMasters/notesMaster1.xml" Id="R53e1a86ca0bd4f5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5295ce021a48f3" /><Relationship Type="http://schemas.openxmlformats.org/officeDocument/2006/relationships/notesMaster" Target="/ppt/notesMasters/notesMaster1.xml" Id="R939f0bf665ef4b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90788853c3746ba" /><Relationship Type="http://schemas.openxmlformats.org/officeDocument/2006/relationships/notesMaster" Target="/ppt/notesMasters/notesMaster1.xml" Id="R3709bce0d9bd4c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e4d65e20fb94ca9" /><Relationship Type="http://schemas.openxmlformats.org/officeDocument/2006/relationships/notesMaster" Target="/ppt/notesMasters/notesMaster1.xml" Id="R209b648c394d436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e96791636054013" /><Relationship Type="http://schemas.openxmlformats.org/officeDocument/2006/relationships/notesMaster" Target="/ppt/notesMasters/notesMaster1.xml" Id="Rcdbecf5dd97b4a9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94e4ace14e54d6d" /><Relationship Type="http://schemas.openxmlformats.org/officeDocument/2006/relationships/notesMaster" Target="/ppt/notesMasters/notesMaster1.xml" Id="R9f59cef1e49f48f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2282985526d45fd" /><Relationship Type="http://schemas.openxmlformats.org/officeDocument/2006/relationships/notesMaster" Target="/ppt/notesMasters/notesMaster1.xml" Id="R9d77bb22c58f47e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9792a34edaf4f38" /><Relationship Type="http://schemas.openxmlformats.org/officeDocument/2006/relationships/notesMaster" Target="/ppt/notesMasters/notesMaster1.xml" Id="R5f12d61191c14c7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b3b00abad884fe3" /><Relationship Type="http://schemas.openxmlformats.org/officeDocument/2006/relationships/notesMaster" Target="/ppt/notesMasters/notesMaster1.xml" Id="R6456d94481274fe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a2ee7549c644e7f" /><Relationship Type="http://schemas.openxmlformats.org/officeDocument/2006/relationships/notesMaster" Target="/ppt/notesMasters/notesMaster1.xml" Id="Rb83b122679d8480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a3e96c75a8941fa" /><Relationship Type="http://schemas.openxmlformats.org/officeDocument/2006/relationships/notesMaster" Target="/ppt/notesMasters/notesMaster1.xml" Id="R5acf7109c567469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25cf85d84254a88" /><Relationship Type="http://schemas.openxmlformats.org/officeDocument/2006/relationships/notesMaster" Target="/ppt/notesMasters/notesMaster1.xml" Id="R97e3ee7995ac47a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8d8742707ea4bff" /><Relationship Type="http://schemas.openxmlformats.org/officeDocument/2006/relationships/notesMaster" Target="/ppt/notesMasters/notesMaster1.xml" Id="R505e07fbb9f6433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785b864e32a4118" /><Relationship Type="http://schemas.openxmlformats.org/officeDocument/2006/relationships/notesMaster" Target="/ppt/notesMasters/notesMaster1.xml" Id="R5d946ca5a9904c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18939fe81145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41addf1efd42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7f3883d5ce43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acee0f65e24a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1a17ac23dd42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5d32546cc1477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1e7a4380f20408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97b1074a951401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7f3dfb371c04c2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4db35abd26b457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86bb2b43c904c12"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01"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9"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7fe7dcbeb9448b" /><Relationship Type="http://schemas.openxmlformats.org/officeDocument/2006/relationships/slideLayout" Target="/ppt/slideLayouts/slideLayout1.xml" Id="R424047b41c534f9b" /><Relationship Type="http://schemas.openxmlformats.org/officeDocument/2006/relationships/slideLayout" Target="/ppt/slideLayouts/slideLayout2.xml" Id="Raadcebf86b86492a" /><Relationship Type="http://schemas.openxmlformats.org/officeDocument/2006/relationships/slideLayout" Target="/ppt/slideLayouts/slideLayout3.xml" Id="R267999b29e364d42" /><Relationship Type="http://schemas.openxmlformats.org/officeDocument/2006/relationships/slideLayout" Target="/ppt/slideLayouts/slideLayout4.xml" Id="R8940afeccba94d4f" /><Relationship Type="http://schemas.openxmlformats.org/officeDocument/2006/relationships/slideLayout" Target="/ppt/slideLayouts/slideLayout5.xml" Id="R465eb3d1c2a04c98" /><Relationship Type="http://schemas.openxmlformats.org/officeDocument/2006/relationships/slideLayout" Target="/ppt/slideLayouts/slideLayout6.xml" Id="R04c0dcadcd5d447a" /><Relationship Type="http://schemas.openxmlformats.org/officeDocument/2006/relationships/slideLayout" Target="/ppt/slideLayouts/slideLayout7.xml" Id="Re2f495871aa54ffd" /><Relationship Type="http://schemas.openxmlformats.org/officeDocument/2006/relationships/slideLayout" Target="/ppt/slideLayouts/slideLayout8.xml" Id="R0709945fece24cff" /><Relationship Type="http://schemas.openxmlformats.org/officeDocument/2006/relationships/slideLayout" Target="/ppt/slideLayouts/slideLayout9.xml" Id="R83dbcb95c87d4c91" /><Relationship Type="http://schemas.openxmlformats.org/officeDocument/2006/relationships/slideLayout" Target="/ppt/slideLayouts/slideLayout10.xml" Id="R5da50dbf3d25492e" /><Relationship Type="http://schemas.openxmlformats.org/officeDocument/2006/relationships/slideLayout" Target="/ppt/slideLayouts/slideLayout11.xml" Id="Rdaa63de8b65045a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24047b41c534f9b"/>
    <p:sldLayoutId xmlns:r="http://schemas.openxmlformats.org/officeDocument/2006/relationships" id="2147483650" r:id="Raadcebf86b86492a"/>
    <p:sldLayoutId xmlns:r="http://schemas.openxmlformats.org/officeDocument/2006/relationships" id="2147483651" r:id="R267999b29e364d42"/>
    <p:sldLayoutId xmlns:r="http://schemas.openxmlformats.org/officeDocument/2006/relationships" id="2147483652" r:id="R8940afeccba94d4f"/>
    <p:sldLayoutId xmlns:r="http://schemas.openxmlformats.org/officeDocument/2006/relationships" id="2147483653" r:id="R465eb3d1c2a04c98"/>
    <p:sldLayoutId xmlns:r="http://schemas.openxmlformats.org/officeDocument/2006/relationships" id="2147483654" r:id="R04c0dcadcd5d447a"/>
    <p:sldLayoutId xmlns:r="http://schemas.openxmlformats.org/officeDocument/2006/relationships" id="2147483655" r:id="Re2f495871aa54ffd"/>
    <p:sldLayoutId xmlns:r="http://schemas.openxmlformats.org/officeDocument/2006/relationships" id="2147483656" r:id="R0709945fece24cff"/>
    <p:sldLayoutId xmlns:r="http://schemas.openxmlformats.org/officeDocument/2006/relationships" id="2147483657" r:id="R83dbcb95c87d4c91"/>
    <p:sldLayoutId xmlns:r="http://schemas.openxmlformats.org/officeDocument/2006/relationships" id="2147483658" r:id="R5da50dbf3d25492e"/>
    <p:sldLayoutId xmlns:r="http://schemas.openxmlformats.org/officeDocument/2006/relationships" id="2147483659" r:id="Rdaa63de8b65045a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8ac3342e954127" /><Relationship Type="http://schemas.openxmlformats.org/officeDocument/2006/relationships/image" Target="/ppt/media/image.png" Id="Rcd341c5603fe4dd0" /><Relationship Type="http://schemas.openxmlformats.org/officeDocument/2006/relationships/image" Target="/ppt/media/image2.png" Id="R397cbfd0582843ea" /><Relationship Type="http://schemas.openxmlformats.org/officeDocument/2006/relationships/notesSlide" Target="/ppt/notesSlides/notesSlide1.xml" Id="R456066e7f5a846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a9953a94874a34" /><Relationship Type="http://schemas.openxmlformats.org/officeDocument/2006/relationships/image" Target="/ppt/media/image.jpeg" Id="R3ff6823ed92842f5" /><Relationship Type="http://schemas.openxmlformats.org/officeDocument/2006/relationships/image" Target="/ppt/media/image3.png" Id="R1821ef488b0948dd" /><Relationship Type="http://schemas.openxmlformats.org/officeDocument/2006/relationships/notesSlide" Target="/ppt/notesSlides/notesSlide2.xml" Id="R7a24831ad6f34b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e0ef61c461a4dc2" /><Relationship Type="http://schemas.openxmlformats.org/officeDocument/2006/relationships/image" Target="/ppt/media/image2.jpeg" Id="Rd46f381ecc6c46ba" /><Relationship Type="http://schemas.openxmlformats.org/officeDocument/2006/relationships/image" Target="/ppt/media/image2.png" Id="R64a27fef1a324f85" /><Relationship Type="http://schemas.openxmlformats.org/officeDocument/2006/relationships/image" Target="/ppt/media/image4.png" Id="R995a38ce3b364f81" /><Relationship Type="http://schemas.openxmlformats.org/officeDocument/2006/relationships/image" Target="/ppt/media/image5.png" Id="R01ac5e547bd2452b" /><Relationship Type="http://schemas.openxmlformats.org/officeDocument/2006/relationships/notesSlide" Target="/ppt/notesSlides/notesSlide3.xml" Id="R8e1dacb3632645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5ff51524d447c9" /><Relationship Type="http://schemas.openxmlformats.org/officeDocument/2006/relationships/image" Target="/ppt/media/image2.jpeg" Id="R60459f23fb514479" /><Relationship Type="http://schemas.openxmlformats.org/officeDocument/2006/relationships/image" Target="/ppt/media/image2.png" Id="R0053123c48ed42e3" /><Relationship Type="http://schemas.openxmlformats.org/officeDocument/2006/relationships/image" Target="/ppt/media/image6.png" Id="R0f898ad70e384699" /><Relationship Type="http://schemas.openxmlformats.org/officeDocument/2006/relationships/notesSlide" Target="/ppt/notesSlides/notesSlide4.xml" Id="Rd8bb0710b2f54d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73dd496afd40a9" /><Relationship Type="http://schemas.openxmlformats.org/officeDocument/2006/relationships/image" Target="/ppt/media/image2.jpeg" Id="R8cc3164800074f33" /><Relationship Type="http://schemas.openxmlformats.org/officeDocument/2006/relationships/image" Target="/ppt/media/image2.png" Id="R026baabee4064dd7" /><Relationship Type="http://schemas.openxmlformats.org/officeDocument/2006/relationships/notesSlide" Target="/ppt/notesSlides/notesSlide5.xml" Id="R3032eaddb61144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72b70bf3fd4021" /><Relationship Type="http://schemas.openxmlformats.org/officeDocument/2006/relationships/image" Target="/ppt/media/image2.jpeg" Id="R9d8d80292c1443b7" /><Relationship Type="http://schemas.openxmlformats.org/officeDocument/2006/relationships/image" Target="/ppt/media/image2.png" Id="R89eb5a712ace49eb" /><Relationship Type="http://schemas.openxmlformats.org/officeDocument/2006/relationships/notesSlide" Target="/ppt/notesSlides/notesSlide6.xml" Id="R9d72ff875a5b4d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627fda2987d4e85" /><Relationship Type="http://schemas.openxmlformats.org/officeDocument/2006/relationships/image" Target="/ppt/media/image2.jpeg" Id="Ra15a2a473e224dec" /><Relationship Type="http://schemas.openxmlformats.org/officeDocument/2006/relationships/image" Target="/ppt/media/image2.png" Id="R0b6e0315c9d44255" /><Relationship Type="http://schemas.openxmlformats.org/officeDocument/2006/relationships/chart" Target="/ppt/slides/charts/chart1.xml" Id="R461dfbd730df4205" /><Relationship Type="http://schemas.openxmlformats.org/officeDocument/2006/relationships/notesSlide" Target="/ppt/notesSlides/notesSlide7.xml" Id="R60353751dac640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4ef7af2dfa4ef4" /><Relationship Type="http://schemas.openxmlformats.org/officeDocument/2006/relationships/image" Target="/ppt/media/image2.jpeg" Id="R2a62ffcaffe24673" /><Relationship Type="http://schemas.openxmlformats.org/officeDocument/2006/relationships/image" Target="/ppt/media/image2.png" Id="R6747342bf00243b3" /><Relationship Type="http://schemas.openxmlformats.org/officeDocument/2006/relationships/notesSlide" Target="/ppt/notesSlides/notesSlide8.xml" Id="R62f9264c5b8943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52234df8fa74993" /><Relationship Type="http://schemas.openxmlformats.org/officeDocument/2006/relationships/image" Target="/ppt/media/image2.jpeg" Id="R2ca13d7a9dbd4497" /><Relationship Type="http://schemas.openxmlformats.org/officeDocument/2006/relationships/image" Target="/ppt/media/image2.png" Id="R9692ff839f514562" /><Relationship Type="http://schemas.openxmlformats.org/officeDocument/2006/relationships/notesSlide" Target="/ppt/notesSlides/notesSlide9.xml" Id="R7fb4f15ce2fb49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a7178645ff14ca7" /><Relationship Type="http://schemas.openxmlformats.org/officeDocument/2006/relationships/image" Target="/ppt/media/image2.jpeg" Id="Rdea510cd049a4999" /><Relationship Type="http://schemas.openxmlformats.org/officeDocument/2006/relationships/image" Target="/ppt/media/image2.png" Id="Rb7e04bd502e54392" /><Relationship Type="http://schemas.openxmlformats.org/officeDocument/2006/relationships/image" Target="/ppt/media/image4.png" Id="R2eb0de60fd884818" /><Relationship Type="http://schemas.openxmlformats.org/officeDocument/2006/relationships/image" Target="/ppt/media/image7.png" Id="Rf0ac31a7a2e749da" /><Relationship Type="http://schemas.openxmlformats.org/officeDocument/2006/relationships/notesSlide" Target="/ppt/notesSlides/notesSlide10.xml" Id="R32cdcf12398041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3d824e31dc4387" /><Relationship Type="http://schemas.openxmlformats.org/officeDocument/2006/relationships/image" Target="/ppt/media/image2.jpeg" Id="R4ae8e8bc1f014a2d" /><Relationship Type="http://schemas.openxmlformats.org/officeDocument/2006/relationships/image" Target="/ppt/media/image2.png" Id="R31a66a225e654364" /><Relationship Type="http://schemas.openxmlformats.org/officeDocument/2006/relationships/notesSlide" Target="/ppt/notesSlides/notesSlide11.xml" Id="Rbec3fdf394e147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93ac08839a40a8" /><Relationship Type="http://schemas.openxmlformats.org/officeDocument/2006/relationships/image" Target="/ppt/media/image3.jpeg" Id="Rc885c2a6a31f498d" /><Relationship Type="http://schemas.openxmlformats.org/officeDocument/2006/relationships/image" Target="/ppt/media/image8.png" Id="Rbe752e813fc746dd" /><Relationship Type="http://schemas.openxmlformats.org/officeDocument/2006/relationships/notesSlide" Target="/ppt/notesSlides/notesSlide12.xml" Id="R5d6c722b2f0944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6e9c5a817d84423" /><Relationship Type="http://schemas.openxmlformats.org/officeDocument/2006/relationships/image" Target="/ppt/media/image2.jpeg" Id="Rdb7f74e04f9f4b4f" /><Relationship Type="http://schemas.openxmlformats.org/officeDocument/2006/relationships/image" Target="/ppt/media/image2.png" Id="R68a9258bc6a54194" /><Relationship Type="http://schemas.openxmlformats.org/officeDocument/2006/relationships/notesSlide" Target="/ppt/notesSlides/notesSlide13.xml" Id="R39b33c4de51d4f4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90e13a460a45bf" /><Relationship Type="http://schemas.openxmlformats.org/officeDocument/2006/relationships/image" Target="/ppt/media/image2.jpeg" Id="R4f00a845603b4865" /><Relationship Type="http://schemas.openxmlformats.org/officeDocument/2006/relationships/image" Target="/ppt/media/image2.png" Id="Rd795979cc89841e6" /><Relationship Type="http://schemas.openxmlformats.org/officeDocument/2006/relationships/image" Target="/ppt/media/image4.jpeg" Id="R2b6dabda60504910" /><Relationship Type="http://schemas.openxmlformats.org/officeDocument/2006/relationships/image" Target="/ppt/media/image9.png" Id="R81c192a18d004537" /><Relationship Type="http://schemas.openxmlformats.org/officeDocument/2006/relationships/notesSlide" Target="/ppt/notesSlides/notesSlide14.xml" Id="R7858ebe3b0ad42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e3af566417d427e" /><Relationship Type="http://schemas.openxmlformats.org/officeDocument/2006/relationships/image" Target="/ppt/media/image2.jpeg" Id="R0a8f4a576c7e4435" /><Relationship Type="http://schemas.openxmlformats.org/officeDocument/2006/relationships/image" Target="/ppt/media/image2.png" Id="R6f13459ee8fa4d39" /><Relationship Type="http://schemas.openxmlformats.org/officeDocument/2006/relationships/notesSlide" Target="/ppt/notesSlides/notesSlide15.xml" Id="R4102da93dbdf45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bcdd182b5c184571" /><Relationship Type="http://schemas.openxmlformats.org/officeDocument/2006/relationships/image" Target="/ppt/media/image2.jpeg" Id="Rb7cc3e23cb774d33" /><Relationship Type="http://schemas.openxmlformats.org/officeDocument/2006/relationships/image" Target="/ppt/media/image2.png" Id="R44410e0d1fc2435c" /><Relationship Type="http://schemas.openxmlformats.org/officeDocument/2006/relationships/image" Target="/ppt/media/image4.png" Id="R1f4b86a64be44ad0" /><Relationship Type="http://schemas.openxmlformats.org/officeDocument/2006/relationships/image" Target="/ppt/media/image10.png" Id="R2cef84b4354a48eb" /><Relationship Type="http://schemas.openxmlformats.org/officeDocument/2006/relationships/notesSlide" Target="/ppt/notesSlides/notesSlide16.xml" Id="R3e50bb8d54cd405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b78e6571b04735" /><Relationship Type="http://schemas.openxmlformats.org/officeDocument/2006/relationships/image" Target="/ppt/media/image2.jpeg" Id="R1323a83b30284b44" /><Relationship Type="http://schemas.openxmlformats.org/officeDocument/2006/relationships/image" Target="/ppt/media/image2.png" Id="R7d3da9c026954588" /><Relationship Type="http://schemas.openxmlformats.org/officeDocument/2006/relationships/image" Target="/ppt/media/image11.png" Id="R86127662af764da5" /><Relationship Type="http://schemas.openxmlformats.org/officeDocument/2006/relationships/notesSlide" Target="/ppt/notesSlides/notesSlide17.xml" Id="R848f8a2e72174c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a4877a906c94d46" /><Relationship Type="http://schemas.openxmlformats.org/officeDocument/2006/relationships/image" Target="/ppt/media/image2.jpeg" Id="R9c90e335b1e94b6b" /><Relationship Type="http://schemas.openxmlformats.org/officeDocument/2006/relationships/image" Target="/ppt/media/image2.png" Id="R1eb6a6f152e84cf3" /><Relationship Type="http://schemas.openxmlformats.org/officeDocument/2006/relationships/notesSlide" Target="/ppt/notesSlides/notesSlide18.xml" Id="Rbaab7e271d4040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0d8f9255dd04fe3" /><Relationship Type="http://schemas.openxmlformats.org/officeDocument/2006/relationships/image" Target="/ppt/media/image2.jpeg" Id="R532f9feae44d4864" /><Relationship Type="http://schemas.openxmlformats.org/officeDocument/2006/relationships/image" Target="/ppt/media/image2.png" Id="R05307b5d50644906" /><Relationship Type="http://schemas.openxmlformats.org/officeDocument/2006/relationships/notesSlide" Target="/ppt/notesSlides/notesSlide19.xml" Id="Rc98e85b637b643c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bac2507ce1c4e18" /><Relationship Type="http://schemas.openxmlformats.org/officeDocument/2006/relationships/image" Target="/ppt/media/image2.jpeg" Id="Rca387b49ff64493e" /><Relationship Type="http://schemas.openxmlformats.org/officeDocument/2006/relationships/image" Target="/ppt/media/image2.png" Id="Rbfe4f5e8ffda4c07" /><Relationship Type="http://schemas.openxmlformats.org/officeDocument/2006/relationships/notesSlide" Target="/ppt/notesSlides/notesSlide20.xml" Id="Ref9a3651d4f44b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8fe523af49b4912" /><Relationship Type="http://schemas.openxmlformats.org/officeDocument/2006/relationships/image" Target="/ppt/media/image2.jpeg" Id="Rd57838acd4874729" /><Relationship Type="http://schemas.openxmlformats.org/officeDocument/2006/relationships/image" Target="/ppt/media/image2.png" Id="R64a5906d94554ab4" /><Relationship Type="http://schemas.openxmlformats.org/officeDocument/2006/relationships/notesSlide" Target="/ppt/notesSlides/notesSlide21.xml" Id="R0339a018e5cb4d9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43f04aeb8dc449d" /><Relationship Type="http://schemas.openxmlformats.org/officeDocument/2006/relationships/image" Target="/ppt/media/image2.jpeg" Id="R8f1df82284294e8b" /><Relationship Type="http://schemas.openxmlformats.org/officeDocument/2006/relationships/image" Target="/ppt/media/image2.png" Id="R4172e55fc93b4e90" /><Relationship Type="http://schemas.openxmlformats.org/officeDocument/2006/relationships/notesSlide" Target="/ppt/notesSlides/notesSlide22.xml" Id="R300f4fb341194b4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f019ba85fdfb4cc4" /><Relationship Type="http://schemas.openxmlformats.org/officeDocument/2006/relationships/image" Target="/ppt/media/image2.jpeg" Id="Rddfdaaf84b50480a" /><Relationship Type="http://schemas.openxmlformats.org/officeDocument/2006/relationships/image" Target="/ppt/media/image2.png" Id="R78875378a0794f99" /><Relationship Type="http://schemas.openxmlformats.org/officeDocument/2006/relationships/image" Target="/ppt/media/image4.png" Id="Rd6df38fe9781492e" /><Relationship Type="http://schemas.openxmlformats.org/officeDocument/2006/relationships/image" Target="/ppt/media/image12.png" Id="R1512113857524eac" /><Relationship Type="http://schemas.openxmlformats.org/officeDocument/2006/relationships/notesSlide" Target="/ppt/notesSlides/notesSlide23.xml" Id="Re0ee13215ec3448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b62d92664d64965" /><Relationship Type="http://schemas.openxmlformats.org/officeDocument/2006/relationships/image" Target="/ppt/media/image2.jpeg" Id="R847bc9a9207f400e" /><Relationship Type="http://schemas.openxmlformats.org/officeDocument/2006/relationships/image" Target="/ppt/media/image2.png" Id="R23c1201005774a37" /><Relationship Type="http://schemas.openxmlformats.org/officeDocument/2006/relationships/notesSlide" Target="/ppt/notesSlides/notesSlide24.xml" Id="R1d6b148b6264415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1b45920ee154380" /><Relationship Type="http://schemas.openxmlformats.org/officeDocument/2006/relationships/image" Target="/ppt/media/image2.jpeg" Id="Rd4ff6a5e2c274ba5" /><Relationship Type="http://schemas.openxmlformats.org/officeDocument/2006/relationships/image" Target="/ppt/media/image2.png" Id="R4de84c4150b94e8e" /><Relationship Type="http://schemas.openxmlformats.org/officeDocument/2006/relationships/chart" Target="/ppt/slides/charts/chart2.xml" Id="Rcb755e0ff91d45a4" /><Relationship Type="http://schemas.openxmlformats.org/officeDocument/2006/relationships/notesSlide" Target="/ppt/notesSlides/notesSlide25.xml" Id="R2a7c669f3ea2447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9b7937a2ee6414f" /><Relationship Type="http://schemas.openxmlformats.org/officeDocument/2006/relationships/image" Target="/ppt/media/image2.jpeg" Id="R096b7c2f2a484a22" /><Relationship Type="http://schemas.openxmlformats.org/officeDocument/2006/relationships/image" Target="/ppt/media/image2.png" Id="R55b1cc1c14be4f8a" /><Relationship Type="http://schemas.openxmlformats.org/officeDocument/2006/relationships/image" Target="/ppt/media/image13.png" Id="R9e6e119527d44f1b" /><Relationship Type="http://schemas.openxmlformats.org/officeDocument/2006/relationships/image" Target="/ppt/media/image14.png" Id="R580c330ea0054dfe" /><Relationship Type="http://schemas.openxmlformats.org/officeDocument/2006/relationships/notesSlide" Target="/ppt/notesSlides/notesSlide26.xml" Id="R9ad5b7e480724e6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6a300ec07d64ca9" /><Relationship Type="http://schemas.openxmlformats.org/officeDocument/2006/relationships/image" Target="/ppt/media/image2.jpeg" Id="R2e8a6c8b54ea475c" /><Relationship Type="http://schemas.openxmlformats.org/officeDocument/2006/relationships/image" Target="/ppt/media/image2.png" Id="R07b4f61399634981" /><Relationship Type="http://schemas.openxmlformats.org/officeDocument/2006/relationships/image" Target="/ppt/media/image4.png" Id="R587a31cb44a1467b" /><Relationship Type="http://schemas.openxmlformats.org/officeDocument/2006/relationships/image" Target="/ppt/media/image15.png" Id="Reeea5d07018b492f" /><Relationship Type="http://schemas.openxmlformats.org/officeDocument/2006/relationships/notesSlide" Target="/ppt/notesSlides/notesSlide27.xml" Id="Rdc644b6bed9c430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a94775751234b4e" /><Relationship Type="http://schemas.openxmlformats.org/officeDocument/2006/relationships/image" Target="/ppt/media/image2.jpeg" Id="R92374138939b4eea" /><Relationship Type="http://schemas.openxmlformats.org/officeDocument/2006/relationships/image" Target="/ppt/media/image2.png" Id="Rf78760a6f4724f4a" /><Relationship Type="http://schemas.openxmlformats.org/officeDocument/2006/relationships/notesSlide" Target="/ppt/notesSlides/notesSlide28.xml" Id="Rf3225f4ddf0a492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bbd1a05e5784ed3" /><Relationship Type="http://schemas.openxmlformats.org/officeDocument/2006/relationships/image" Target="/ppt/media/image2.jpeg" Id="Rd7c568695dda4ff9" /><Relationship Type="http://schemas.openxmlformats.org/officeDocument/2006/relationships/image" Target="/ppt/media/image2.png" Id="Ra9e1c63f80f34a14" /><Relationship Type="http://schemas.openxmlformats.org/officeDocument/2006/relationships/notesSlide" Target="/ppt/notesSlides/notesSlide29.xml" Id="R79990d7c4ab84f3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dc5864259324bdd" /><Relationship Type="http://schemas.openxmlformats.org/officeDocument/2006/relationships/image" Target="/ppt/media/image2.jpeg" Id="Rf88cdf909c2148bf" /><Relationship Type="http://schemas.openxmlformats.org/officeDocument/2006/relationships/image" Target="/ppt/media/image2.png" Id="Rc59e54ba6b45436b" /><Relationship Type="http://schemas.openxmlformats.org/officeDocument/2006/relationships/notesSlide" Target="/ppt/notesSlides/notesSlide30.xml" Id="R43083238788f49c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b68deffe73f4734" /><Relationship Type="http://schemas.openxmlformats.org/officeDocument/2006/relationships/image" Target="/ppt/media/image2.jpeg" Id="Rea3e62eb83bc45ac" /><Relationship Type="http://schemas.openxmlformats.org/officeDocument/2006/relationships/image" Target="/ppt/media/image2.png" Id="R11f2ce63b4844f76" /><Relationship Type="http://schemas.openxmlformats.org/officeDocument/2006/relationships/notesSlide" Target="/ppt/notesSlides/notesSlide31.xml" Id="R7fd7590402df407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ce93c2d8276486d" /><Relationship Type="http://schemas.openxmlformats.org/officeDocument/2006/relationships/image" Target="/ppt/media/image2.jpeg" Id="R7ece91fd15c043e4" /><Relationship Type="http://schemas.openxmlformats.org/officeDocument/2006/relationships/image" Target="/ppt/media/image2.png" Id="Rd604ac0485ca451a" /><Relationship Type="http://schemas.openxmlformats.org/officeDocument/2006/relationships/notesSlide" Target="/ppt/notesSlides/notesSlide32.xml" Id="Rbadcaa4567924d7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7302a7f388a4ee1" /><Relationship Type="http://schemas.openxmlformats.org/officeDocument/2006/relationships/image" Target="/ppt/media/image2.jpeg" Id="Raab12dec9eb348f9" /><Relationship Type="http://schemas.openxmlformats.org/officeDocument/2006/relationships/image" Target="/ppt/media/image2.png" Id="R81cd9bdc2b554d4e" /><Relationship Type="http://schemas.openxmlformats.org/officeDocument/2006/relationships/notesSlide" Target="/ppt/notesSlides/notesSlide33.xml" Id="R0a107cf9a83241b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2983505161f4ad7" /><Relationship Type="http://schemas.openxmlformats.org/officeDocument/2006/relationships/image" Target="/ppt/media/image2.jpeg" Id="R5023ae3d5fc94e7f" /><Relationship Type="http://schemas.openxmlformats.org/officeDocument/2006/relationships/image" Target="/ppt/media/image2.png" Id="Rd649ac8f629a4e21" /><Relationship Type="http://schemas.openxmlformats.org/officeDocument/2006/relationships/notesSlide" Target="/ppt/notesSlides/notesSlide34.xml" Id="Rb73597236a37468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274821ebc21463c" /><Relationship Type="http://schemas.openxmlformats.org/officeDocument/2006/relationships/image" Target="/ppt/media/image2.jpeg" Id="Rb1f86bec32b84b61" /><Relationship Type="http://schemas.openxmlformats.org/officeDocument/2006/relationships/image" Target="/ppt/media/image2.png" Id="Reb1a3aec64fe4453" /><Relationship Type="http://schemas.openxmlformats.org/officeDocument/2006/relationships/notesSlide" Target="/ppt/notesSlides/notesSlide35.xml" Id="R8c928b6698f24c4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aab42cf791d4d2b" /><Relationship Type="http://schemas.openxmlformats.org/officeDocument/2006/relationships/image" Target="/ppt/media/image2.jpeg" Id="R4e6f85dd1bd24808" /><Relationship Type="http://schemas.openxmlformats.org/officeDocument/2006/relationships/image" Target="/ppt/media/image2.png" Id="R8fab158c4ad14f05" /><Relationship Type="http://schemas.openxmlformats.org/officeDocument/2006/relationships/image" Target="/ppt/media/image16.png" Id="Ra9ceb46442f64000" /><Relationship Type="http://schemas.openxmlformats.org/officeDocument/2006/relationships/notesSlide" Target="/ppt/notesSlides/notesSlide36.xml" Id="Ra73a4e74eda34b9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ed5d05f830934cc2" /><Relationship Type="http://schemas.openxmlformats.org/officeDocument/2006/relationships/image" Target="/ppt/media/image2.jpeg" Id="Rdbc9a41e79a24102" /><Relationship Type="http://schemas.openxmlformats.org/officeDocument/2006/relationships/image" Target="/ppt/media/image.gif" Id="R64adbd916e814d34" /><Relationship Type="http://schemas.openxmlformats.org/officeDocument/2006/relationships/image" Target="/ppt/media/image2.png" Id="R7d7514cac0804f76" /><Relationship Type="http://schemas.openxmlformats.org/officeDocument/2006/relationships/notesSlide" Target="/ppt/notesSlides/notesSlide37.xml" Id="Rf6ff6b0d42a742bc"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cd341c5603fe4dd0">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397cbfd0582843ea">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ff6823ed92842f5"/>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821ef488b0948d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8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d46f381ecc6c46b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9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64a27fef1a324f8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9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995a38ce3b364f81">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9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01ac5e547bd2452b">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9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0459f23fb51447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053123c48ed42e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0f898ad70e384699"/>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cc3164800074f3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26baabee4064dd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d8d80292c1443b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9eb5a712ace49e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15a2a473e224de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b6e0315c9d4425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461dfbd730df4205"/>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a62ffcaffe2467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747342bf00243b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ca13d7a9dbd449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692ff839f51456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5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dea510cd049a499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6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b7e04bd502e543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6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2eb0de60fd88481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6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f0ac31a7a2e749da">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6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ae8e8bc1f014a2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1a66a225e65436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c885c2a6a31f498d"/>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be752e813fc746d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b7f74e04f9f4b4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8a9258bc6a5419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f00a845603b486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795979cc89841e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5"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6"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9E5421A0-D522-4C8D-9A2F-F019BEAACAF5}"/>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0" name=""/>
          <p:cNvPicPr>
            <a:picLocks xmlns:a="http://schemas.openxmlformats.org/drawingml/2006/main" noChangeAspect="1"/>
          </p:cNvPicPr>
          <p:nvPr/>
        </p:nvPicPr>
        <p:blipFill>
          <a:blip xmlns:r="http://schemas.openxmlformats.org/officeDocument/2006/relationships" xmlns:a="http://schemas.openxmlformats.org/drawingml/2006/main" r:embed="R2b6dabda60504910"/>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1" name=""/>
          <p:cNvPicPr>
            <a:picLocks xmlns:a="http://schemas.openxmlformats.org/drawingml/2006/main" noChangeAspect="1"/>
          </p:cNvPicPr>
          <p:nvPr/>
        </p:nvPicPr>
        <p:blipFill>
          <a:blip xmlns:r="http://schemas.openxmlformats.org/officeDocument/2006/relationships" xmlns:a="http://schemas.openxmlformats.org/drawingml/2006/main" r:embed="R81c192a18d00453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a8f4a576c7e443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f13459ee8fa4d3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476"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b7cc3e23cb774d3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77"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44410e0d1fc243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78"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1f4b86a64be44ad0">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80"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2cef84b4354a48eb">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48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323a83b30284b4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3da9c02695458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86127662af764da5"/>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c90e335b1e94b6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eb6a6f152e84cf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32f9feae44d486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307b5d5064490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a387b49ff6449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fe4f5e8ffda4c0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57838acd487472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4a5906d94554ab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f1df82284294e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72e55fc93b4e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7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ddfdaaf84b50480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7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78875378a0794f9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7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d6df38fe9781492e">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8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1512113857524eac">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8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47bc9a9207f40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3c1201005774a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4ff6a5e2c274ba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de84c4150b94e8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cb755e0ff91d45a4"/>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96b7c2f2a484a2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b1cc1c14be4f8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9e6e119527d44f1b"/>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580c330ea0054dfe"/>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621"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2e8a6c8b54ea475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22"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07b4f613996349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23"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587a31cb44a1467b">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25"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eeea5d07018b492f">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27"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2374138939b4ee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8760a6f4724f4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7c568695dda4ff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e1c63f80f34a1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88cdf909c2148b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59e54ba6b45436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a3e62eb83bc45a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1f2ce63b4844f7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ece91fd15c043e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604ac0485ca451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b12dec9eb348f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1cd9bdc2b554d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023ae3d5fc94e7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649ac8f629a4e2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1f86bec32b84b6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b1a3aec64fe445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e6f85dd1bd248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fab158c4ad14f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a9ceb46442f64000">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dbc9a41e79a2410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64adbd916e814d34">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7514cac0804f7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2026-09-24T02:43:57.4840000Z</dcterms:created>
  <dcterms:modified xsi:type="dcterms:W3CDTF">2026-09-24T02:43:57.4840000Z</dcterms:modified>
</coreProperties>
</file>