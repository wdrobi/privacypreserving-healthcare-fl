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832df7b8264669" /><Relationship Type="http://schemas.openxmlformats.org/officeDocument/2006/relationships/extended-properties" Target="/docProps/app.xml" Id="Rbad630da683444da" /><Relationship Type="http://schemas.openxmlformats.org/officeDocument/2006/relationships/officeDocument" Target="/ppt/presentation.xml" Id="R56d38eb69f7c4ee3" /></Relationships>
</file>

<file path=ppt/presentation.xml><?xml version="1.0" encoding="utf-8"?>
<p:presentation xmlns:p="http://schemas.openxmlformats.org/presentationml/2006/main">
  <p:sldMasterIdLst>
    <p:sldMasterId xmlns:r="http://schemas.openxmlformats.org/officeDocument/2006/relationships" id="2147483648" r:id="Re29b8906c7ca4da4"/>
  </p:sldMasterIdLst>
  <p:notesMasterIdLst>
    <p:notesMasterId xmlns:r="http://schemas.openxmlformats.org/officeDocument/2006/relationships" r:id="R25fc5bbcbeff4b56"/>
  </p:notesMasterIdLst>
  <p:sldIdLst>
    <p:sldId xmlns:r="http://schemas.openxmlformats.org/officeDocument/2006/relationships" id="256" r:id="Re2308ec504624aa5"/>
    <p:sldId xmlns:r="http://schemas.openxmlformats.org/officeDocument/2006/relationships" id="257" r:id="R29d09c55a2ae4612"/>
    <p:sldId xmlns:r="http://schemas.openxmlformats.org/officeDocument/2006/relationships" id="258" r:id="R4bfac6982b7c45ed"/>
    <p:sldId xmlns:r="http://schemas.openxmlformats.org/officeDocument/2006/relationships" id="259" r:id="Re79f663b34904d99"/>
    <p:sldId xmlns:r="http://schemas.openxmlformats.org/officeDocument/2006/relationships" id="260" r:id="R99b62243ef584806"/>
    <p:sldId xmlns:r="http://schemas.openxmlformats.org/officeDocument/2006/relationships" id="261" r:id="Rd1e7e885460f401c"/>
    <p:sldId xmlns:r="http://schemas.openxmlformats.org/officeDocument/2006/relationships" id="262" r:id="R0a130bdeabe54a31"/>
    <p:sldId xmlns:r="http://schemas.openxmlformats.org/officeDocument/2006/relationships" id="263" r:id="R1c361cc128004087"/>
    <p:sldId xmlns:r="http://schemas.openxmlformats.org/officeDocument/2006/relationships" id="264" r:id="Rce7941789d30485e"/>
    <p:sldId xmlns:r="http://schemas.openxmlformats.org/officeDocument/2006/relationships" id="265" r:id="R1c00c4a0ab474b99"/>
    <p:sldId xmlns:r="http://schemas.openxmlformats.org/officeDocument/2006/relationships" id="266" r:id="Rcd1a475d266b46e9"/>
    <p:sldId xmlns:r="http://schemas.openxmlformats.org/officeDocument/2006/relationships" id="267" r:id="R9ed5da9058244cda"/>
    <p:sldId xmlns:r="http://schemas.openxmlformats.org/officeDocument/2006/relationships" id="268" r:id="R8bd6fe744a554b58"/>
    <p:sldId xmlns:r="http://schemas.openxmlformats.org/officeDocument/2006/relationships" id="269" r:id="R0d5e29736304471b"/>
    <p:sldId xmlns:r="http://schemas.openxmlformats.org/officeDocument/2006/relationships" id="270" r:id="R97552c7485874c91"/>
    <p:sldId xmlns:r="http://schemas.openxmlformats.org/officeDocument/2006/relationships" id="271" r:id="R8507e5bb64d24cda"/>
    <p:sldId xmlns:r="http://schemas.openxmlformats.org/officeDocument/2006/relationships" id="272" r:id="R0ed6f9423a6f4de4"/>
    <p:sldId xmlns:r="http://schemas.openxmlformats.org/officeDocument/2006/relationships" id="273" r:id="R3fc2f5f8ab14402d"/>
    <p:sldId xmlns:r="http://schemas.openxmlformats.org/officeDocument/2006/relationships" id="274" r:id="R4c5815506a784e85"/>
    <p:sldId xmlns:r="http://schemas.openxmlformats.org/officeDocument/2006/relationships" id="275" r:id="Rfe6773fbb52f49f0"/>
    <p:sldId xmlns:r="http://schemas.openxmlformats.org/officeDocument/2006/relationships" id="276" r:id="Rfc3830835a3f4251"/>
    <p:sldId xmlns:r="http://schemas.openxmlformats.org/officeDocument/2006/relationships" id="277" r:id="Rf6064e23e7374005"/>
    <p:sldId xmlns:r="http://schemas.openxmlformats.org/officeDocument/2006/relationships" id="278" r:id="R824f75a2996b4f7f"/>
    <p:sldId xmlns:r="http://schemas.openxmlformats.org/officeDocument/2006/relationships" id="279" r:id="R83215db8df4b45c0"/>
    <p:sldId xmlns:r="http://schemas.openxmlformats.org/officeDocument/2006/relationships" id="280" r:id="R7caf49c40df14b05"/>
    <p:sldId xmlns:r="http://schemas.openxmlformats.org/officeDocument/2006/relationships" id="281" r:id="R94d0c7a7956b4b92"/>
    <p:sldId xmlns:r="http://schemas.openxmlformats.org/officeDocument/2006/relationships" id="282" r:id="R287c5e0653e74950"/>
    <p:sldId xmlns:r="http://schemas.openxmlformats.org/officeDocument/2006/relationships" id="283" r:id="Ra10bdfedf9854bb5"/>
    <p:sldId xmlns:r="http://schemas.openxmlformats.org/officeDocument/2006/relationships" id="284" r:id="R9b1dd0a4d95b4cd3"/>
    <p:sldId xmlns:r="http://schemas.openxmlformats.org/officeDocument/2006/relationships" id="285" r:id="R91281badb48a4cb5"/>
    <p:sldId xmlns:r="http://schemas.openxmlformats.org/officeDocument/2006/relationships" id="286" r:id="Re7f1ea5ebe7b4fa0"/>
    <p:sldId xmlns:r="http://schemas.openxmlformats.org/officeDocument/2006/relationships" id="287" r:id="R297532ff759a47e8"/>
    <p:sldId xmlns:r="http://schemas.openxmlformats.org/officeDocument/2006/relationships" id="288" r:id="Rcacd6b1211ae4dd2"/>
    <p:sldId xmlns:r="http://schemas.openxmlformats.org/officeDocument/2006/relationships" id="289" r:id="R8ab0d4fc830244f0"/>
    <p:sldId xmlns:r="http://schemas.openxmlformats.org/officeDocument/2006/relationships" id="290" r:id="Rc5b43cca2b85441b"/>
    <p:sldId xmlns:r="http://schemas.openxmlformats.org/officeDocument/2006/relationships" id="291" r:id="R39f32b7f7deb4c3c"/>
    <p:sldId xmlns:r="http://schemas.openxmlformats.org/officeDocument/2006/relationships" id="292" r:id="R8658d94c55e94da7"/>
    <p:sldId xmlns:r="http://schemas.openxmlformats.org/officeDocument/2006/relationships" id="293" r:id="Rd9950b011c524a2f"/>
    <p:sldId xmlns:r="http://schemas.openxmlformats.org/officeDocument/2006/relationships" id="294" r:id="R83be72e1cae842ea"/>
    <p:sldId xmlns:r="http://schemas.openxmlformats.org/officeDocument/2006/relationships" id="295" r:id="Rbf178a9f3d704290"/>
    <p:sldId xmlns:r="http://schemas.openxmlformats.org/officeDocument/2006/relationships" id="296" r:id="R9c71270b6bb04cdb"/>
    <p:sldId xmlns:r="http://schemas.openxmlformats.org/officeDocument/2006/relationships" id="297" r:id="R81022ff6703345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547d726d7d34d75" /><Relationship Type="http://schemas.openxmlformats.org/officeDocument/2006/relationships/slideMaster" Target="/ppt/slideMasters/slideMaster1.xml" Id="Re29b8906c7ca4da4" /><Relationship Type="http://schemas.openxmlformats.org/officeDocument/2006/relationships/notesMaster" Target="/ppt/notesMasters/notesMaster1.xml" Id="R25fc5bbcbeff4b56" /><Relationship Type="http://schemas.openxmlformats.org/officeDocument/2006/relationships/presProps" Target="/ppt/presProps.xml" Id="Ra9816d3e73584abe" /><Relationship Type="http://schemas.openxmlformats.org/officeDocument/2006/relationships/viewProps" Target="/ppt/viewProps.xml" Id="R91d3e259a93249d7" /><Relationship Type="http://schemas.openxmlformats.org/officeDocument/2006/relationships/tableStyles" Target="/ppt/tableStyles.xml" Id="R4df67f5dbf9c4457" /><Relationship Type="http://schemas.openxmlformats.org/officeDocument/2006/relationships/slide" Target="/ppt/slides/slide1.xml" Id="Re2308ec504624aa5" /><Relationship Type="http://schemas.openxmlformats.org/officeDocument/2006/relationships/slide" Target="/ppt/slides/slide2.xml" Id="R29d09c55a2ae4612" /><Relationship Type="http://schemas.openxmlformats.org/officeDocument/2006/relationships/slide" Target="/ppt/slides/slide3.xml" Id="R4bfac6982b7c45ed" /><Relationship Type="http://schemas.openxmlformats.org/officeDocument/2006/relationships/slide" Target="/ppt/slides/slide4.xml" Id="Re79f663b34904d99" /><Relationship Type="http://schemas.openxmlformats.org/officeDocument/2006/relationships/slide" Target="/ppt/slides/slide5.xml" Id="R99b62243ef584806" /><Relationship Type="http://schemas.openxmlformats.org/officeDocument/2006/relationships/slide" Target="/ppt/slides/slide6.xml" Id="Rd1e7e885460f401c" /><Relationship Type="http://schemas.openxmlformats.org/officeDocument/2006/relationships/slide" Target="/ppt/slides/slide7.xml" Id="R0a130bdeabe54a31" /><Relationship Type="http://schemas.openxmlformats.org/officeDocument/2006/relationships/slide" Target="/ppt/slides/slide8.xml" Id="R1c361cc128004087" /><Relationship Type="http://schemas.openxmlformats.org/officeDocument/2006/relationships/slide" Target="/ppt/slides/slide9.xml" Id="Rce7941789d30485e" /><Relationship Type="http://schemas.openxmlformats.org/officeDocument/2006/relationships/slide" Target="/ppt/slides/slide10.xml" Id="R1c00c4a0ab474b99" /><Relationship Type="http://schemas.openxmlformats.org/officeDocument/2006/relationships/slide" Target="/ppt/slides/slide11.xml" Id="Rcd1a475d266b46e9" /><Relationship Type="http://schemas.openxmlformats.org/officeDocument/2006/relationships/slide" Target="/ppt/slides/slide12.xml" Id="R9ed5da9058244cda" /><Relationship Type="http://schemas.openxmlformats.org/officeDocument/2006/relationships/slide" Target="/ppt/slides/slide13.xml" Id="R8bd6fe744a554b58" /><Relationship Type="http://schemas.openxmlformats.org/officeDocument/2006/relationships/slide" Target="/ppt/slides/slide14.xml" Id="R0d5e29736304471b" /><Relationship Type="http://schemas.openxmlformats.org/officeDocument/2006/relationships/slide" Target="/ppt/slides/slide15.xml" Id="R97552c7485874c91" /><Relationship Type="http://schemas.openxmlformats.org/officeDocument/2006/relationships/slide" Target="/ppt/slides/slide16.xml" Id="R8507e5bb64d24cda" /><Relationship Type="http://schemas.openxmlformats.org/officeDocument/2006/relationships/slide" Target="/ppt/slides/slide17.xml" Id="R0ed6f9423a6f4de4" /><Relationship Type="http://schemas.openxmlformats.org/officeDocument/2006/relationships/slide" Target="/ppt/slides/slide18.xml" Id="R3fc2f5f8ab14402d" /><Relationship Type="http://schemas.openxmlformats.org/officeDocument/2006/relationships/slide" Target="/ppt/slides/slide19.xml" Id="R4c5815506a784e85" /><Relationship Type="http://schemas.openxmlformats.org/officeDocument/2006/relationships/slide" Target="/ppt/slides/slide20.xml" Id="Rfe6773fbb52f49f0" /><Relationship Type="http://schemas.openxmlformats.org/officeDocument/2006/relationships/slide" Target="/ppt/slides/slide21.xml" Id="Rfc3830835a3f4251" /><Relationship Type="http://schemas.openxmlformats.org/officeDocument/2006/relationships/slide" Target="/ppt/slides/slide22.xml" Id="Rf6064e23e7374005" /><Relationship Type="http://schemas.openxmlformats.org/officeDocument/2006/relationships/slide" Target="/ppt/slides/slide23.xml" Id="R824f75a2996b4f7f" /><Relationship Type="http://schemas.openxmlformats.org/officeDocument/2006/relationships/slide" Target="/ppt/slides/slide24.xml" Id="R83215db8df4b45c0" /><Relationship Type="http://schemas.openxmlformats.org/officeDocument/2006/relationships/slide" Target="/ppt/slides/slide25.xml" Id="R7caf49c40df14b05" /><Relationship Type="http://schemas.openxmlformats.org/officeDocument/2006/relationships/slide" Target="/ppt/slides/slide26.xml" Id="R94d0c7a7956b4b92" /><Relationship Type="http://schemas.openxmlformats.org/officeDocument/2006/relationships/slide" Target="/ppt/slides/slide27.xml" Id="R287c5e0653e74950" /><Relationship Type="http://schemas.openxmlformats.org/officeDocument/2006/relationships/slide" Target="/ppt/slides/slide28.xml" Id="Ra10bdfedf9854bb5" /><Relationship Type="http://schemas.openxmlformats.org/officeDocument/2006/relationships/slide" Target="/ppt/slides/slide29.xml" Id="R9b1dd0a4d95b4cd3" /><Relationship Type="http://schemas.openxmlformats.org/officeDocument/2006/relationships/slide" Target="/ppt/slides/slide30.xml" Id="R91281badb48a4cb5" /><Relationship Type="http://schemas.openxmlformats.org/officeDocument/2006/relationships/slide" Target="/ppt/slides/slide31.xml" Id="Re7f1ea5ebe7b4fa0" /><Relationship Type="http://schemas.openxmlformats.org/officeDocument/2006/relationships/slide" Target="/ppt/slides/slide32.xml" Id="R297532ff759a47e8" /><Relationship Type="http://schemas.openxmlformats.org/officeDocument/2006/relationships/slide" Target="/ppt/slides/slide33.xml" Id="Rcacd6b1211ae4dd2" /><Relationship Type="http://schemas.openxmlformats.org/officeDocument/2006/relationships/slide" Target="/ppt/slides/slide34.xml" Id="R8ab0d4fc830244f0" /><Relationship Type="http://schemas.openxmlformats.org/officeDocument/2006/relationships/slide" Target="/ppt/slides/slide35.xml" Id="Rc5b43cca2b85441b" /><Relationship Type="http://schemas.openxmlformats.org/officeDocument/2006/relationships/slide" Target="/ppt/slides/slide36.xml" Id="R39f32b7f7deb4c3c" /><Relationship Type="http://schemas.openxmlformats.org/officeDocument/2006/relationships/slide" Target="/ppt/slides/slide37.xml" Id="R8658d94c55e94da7" /><Relationship Type="http://schemas.openxmlformats.org/officeDocument/2006/relationships/slide" Target="/ppt/slides/slide38.xml" Id="Rd9950b011c524a2f" /><Relationship Type="http://schemas.openxmlformats.org/officeDocument/2006/relationships/slide" Target="/ppt/slides/slide39.xml" Id="R83be72e1cae842ea" /><Relationship Type="http://schemas.openxmlformats.org/officeDocument/2006/relationships/slide" Target="/ppt/slides/slide40.xml" Id="Rbf178a9f3d704290" /><Relationship Type="http://schemas.openxmlformats.org/officeDocument/2006/relationships/slide" Target="/ppt/slides/slide41.xml" Id="R9c71270b6bb04cdb" /><Relationship Type="http://schemas.openxmlformats.org/officeDocument/2006/relationships/slide" Target="/ppt/slides/slide42.xml" Id="R81022ff6703345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93eb819f8742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13709bb250467c" /><Relationship Type="http://schemas.openxmlformats.org/officeDocument/2006/relationships/notesMaster" Target="/ppt/notesMasters/notesMaster1.xml" Id="Rf7c738011b0e41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2642e824464207" /><Relationship Type="http://schemas.openxmlformats.org/officeDocument/2006/relationships/notesMaster" Target="/ppt/notesMasters/notesMaster1.xml" Id="R075e96549ba945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a2af661ebe4133" /><Relationship Type="http://schemas.openxmlformats.org/officeDocument/2006/relationships/notesMaster" Target="/ppt/notesMasters/notesMaster1.xml" Id="Rf1307d5a5be14d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fc222fc17e4469" /><Relationship Type="http://schemas.openxmlformats.org/officeDocument/2006/relationships/notesMaster" Target="/ppt/notesMasters/notesMaster1.xml" Id="R97c5fecff50b46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bf1279ba274537" /><Relationship Type="http://schemas.openxmlformats.org/officeDocument/2006/relationships/notesMaster" Target="/ppt/notesMasters/notesMaster1.xml" Id="R0eacaf0767cf4c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e0427979c24c03" /><Relationship Type="http://schemas.openxmlformats.org/officeDocument/2006/relationships/notesMaster" Target="/ppt/notesMasters/notesMaster1.xml" Id="R2b0221ec80b845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a748ee183540c6" /><Relationship Type="http://schemas.openxmlformats.org/officeDocument/2006/relationships/notesMaster" Target="/ppt/notesMasters/notesMaster1.xml" Id="Rde7d391f155d40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d38f5ec92a4a78" /><Relationship Type="http://schemas.openxmlformats.org/officeDocument/2006/relationships/notesMaster" Target="/ppt/notesMasters/notesMaster1.xml" Id="R68ce59cc300543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eb9ffcf20644e8" /><Relationship Type="http://schemas.openxmlformats.org/officeDocument/2006/relationships/notesMaster" Target="/ppt/notesMasters/notesMaster1.xml" Id="R82734b7fbe1441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9bef3c3aaa4660" /><Relationship Type="http://schemas.openxmlformats.org/officeDocument/2006/relationships/notesMaster" Target="/ppt/notesMasters/notesMaster1.xml" Id="Rd109d582c4d446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3a3ce6bd494f6f" /><Relationship Type="http://schemas.openxmlformats.org/officeDocument/2006/relationships/notesMaster" Target="/ppt/notesMasters/notesMaster1.xml" Id="R5a5358125acd4d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4aca5cbe394d6f" /><Relationship Type="http://schemas.openxmlformats.org/officeDocument/2006/relationships/notesMaster" Target="/ppt/notesMasters/notesMaster1.xml" Id="Rbb4a667c114e4f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a78a6e9bc24d57" /><Relationship Type="http://schemas.openxmlformats.org/officeDocument/2006/relationships/notesMaster" Target="/ppt/notesMasters/notesMaster1.xml" Id="Re5a23df1eac54c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a7631d50444d63" /><Relationship Type="http://schemas.openxmlformats.org/officeDocument/2006/relationships/notesMaster" Target="/ppt/notesMasters/notesMaster1.xml" Id="R853b945d42454b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219827d76d433e" /><Relationship Type="http://schemas.openxmlformats.org/officeDocument/2006/relationships/notesMaster" Target="/ppt/notesMasters/notesMaster1.xml" Id="R1f5192537d0248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33973322904ce4" /><Relationship Type="http://schemas.openxmlformats.org/officeDocument/2006/relationships/notesMaster" Target="/ppt/notesMasters/notesMaster1.xml" Id="R859e8c7ea6a044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df1e58cb2d4461" /><Relationship Type="http://schemas.openxmlformats.org/officeDocument/2006/relationships/notesMaster" Target="/ppt/notesMasters/notesMaster1.xml" Id="R85705d5c33614d7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406beab9f449aa" /><Relationship Type="http://schemas.openxmlformats.org/officeDocument/2006/relationships/notesMaster" Target="/ppt/notesMasters/notesMaster1.xml" Id="R88d2af3c5b9346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5eae7e6ad74a95" /><Relationship Type="http://schemas.openxmlformats.org/officeDocument/2006/relationships/notesMaster" Target="/ppt/notesMasters/notesMaster1.xml" Id="R4eab870b01414c3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d9d3368cfe44ca" /><Relationship Type="http://schemas.openxmlformats.org/officeDocument/2006/relationships/notesMaster" Target="/ppt/notesMasters/notesMaster1.xml" Id="R2a1fb160d7814de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754bc7094594258" /><Relationship Type="http://schemas.openxmlformats.org/officeDocument/2006/relationships/notesMaster" Target="/ppt/notesMasters/notesMaster1.xml" Id="R94490c468555411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d7b41c3a7bc4212" /><Relationship Type="http://schemas.openxmlformats.org/officeDocument/2006/relationships/notesMaster" Target="/ppt/notesMasters/notesMaster1.xml" Id="R71e332f6132e4b3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4ba9fb4e6124e67" /><Relationship Type="http://schemas.openxmlformats.org/officeDocument/2006/relationships/notesMaster" Target="/ppt/notesMasters/notesMaster1.xml" Id="Racf988ed69574e4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b0f34cd3db54616" /><Relationship Type="http://schemas.openxmlformats.org/officeDocument/2006/relationships/notesMaster" Target="/ppt/notesMasters/notesMaster1.xml" Id="R1731791fbc88447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a59dd5e837142ea" /><Relationship Type="http://schemas.openxmlformats.org/officeDocument/2006/relationships/notesMaster" Target="/ppt/notesMasters/notesMaster1.xml" Id="Rcfd51579bc83449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f3fa46979b4402e" /><Relationship Type="http://schemas.openxmlformats.org/officeDocument/2006/relationships/notesMaster" Target="/ppt/notesMasters/notesMaster1.xml" Id="R1ca1fd20a3c042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cee498563354434" /><Relationship Type="http://schemas.openxmlformats.org/officeDocument/2006/relationships/notesMaster" Target="/ppt/notesMasters/notesMaster1.xml" Id="Rd2ee2f8011284c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b2462b7c162455d" /><Relationship Type="http://schemas.openxmlformats.org/officeDocument/2006/relationships/notesMaster" Target="/ppt/notesMasters/notesMaster1.xml" Id="R944b1b1d7a404d0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b018cfee3934ffd" /><Relationship Type="http://schemas.openxmlformats.org/officeDocument/2006/relationships/notesMaster" Target="/ppt/notesMasters/notesMaster1.xml" Id="R52ab67032ae64ce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56a11771ca946de" /><Relationship Type="http://schemas.openxmlformats.org/officeDocument/2006/relationships/notesMaster" Target="/ppt/notesMasters/notesMaster1.xml" Id="Rf3488655bc73480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b2f013491804fef" /><Relationship Type="http://schemas.openxmlformats.org/officeDocument/2006/relationships/notesMaster" Target="/ppt/notesMasters/notesMaster1.xml" Id="R6f6a5f2a69584c6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241c8d8071a4f2c" /><Relationship Type="http://schemas.openxmlformats.org/officeDocument/2006/relationships/notesMaster" Target="/ppt/notesMasters/notesMaster1.xml" Id="Rb71b4c09fe9e4a5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a0a5e1d533f4acb" /><Relationship Type="http://schemas.openxmlformats.org/officeDocument/2006/relationships/notesMaster" Target="/ppt/notesMasters/notesMaster1.xml" Id="Rab039fa98d974db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955eef9e0b94096" /><Relationship Type="http://schemas.openxmlformats.org/officeDocument/2006/relationships/notesMaster" Target="/ppt/notesMasters/notesMaster1.xml" Id="R5b922bcc475f445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14e3238a12d44dd" /><Relationship Type="http://schemas.openxmlformats.org/officeDocument/2006/relationships/notesMaster" Target="/ppt/notesMasters/notesMaster1.xml" Id="R4be98d38ba364a8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bca028221ed4cc1" /><Relationship Type="http://schemas.openxmlformats.org/officeDocument/2006/relationships/notesMaster" Target="/ppt/notesMasters/notesMaster1.xml" Id="Rceb74d6e7f8c4c4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c509ae697ec44bb" /><Relationship Type="http://schemas.openxmlformats.org/officeDocument/2006/relationships/notesMaster" Target="/ppt/notesMasters/notesMaster1.xml" Id="R5b5fcb68fa394e1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5b3697dcbc74c2e" /><Relationship Type="http://schemas.openxmlformats.org/officeDocument/2006/relationships/notesMaster" Target="/ppt/notesMasters/notesMaster1.xml" Id="R08babe9cd3b942e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5de853f6d9c4677" /><Relationship Type="http://schemas.openxmlformats.org/officeDocument/2006/relationships/notesMaster" Target="/ppt/notesMasters/notesMaster1.xml" Id="Rff05b414a57b4cd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8d0822fe9c34508" /><Relationship Type="http://schemas.openxmlformats.org/officeDocument/2006/relationships/notesMaster" Target="/ppt/notesMasters/notesMaster1.xml" Id="R77acf41ec43744d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253c417629b46d6" /><Relationship Type="http://schemas.openxmlformats.org/officeDocument/2006/relationships/notesMaster" Target="/ppt/notesMasters/notesMaster1.xml" Id="R82a41e9d57cc4a5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f47bba3b8914348" /><Relationship Type="http://schemas.openxmlformats.org/officeDocument/2006/relationships/notesMaster" Target="/ppt/notesMasters/notesMaster1.xml" Id="R67ae61e5380b4a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conceptual framework links the research problem to the proposed intervention and the evaluation plan. Distributed hospital data, non-IID partitions, privacy threats, poisoning risk, and encrypted communication cost define the research context. The hybrid intervention combines record-level differential privacy, CAABC-FL block compression, CKKS-protected updates, and governance controls. These mechanisms support protected local training, authenticated update exchange, verified homomorphic aggregation, and threshold-governed release. The study evaluates predictive utility, privacy exposure, poisoning resilience, communication cost, and runtime overhead under the stated threat and trust assumptions.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a:t>
            </a:r>
            <a:r>
              <a:rPr sz="1800" b="1" i="0" u="none">
                <a:solidFill>
                  <a:srgbClr val="000000"/>
                </a:solidFill>
                <a:latin typeface="Arial"/>
                <a:ea typeface="Arial"/>
                <a:cs typeface="Arial"/>
              </a:rPr>
              <a:t>FLTrust</a:t>
            </a:r>
            <a:r>
              <a:rPr sz="1800" b="1" i="0" u="none">
                <a:solidFill>
                  <a:srgbClr val="000000"/>
                </a:solidFill>
                <a:latin typeface="Arial"/>
                <a:ea typeface="Arial"/>
                <a:cs typeface="Arial"/>
              </a:rPr>
              <a: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475c0807934c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dc99678f5642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a063ee863648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0765da3a674d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2926f257e543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b3406bbd234cb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deb9863d2a548d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a7bab7f1f0d439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5416c45f3464a3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1ae1fa57d2f420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f9a0190316f4a4f"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71"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5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0183bca44544f8" /><Relationship Type="http://schemas.openxmlformats.org/officeDocument/2006/relationships/slideLayout" Target="/ppt/slideLayouts/slideLayout1.xml" Id="R5b66efded39c47ed" /><Relationship Type="http://schemas.openxmlformats.org/officeDocument/2006/relationships/slideLayout" Target="/ppt/slideLayouts/slideLayout2.xml" Id="R41952ceaa94645ef" /><Relationship Type="http://schemas.openxmlformats.org/officeDocument/2006/relationships/slideLayout" Target="/ppt/slideLayouts/slideLayout3.xml" Id="R5c2a70856e8f49f6" /><Relationship Type="http://schemas.openxmlformats.org/officeDocument/2006/relationships/slideLayout" Target="/ppt/slideLayouts/slideLayout4.xml" Id="Rc0bdc685ede24072" /><Relationship Type="http://schemas.openxmlformats.org/officeDocument/2006/relationships/slideLayout" Target="/ppt/slideLayouts/slideLayout5.xml" Id="Rf20f0d37c3884737" /><Relationship Type="http://schemas.openxmlformats.org/officeDocument/2006/relationships/slideLayout" Target="/ppt/slideLayouts/slideLayout6.xml" Id="R131d8193f46042f9" /><Relationship Type="http://schemas.openxmlformats.org/officeDocument/2006/relationships/slideLayout" Target="/ppt/slideLayouts/slideLayout7.xml" Id="R65a7222e88904efd" /><Relationship Type="http://schemas.openxmlformats.org/officeDocument/2006/relationships/slideLayout" Target="/ppt/slideLayouts/slideLayout8.xml" Id="Ra6fd1b79bebc48c0" /><Relationship Type="http://schemas.openxmlformats.org/officeDocument/2006/relationships/slideLayout" Target="/ppt/slideLayouts/slideLayout9.xml" Id="R41a880a4b2fa415c" /><Relationship Type="http://schemas.openxmlformats.org/officeDocument/2006/relationships/slideLayout" Target="/ppt/slideLayouts/slideLayout10.xml" Id="R914dc99550174ad1" /><Relationship Type="http://schemas.openxmlformats.org/officeDocument/2006/relationships/slideLayout" Target="/ppt/slideLayouts/slideLayout11.xml" Id="Rd6aeb0aaec05465d"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b66efded39c47ed"/>
    <p:sldLayoutId xmlns:r="http://schemas.openxmlformats.org/officeDocument/2006/relationships" id="2147483650" r:id="R41952ceaa94645ef"/>
    <p:sldLayoutId xmlns:r="http://schemas.openxmlformats.org/officeDocument/2006/relationships" id="2147483651" r:id="R5c2a70856e8f49f6"/>
    <p:sldLayoutId xmlns:r="http://schemas.openxmlformats.org/officeDocument/2006/relationships" id="2147483652" r:id="Rc0bdc685ede24072"/>
    <p:sldLayoutId xmlns:r="http://schemas.openxmlformats.org/officeDocument/2006/relationships" id="2147483653" r:id="Rf20f0d37c3884737"/>
    <p:sldLayoutId xmlns:r="http://schemas.openxmlformats.org/officeDocument/2006/relationships" id="2147483654" r:id="R131d8193f46042f9"/>
    <p:sldLayoutId xmlns:r="http://schemas.openxmlformats.org/officeDocument/2006/relationships" id="2147483655" r:id="R65a7222e88904efd"/>
    <p:sldLayoutId xmlns:r="http://schemas.openxmlformats.org/officeDocument/2006/relationships" id="2147483656" r:id="Ra6fd1b79bebc48c0"/>
    <p:sldLayoutId xmlns:r="http://schemas.openxmlformats.org/officeDocument/2006/relationships" id="2147483657" r:id="R41a880a4b2fa415c"/>
    <p:sldLayoutId xmlns:r="http://schemas.openxmlformats.org/officeDocument/2006/relationships" id="2147483658" r:id="R914dc99550174ad1"/>
    <p:sldLayoutId xmlns:r="http://schemas.openxmlformats.org/officeDocument/2006/relationships" id="2147483659" r:id="Rd6aeb0aaec05465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edeb68d54b4d8d" /><Relationship Type="http://schemas.openxmlformats.org/officeDocument/2006/relationships/image" Target="/ppt/media/image.png" Id="R5cfa8c24fd354b9f" /><Relationship Type="http://schemas.openxmlformats.org/officeDocument/2006/relationships/image" Target="/ppt/media/image2.png" Id="R9202dd6306704187" /><Relationship Type="http://schemas.openxmlformats.org/officeDocument/2006/relationships/notesSlide" Target="/ppt/notesSlides/notesSlide1.xml" Id="Rf254c1bd9de847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118d215fe94db5" /><Relationship Type="http://schemas.openxmlformats.org/officeDocument/2006/relationships/image" Target="/ppt/media/image.jpeg" Id="R19a33e73f7d04466" /><Relationship Type="http://schemas.openxmlformats.org/officeDocument/2006/relationships/image" Target="/ppt/media/image2.png" Id="Rad28d4a477eb425e" /><Relationship Type="http://schemas.openxmlformats.org/officeDocument/2006/relationships/notesSlide" Target="/ppt/notesSlides/notesSlide2.xml" Id="R389e50d7391a45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2ee42ee682e4eba" /><Relationship Type="http://schemas.openxmlformats.org/officeDocument/2006/relationships/image" Target="/ppt/media/image.jpeg" Id="Rb0de3bbb3d9547e6" /><Relationship Type="http://schemas.openxmlformats.org/officeDocument/2006/relationships/image" Target="/ppt/media/image2.png" Id="R76bbe6e278924d64" /><Relationship Type="http://schemas.openxmlformats.org/officeDocument/2006/relationships/image" Target="/ppt/media/image3.png" Id="Rf2d1db16f50842be" /><Relationship Type="http://schemas.openxmlformats.org/officeDocument/2006/relationships/image" Target="/ppt/media/image4.png" Id="Rd160157edaa24583" /><Relationship Type="http://schemas.openxmlformats.org/officeDocument/2006/relationships/notesSlide" Target="/ppt/notesSlides/notesSlide3.xml" Id="R1ab7c64cc36f4d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a3b8faefd94a67" /><Relationship Type="http://schemas.openxmlformats.org/officeDocument/2006/relationships/image" Target="/ppt/media/image.jpeg" Id="Rb5085d2c119544a4" /><Relationship Type="http://schemas.openxmlformats.org/officeDocument/2006/relationships/image" Target="/ppt/media/image2.png" Id="R62221dd94bdc466a" /><Relationship Type="http://schemas.openxmlformats.org/officeDocument/2006/relationships/image" Target="/ppt/media/image5.png" Id="Raa9e6f6f023e44ed" /><Relationship Type="http://schemas.openxmlformats.org/officeDocument/2006/relationships/notesSlide" Target="/ppt/notesSlides/notesSlide4.xml" Id="R437fe632f8d643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51b3734c1f4e51" /><Relationship Type="http://schemas.openxmlformats.org/officeDocument/2006/relationships/image" Target="/ppt/media/image.jpeg" Id="Re3aacb795d0b4dcc" /><Relationship Type="http://schemas.openxmlformats.org/officeDocument/2006/relationships/image" Target="/ppt/media/image2.png" Id="Rd0461e4b546d47a6" /><Relationship Type="http://schemas.openxmlformats.org/officeDocument/2006/relationships/notesSlide" Target="/ppt/notesSlides/notesSlide5.xml" Id="R1df91f3f0ad24d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dd6cf8490348d4" /><Relationship Type="http://schemas.openxmlformats.org/officeDocument/2006/relationships/image" Target="/ppt/media/image.jpeg" Id="R0709dbb468f348ac" /><Relationship Type="http://schemas.openxmlformats.org/officeDocument/2006/relationships/image" Target="/ppt/media/image2.png" Id="R5b76ec555cfb45a5" /><Relationship Type="http://schemas.openxmlformats.org/officeDocument/2006/relationships/notesSlide" Target="/ppt/notesSlides/notesSlide6.xml" Id="Rdfab53c26e7747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600a142904147c8" /><Relationship Type="http://schemas.openxmlformats.org/officeDocument/2006/relationships/image" Target="/ppt/media/image.jpeg" Id="R60ed04b5ae104e8d" /><Relationship Type="http://schemas.openxmlformats.org/officeDocument/2006/relationships/image" Target="/ppt/media/image2.png" Id="Rc0f7a48357fb46c4" /><Relationship Type="http://schemas.openxmlformats.org/officeDocument/2006/relationships/chart" Target="/ppt/slides/charts/chart1.xml" Id="Rfdb6021a7a934902" /><Relationship Type="http://schemas.openxmlformats.org/officeDocument/2006/relationships/notesSlide" Target="/ppt/notesSlides/notesSlide7.xml" Id="Rbf5ca74d58f944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30bb8047394b0d" /><Relationship Type="http://schemas.openxmlformats.org/officeDocument/2006/relationships/image" Target="/ppt/media/image.jpeg" Id="R0830e819df5b4e4d" /><Relationship Type="http://schemas.openxmlformats.org/officeDocument/2006/relationships/image" Target="/ppt/media/image2.png" Id="R29afe5beeff24347" /><Relationship Type="http://schemas.openxmlformats.org/officeDocument/2006/relationships/notesSlide" Target="/ppt/notesSlides/notesSlide8.xml" Id="Rbf9859ec8cf845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ed08357d8f40da" /><Relationship Type="http://schemas.openxmlformats.org/officeDocument/2006/relationships/image" Target="/ppt/media/image.jpeg" Id="R2343dac3bc454228" /><Relationship Type="http://schemas.openxmlformats.org/officeDocument/2006/relationships/image" Target="/ppt/media/image2.png" Id="Rd054c3c0f28b455f" /><Relationship Type="http://schemas.openxmlformats.org/officeDocument/2006/relationships/notesSlide" Target="/ppt/notesSlides/notesSlide9.xml" Id="R05f141eb7ca843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01b7a7ae0a34422" /><Relationship Type="http://schemas.openxmlformats.org/officeDocument/2006/relationships/image" Target="/ppt/media/image.jpeg" Id="R3bf5ae122bbc40f0" /><Relationship Type="http://schemas.openxmlformats.org/officeDocument/2006/relationships/image" Target="/ppt/media/image2.png" Id="R65c111378f94431d" /><Relationship Type="http://schemas.openxmlformats.org/officeDocument/2006/relationships/image" Target="/ppt/media/image3.png" Id="Rd334920382cb48cd" /><Relationship Type="http://schemas.openxmlformats.org/officeDocument/2006/relationships/image" Target="/ppt/media/image6.png" Id="R9313f596c5fb4a71" /><Relationship Type="http://schemas.openxmlformats.org/officeDocument/2006/relationships/notesSlide" Target="/ppt/notesSlides/notesSlide10.xml" Id="Rbc1a22b4a4d440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5514cbb66f4ab9" /><Relationship Type="http://schemas.openxmlformats.org/officeDocument/2006/relationships/image" Target="/ppt/media/image.jpeg" Id="R404670137b8346df" /><Relationship Type="http://schemas.openxmlformats.org/officeDocument/2006/relationships/image" Target="/ppt/media/image2.png" Id="R5dc7c160e5e5486e" /><Relationship Type="http://schemas.openxmlformats.org/officeDocument/2006/relationships/notesSlide" Target="/ppt/notesSlides/notesSlide11.xml" Id="R702f7e6c0b1c4d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fe315ff5a34585" /><Relationship Type="http://schemas.openxmlformats.org/officeDocument/2006/relationships/image" Target="/ppt/media/image.jpeg" Id="R54e3c2b5c99747b4" /><Relationship Type="http://schemas.openxmlformats.org/officeDocument/2006/relationships/image" Target="/ppt/media/image2.png" Id="Rd8911845e7f44115" /><Relationship Type="http://schemas.openxmlformats.org/officeDocument/2006/relationships/notesSlide" Target="/ppt/notesSlides/notesSlide12.xml" Id="Rb193a8e172fd48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465db6636274b30" /><Relationship Type="http://schemas.openxmlformats.org/officeDocument/2006/relationships/image" Target="/ppt/media/image.jpeg" Id="R49b136059a734027" /><Relationship Type="http://schemas.openxmlformats.org/officeDocument/2006/relationships/image" Target="/ppt/media/image2.png" Id="Rf65f7d344e004252" /><Relationship Type="http://schemas.openxmlformats.org/officeDocument/2006/relationships/notesSlide" Target="/ppt/notesSlides/notesSlide13.xml" Id="Rd26d04d0754847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2ea09e99c94bbc" /><Relationship Type="http://schemas.openxmlformats.org/officeDocument/2006/relationships/image" Target="/ppt/media/image.jpeg" Id="Re1f32cc18a1f4830" /><Relationship Type="http://schemas.openxmlformats.org/officeDocument/2006/relationships/image" Target="/ppt/media/image2.png" Id="R5c0d7ce774484fda" /><Relationship Type="http://schemas.openxmlformats.org/officeDocument/2006/relationships/notesSlide" Target="/ppt/notesSlides/notesSlide14.xml" Id="R71db0a25d9c549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4c5fad4225444bc" /><Relationship Type="http://schemas.openxmlformats.org/officeDocument/2006/relationships/image" Target="/ppt/media/image.jpeg" Id="R2dfa0182d13d483d" /><Relationship Type="http://schemas.openxmlformats.org/officeDocument/2006/relationships/image" Target="/ppt/media/image2.png" Id="Ra413bc21401f4f27" /><Relationship Type="http://schemas.openxmlformats.org/officeDocument/2006/relationships/notesSlide" Target="/ppt/notesSlides/notesSlide15.xml" Id="R9dd03fda5b3b4b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a25995c75d94cc3" /><Relationship Type="http://schemas.openxmlformats.org/officeDocument/2006/relationships/image" Target="/ppt/media/image.jpeg" Id="R865b3886f20d49d8" /><Relationship Type="http://schemas.openxmlformats.org/officeDocument/2006/relationships/image" Target="/ppt/media/image2.png" Id="Rcec61d89c7504e7e" /><Relationship Type="http://schemas.openxmlformats.org/officeDocument/2006/relationships/notesSlide" Target="/ppt/notesSlides/notesSlide16.xml" Id="Rdb43fb6aade24f2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bdeb696b55c4267" /><Relationship Type="http://schemas.openxmlformats.org/officeDocument/2006/relationships/image" Target="/ppt/media/image.jpeg" Id="R3900feae77894aa4" /><Relationship Type="http://schemas.openxmlformats.org/officeDocument/2006/relationships/image" Target="/ppt/media/image2.png" Id="R98454f3c69c54f93" /><Relationship Type="http://schemas.openxmlformats.org/officeDocument/2006/relationships/image" Target="/ppt/media/image3.png" Id="R1cb49f6a34364097" /><Relationship Type="http://schemas.openxmlformats.org/officeDocument/2006/relationships/image" Target="/ppt/media/image7.png" Id="R9defabade2d14908" /><Relationship Type="http://schemas.openxmlformats.org/officeDocument/2006/relationships/notesSlide" Target="/ppt/notesSlides/notesSlide17.xml" Id="Rd49d3c39d8d949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7f0c2cdf05b4730" /><Relationship Type="http://schemas.openxmlformats.org/officeDocument/2006/relationships/image" Target="/ppt/media/image.jpeg" Id="R956741618925430b" /><Relationship Type="http://schemas.openxmlformats.org/officeDocument/2006/relationships/image" Target="/ppt/media/image2.png" Id="R1a4540cf58b44e2a" /><Relationship Type="http://schemas.openxmlformats.org/officeDocument/2006/relationships/image" Target="/ppt/media/image8.png" Id="R1665100a87dc47e7" /><Relationship Type="http://schemas.openxmlformats.org/officeDocument/2006/relationships/image" Target="/ppt/media/image9.png" Id="R24d61f0fe58e4152" /><Relationship Type="http://schemas.openxmlformats.org/officeDocument/2006/relationships/notesSlide" Target="/ppt/notesSlides/notesSlide18.xml" Id="Ree38b078a0ba4d2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ae860d59a0442eb" /><Relationship Type="http://schemas.openxmlformats.org/officeDocument/2006/relationships/image" Target="/ppt/media/image.jpeg" Id="R01764a4289084448" /><Relationship Type="http://schemas.openxmlformats.org/officeDocument/2006/relationships/image" Target="/ppt/media/image2.png" Id="R5fabbfa0b7054d4c" /><Relationship Type="http://schemas.openxmlformats.org/officeDocument/2006/relationships/image" Target="/ppt/media/image8.png" Id="Rc908783b34534da4" /><Relationship Type="http://schemas.openxmlformats.org/officeDocument/2006/relationships/image" Target="/ppt/media/image9.png" Id="Rb717a7143c084713" /><Relationship Type="http://schemas.openxmlformats.org/officeDocument/2006/relationships/image" Target="/ppt/media/image2.jpeg" Id="R0cf2bca199a24b56" /><Relationship Type="http://schemas.openxmlformats.org/officeDocument/2006/relationships/image" Target="/ppt/media/image10.png" Id="R7f1418a4a79947a6" /><Relationship Type="http://schemas.openxmlformats.org/officeDocument/2006/relationships/notesSlide" Target="/ppt/notesSlides/notesSlide19.xml" Id="Rc3cfd7d5e8ee4c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7a19a64ba374cae" /><Relationship Type="http://schemas.openxmlformats.org/officeDocument/2006/relationships/image" Target="/ppt/media/image.jpeg" Id="R3d31dff583324fb1" /><Relationship Type="http://schemas.openxmlformats.org/officeDocument/2006/relationships/image" Target="/ppt/media/image2.png" Id="R521b15822ad54326" /><Relationship Type="http://schemas.openxmlformats.org/officeDocument/2006/relationships/image" Target="/ppt/media/image8.png" Id="R40c89d2dddb24d2e" /><Relationship Type="http://schemas.openxmlformats.org/officeDocument/2006/relationships/image" Target="/ppt/media/image11.png" Id="Rb709bf4f61d4457c" /><Relationship Type="http://schemas.openxmlformats.org/officeDocument/2006/relationships/notesSlide" Target="/ppt/notesSlides/notesSlide20.xml" Id="Rd5b0e9b04a174e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13c81a99234400a" /><Relationship Type="http://schemas.openxmlformats.org/officeDocument/2006/relationships/image" Target="/ppt/media/image.jpeg" Id="R1795f1d00507461c" /><Relationship Type="http://schemas.openxmlformats.org/officeDocument/2006/relationships/image" Target="/ppt/media/image2.png" Id="Rb451d949255b4f12" /><Relationship Type="http://schemas.openxmlformats.org/officeDocument/2006/relationships/notesSlide" Target="/ppt/notesSlides/notesSlide21.xml" Id="R9955559d338345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cbfd5f2faea48d0" /><Relationship Type="http://schemas.openxmlformats.org/officeDocument/2006/relationships/image" Target="/ppt/media/image.jpeg" Id="Rbacdb571e52e4536" /><Relationship Type="http://schemas.openxmlformats.org/officeDocument/2006/relationships/image" Target="/ppt/media/image2.png" Id="R2b0451539d73489d" /><Relationship Type="http://schemas.openxmlformats.org/officeDocument/2006/relationships/notesSlide" Target="/ppt/notesSlides/notesSlide22.xml" Id="R3fdf5caee290408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45d25e8209f48e0" /><Relationship Type="http://schemas.openxmlformats.org/officeDocument/2006/relationships/image" Target="/ppt/media/image.jpeg" Id="R2f4c8825a2474793" /><Relationship Type="http://schemas.openxmlformats.org/officeDocument/2006/relationships/image" Target="/ppt/media/image2.png" Id="Re2995445542a40d7" /><Relationship Type="http://schemas.openxmlformats.org/officeDocument/2006/relationships/notesSlide" Target="/ppt/notesSlides/notesSlide23.xml" Id="R796b991fe471419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7d0d40035d64243" /><Relationship Type="http://schemas.openxmlformats.org/officeDocument/2006/relationships/image" Target="/ppt/media/image.jpeg" Id="Rc9aafc59667844a0" /><Relationship Type="http://schemas.openxmlformats.org/officeDocument/2006/relationships/image" Target="/ppt/media/image2.png" Id="Ra126c80614844e18" /><Relationship Type="http://schemas.openxmlformats.org/officeDocument/2006/relationships/notesSlide" Target="/ppt/notesSlides/notesSlide24.xml" Id="R5cd682a675d4409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d9ac2cf2d3542f5" /><Relationship Type="http://schemas.openxmlformats.org/officeDocument/2006/relationships/image" Target="/ppt/media/image.jpeg" Id="R45a75ac6488b43ca" /><Relationship Type="http://schemas.openxmlformats.org/officeDocument/2006/relationships/image" Target="/ppt/media/image2.png" Id="R2dbae181de734a96" /><Relationship Type="http://schemas.openxmlformats.org/officeDocument/2006/relationships/notesSlide" Target="/ppt/notesSlides/notesSlide25.xml" Id="Rb160f93cebd54f7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fe6002f040d48a0" /><Relationship Type="http://schemas.openxmlformats.org/officeDocument/2006/relationships/image" Target="/ppt/media/image.jpeg" Id="Rb4030fc8fc834d30" /><Relationship Type="http://schemas.openxmlformats.org/officeDocument/2006/relationships/image" Target="/ppt/media/image2.png" Id="Rf5797e06231045ba" /><Relationship Type="http://schemas.openxmlformats.org/officeDocument/2006/relationships/notesSlide" Target="/ppt/notesSlides/notesSlide26.xml" Id="R2421a0e806324fa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ece6e41d9bcc4a87" /><Relationship Type="http://schemas.openxmlformats.org/officeDocument/2006/relationships/image" Target="/ppt/media/image.jpeg" Id="Rd85718f1d3774e86" /><Relationship Type="http://schemas.openxmlformats.org/officeDocument/2006/relationships/image" Target="/ppt/media/image2.png" Id="Rfacb319416fb456e" /><Relationship Type="http://schemas.openxmlformats.org/officeDocument/2006/relationships/image" Target="/ppt/media/image3.png" Id="Rf4368971e320446c" /><Relationship Type="http://schemas.openxmlformats.org/officeDocument/2006/relationships/image" Target="/ppt/media/image12.png" Id="R02f611abda9b4a77" /><Relationship Type="http://schemas.openxmlformats.org/officeDocument/2006/relationships/notesSlide" Target="/ppt/notesSlides/notesSlide27.xml" Id="R732c9f439e6d4c5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d5c3852300841ca" /><Relationship Type="http://schemas.openxmlformats.org/officeDocument/2006/relationships/image" Target="/ppt/media/image.jpeg" Id="R385692b1baeb4573" /><Relationship Type="http://schemas.openxmlformats.org/officeDocument/2006/relationships/image" Target="/ppt/media/image2.png" Id="Rb0e0e8ecba4f43d4" /><Relationship Type="http://schemas.openxmlformats.org/officeDocument/2006/relationships/notesSlide" Target="/ppt/notesSlides/notesSlide28.xml" Id="R9288dbba1b8544d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ce5738fd2964e20" /><Relationship Type="http://schemas.openxmlformats.org/officeDocument/2006/relationships/image" Target="/ppt/media/image.jpeg" Id="Ree447be6e24f4c92" /><Relationship Type="http://schemas.openxmlformats.org/officeDocument/2006/relationships/image" Target="/ppt/media/image2.png" Id="Ra67809579cdb4adb" /><Relationship Type="http://schemas.openxmlformats.org/officeDocument/2006/relationships/chart" Target="/ppt/slides/charts/chart2.xml" Id="Red7cad97f29e4447" /><Relationship Type="http://schemas.openxmlformats.org/officeDocument/2006/relationships/notesSlide" Target="/ppt/notesSlides/notesSlide29.xml" Id="Rff297335c405405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0d801791c6d4f6d" /><Relationship Type="http://schemas.openxmlformats.org/officeDocument/2006/relationships/image" Target="/ppt/media/image.jpeg" Id="R99ce2f1025c2430d" /><Relationship Type="http://schemas.openxmlformats.org/officeDocument/2006/relationships/image" Target="/ppt/media/image2.png" Id="R51e41611a5d04a23" /><Relationship Type="http://schemas.openxmlformats.org/officeDocument/2006/relationships/image" Target="/ppt/media/image13.png" Id="R75ef1ca44b71459e" /><Relationship Type="http://schemas.openxmlformats.org/officeDocument/2006/relationships/image" Target="/ppt/media/image14.png" Id="R8b5e9353f2944c0c" /><Relationship Type="http://schemas.openxmlformats.org/officeDocument/2006/relationships/notesSlide" Target="/ppt/notesSlides/notesSlide30.xml" Id="R2213fd6c393a434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6f3c08b507264a5b" /><Relationship Type="http://schemas.openxmlformats.org/officeDocument/2006/relationships/image" Target="/ppt/media/image.jpeg" Id="R1edcc8e65c134db2" /><Relationship Type="http://schemas.openxmlformats.org/officeDocument/2006/relationships/image" Target="/ppt/media/image2.png" Id="R3222b56fb96e4226" /><Relationship Type="http://schemas.openxmlformats.org/officeDocument/2006/relationships/image" Target="/ppt/media/image3.png" Id="R531f2f8db6764ea7" /><Relationship Type="http://schemas.openxmlformats.org/officeDocument/2006/relationships/image" Target="/ppt/media/image15.png" Id="Rba6e5a73904e478a" /><Relationship Type="http://schemas.openxmlformats.org/officeDocument/2006/relationships/notesSlide" Target="/ppt/notesSlides/notesSlide31.xml" Id="Rbf59804d87474d2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613e81ae0d64cb1" /><Relationship Type="http://schemas.openxmlformats.org/officeDocument/2006/relationships/image" Target="/ppt/media/image.jpeg" Id="Rc6eff8947d1b40f5" /><Relationship Type="http://schemas.openxmlformats.org/officeDocument/2006/relationships/image" Target="/ppt/media/image2.png" Id="R84b564eb93df49fa" /><Relationship Type="http://schemas.openxmlformats.org/officeDocument/2006/relationships/notesSlide" Target="/ppt/notesSlides/notesSlide32.xml" Id="R061f546be4fc483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c935fb6e0c34ae0" /><Relationship Type="http://schemas.openxmlformats.org/officeDocument/2006/relationships/image" Target="/ppt/media/image.jpeg" Id="R1ee365973d5f45fe" /><Relationship Type="http://schemas.openxmlformats.org/officeDocument/2006/relationships/image" Target="/ppt/media/image2.png" Id="R3d82e0d952d64d68" /><Relationship Type="http://schemas.openxmlformats.org/officeDocument/2006/relationships/notesSlide" Target="/ppt/notesSlides/notesSlide33.xml" Id="R561a4ef357bb452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108b3f86eb64bef" /><Relationship Type="http://schemas.openxmlformats.org/officeDocument/2006/relationships/image" Target="/ppt/media/image.jpeg" Id="R59e3e8b885c84916" /><Relationship Type="http://schemas.openxmlformats.org/officeDocument/2006/relationships/image" Target="/ppt/media/image2.png" Id="R69f6074f1f2a4e2a" /><Relationship Type="http://schemas.openxmlformats.org/officeDocument/2006/relationships/notesSlide" Target="/ppt/notesSlides/notesSlide34.xml" Id="R672cb43308934f8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59fc18c2c8a448f" /><Relationship Type="http://schemas.openxmlformats.org/officeDocument/2006/relationships/image" Target="/ppt/media/image.jpeg" Id="Rc6da937ed17f4618" /><Relationship Type="http://schemas.openxmlformats.org/officeDocument/2006/relationships/image" Target="/ppt/media/image2.png" Id="Ra07c116670c24bbd" /><Relationship Type="http://schemas.openxmlformats.org/officeDocument/2006/relationships/notesSlide" Target="/ppt/notesSlides/notesSlide35.xml" Id="Rd0e024ee50114a0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aab30328bae4ae3" /><Relationship Type="http://schemas.openxmlformats.org/officeDocument/2006/relationships/image" Target="/ppt/media/image.jpeg" Id="R13c91f59e4ef4b87" /><Relationship Type="http://schemas.openxmlformats.org/officeDocument/2006/relationships/image" Target="/ppt/media/image2.png" Id="R15a48622b0a344d7" /><Relationship Type="http://schemas.openxmlformats.org/officeDocument/2006/relationships/notesSlide" Target="/ppt/notesSlides/notesSlide36.xml" Id="R440237ac60da491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4bb0d65deb848bd" /><Relationship Type="http://schemas.openxmlformats.org/officeDocument/2006/relationships/image" Target="/ppt/media/image.jpeg" Id="R99afed36fa7e4242" /><Relationship Type="http://schemas.openxmlformats.org/officeDocument/2006/relationships/image" Target="/ppt/media/image2.png" Id="Ra95662a5b86640ce" /><Relationship Type="http://schemas.openxmlformats.org/officeDocument/2006/relationships/notesSlide" Target="/ppt/notesSlides/notesSlide37.xml" Id="R6db5e2024a85493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064f6dee1644c12" /><Relationship Type="http://schemas.openxmlformats.org/officeDocument/2006/relationships/image" Target="/ppt/media/image.jpeg" Id="R0f722fe3527747b6" /><Relationship Type="http://schemas.openxmlformats.org/officeDocument/2006/relationships/image" Target="/ppt/media/image2.png" Id="R638c5260e2354ae8" /><Relationship Type="http://schemas.openxmlformats.org/officeDocument/2006/relationships/notesSlide" Target="/ppt/notesSlides/notesSlide38.xml" Id="R7c95d538de274d6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9141a5239c14232" /><Relationship Type="http://schemas.openxmlformats.org/officeDocument/2006/relationships/image" Target="/ppt/media/image.jpeg" Id="Rad73eff2c26f4104" /><Relationship Type="http://schemas.openxmlformats.org/officeDocument/2006/relationships/image" Target="/ppt/media/image2.png" Id="R77606fb455864bd8" /><Relationship Type="http://schemas.openxmlformats.org/officeDocument/2006/relationships/notesSlide" Target="/ppt/notesSlides/notesSlide39.xml" Id="R3f25d5fdbb124d3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010ece357ea4eff" /><Relationship Type="http://schemas.openxmlformats.org/officeDocument/2006/relationships/image" Target="/ppt/media/image.jpeg" Id="R1e54b867bbd34255" /><Relationship Type="http://schemas.openxmlformats.org/officeDocument/2006/relationships/image" Target="/ppt/media/image2.png" Id="Rc38582a48e184fba" /><Relationship Type="http://schemas.openxmlformats.org/officeDocument/2006/relationships/notesSlide" Target="/ppt/notesSlides/notesSlide40.xml" Id="R2dfea9feba024cc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b5f87468ce54f01" /><Relationship Type="http://schemas.openxmlformats.org/officeDocument/2006/relationships/image" Target="/ppt/media/image.jpeg" Id="R8414c157ded14d4a" /><Relationship Type="http://schemas.openxmlformats.org/officeDocument/2006/relationships/image" Target="/ppt/media/image2.png" Id="Ra52de46f90854422" /><Relationship Type="http://schemas.openxmlformats.org/officeDocument/2006/relationships/image" Target="/ppt/media/image16.png" Id="R676e9719e2194d1b" /><Relationship Type="http://schemas.openxmlformats.org/officeDocument/2006/relationships/notesSlide" Target="/ppt/notesSlides/notesSlide41.xml" Id="R416e1ab91f144f3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b11df3375d044fce" /><Relationship Type="http://schemas.openxmlformats.org/officeDocument/2006/relationships/image" Target="/ppt/media/image.jpeg" Id="R3a569f028ad04a8d" /><Relationship Type="http://schemas.openxmlformats.org/officeDocument/2006/relationships/image" Target="/ppt/media/image.gif" Id="Re517786e272e43d4" /><Relationship Type="http://schemas.openxmlformats.org/officeDocument/2006/relationships/image" Target="/ppt/media/image2.png" Id="R482d253777a944cc" /><Relationship Type="http://schemas.openxmlformats.org/officeDocument/2006/relationships/notesSlide" Target="/ppt/notesSlides/notesSlide42.xml" Id="R53f82a2e1c514084"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5cfa8c24fd354b9f">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9202dd6306704187">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a:t>
            </a:r>
            <a:r>
              <a:rPr sz="2000">
                <a:solidFill>
                  <a:srgbClr val="00B0F0"/>
                </a:solidFill>
              </a:rPr>
              <a:t>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7"/>
          <p:cNvPicPr>
            <a:picLocks xmlns:a="http://schemas.openxmlformats.org/drawingml/2006/main" noChangeAspect="1"/>
          </p:cNvPicPr>
          <p:nvPr/>
        </p:nvPicPr>
        <p:blipFill>
          <a:blip xmlns:r="http://schemas.openxmlformats.org/officeDocument/2006/relationships" xmlns:a="http://schemas.openxmlformats.org/drawingml/2006/main" r:embed="R19a33e73f7d0446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72" name="Picture 68"/>
          <p:cNvPicPr>
            <a:picLocks xmlns:a="http://schemas.openxmlformats.org/drawingml/2006/main" noChangeAspect="1"/>
          </p:cNvPicPr>
          <p:nvPr/>
        </p:nvPicPr>
        <p:blipFill>
          <a:blip xmlns:r="http://schemas.openxmlformats.org/officeDocument/2006/relationships" xmlns:a="http://schemas.openxmlformats.org/drawingml/2006/main" r:embed="Rad28d4a477eb425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217"/>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8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b0de3bbb3d9547e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9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6bbe6e278924d6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9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f2d1db16f50842be">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9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d160157edaa24583">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9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5085d2c119544a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2221dd94bdc466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6" name="Picture 236"/>
          <p:cNvPicPr>
            <a:picLocks xmlns:a="http://schemas.openxmlformats.org/drawingml/2006/main" noChangeAspect="1"/>
          </p:cNvPicPr>
          <p:nvPr/>
        </p:nvPicPr>
        <p:blipFill>
          <a:blip xmlns:r="http://schemas.openxmlformats.org/officeDocument/2006/relationships" xmlns:a="http://schemas.openxmlformats.org/drawingml/2006/main" r:embed="Raa9e6f6f023e44ed"/>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3aacb795d0b4dc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0461e4b546d47a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709dbb468f348a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b76ec555cfb45a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0ed04b5ae104e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f7a48357fb46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0"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fdb6021a7a934902"/>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830e819df5b4e4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9afe5beeff2434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343dac3bc45422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054c3c0f28b455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5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3bf5ae122bbc40f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65c111378f9443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d334920382cb48c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6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9313f596c5fb4a71">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6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04670137b8346d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dc7c160e5e548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0"/>
          <p:cNvPicPr>
            <a:picLocks xmlns:a="http://schemas.openxmlformats.org/drawingml/2006/main" noChangeAspect="1"/>
          </p:cNvPicPr>
          <p:nvPr/>
        </p:nvPicPr>
        <p:blipFill>
          <a:blip xmlns:r="http://schemas.openxmlformats.org/officeDocument/2006/relationships" xmlns:a="http://schemas.openxmlformats.org/drawingml/2006/main" r:embed="R54e3c2b5c99747b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Picture 41"/>
          <p:cNvPicPr>
            <a:picLocks xmlns:a="http://schemas.openxmlformats.org/drawingml/2006/main" noChangeAspect="1"/>
          </p:cNvPicPr>
          <p:nvPr/>
        </p:nvPicPr>
        <p:blipFill>
          <a:blip xmlns:r="http://schemas.openxmlformats.org/officeDocument/2006/relationships" xmlns:a="http://schemas.openxmlformats.org/drawingml/2006/main" r:embed="Rd8911845e7f4411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7"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lnSpcReduction="1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9b136059a7340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65f7d344e00425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1f32cc18a1f48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c0d7ce774484fd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0"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1"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4" name="Picture 295"/>
          <p:cNvPicPr>
            <a:picLocks xmlns:a="http://schemas.openxmlformats.org/drawingml/2006/main" noChangeAspect="1"/>
          </p:cNvPicPr>
          <p:nvPr/>
        </p:nvPicPr>
        <p:blipFill>
          <a:blip xmlns:r="http://schemas.openxmlformats.org/officeDocument/2006/relationships" xmlns:a="http://schemas.openxmlformats.org/drawingml/2006/main" r:embed="Re1f32cc18a1f483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5" name="Picture 296"/>
          <p:cNvPicPr>
            <a:picLocks xmlns:a="http://schemas.openxmlformats.org/drawingml/2006/main" noChangeAspect="1"/>
          </p:cNvPicPr>
          <p:nvPr/>
        </p:nvPicPr>
        <p:blipFill>
          <a:blip xmlns:r="http://schemas.openxmlformats.org/officeDocument/2006/relationships" xmlns:a="http://schemas.openxmlformats.org/drawingml/2006/main" r:embed="R5c0d7ce774484fd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fa0182d13d483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13bc21401f4f2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38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65b3886f20d49d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ec61d89c7504e7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405"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406"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407"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02"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3900feae77894aa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03"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98454f3c69c54f9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04"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1cb49f6a34364097">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06"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9defabade2d14908">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09"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7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56741618925430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a4540cf58b44e2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744" name="Picture 458"/>
          <p:cNvPicPr>
            <a:picLocks xmlns:a="http://schemas.openxmlformats.org/drawingml/2006/main" noChangeAspect="1"/>
          </p:cNvPicPr>
          <p:nvPr/>
        </p:nvPicPr>
        <p:blipFill>
          <a:blip xmlns:r="http://schemas.openxmlformats.org/officeDocument/2006/relationships" xmlns:a="http://schemas.openxmlformats.org/drawingml/2006/main" r:embed="R1665100a87dc47e7"/>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48" name="Picture 462"/>
          <p:cNvPicPr>
            <a:picLocks xmlns:a="http://schemas.openxmlformats.org/drawingml/2006/main" noChangeAspect="1"/>
          </p:cNvPicPr>
          <p:nvPr/>
        </p:nvPicPr>
        <p:blipFill>
          <a:blip xmlns:r="http://schemas.openxmlformats.org/officeDocument/2006/relationships" xmlns:a="http://schemas.openxmlformats.org/drawingml/2006/main" r:embed="R24d61f0fe58e4152"/>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763"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64"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769"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70"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71"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776"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77"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78"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784"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5"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6"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7"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8"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89"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90"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91"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76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1764a428908444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6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fabbfa0b7054d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765" name="Picture 458"/>
          <p:cNvPicPr>
            <a:picLocks xmlns:a="http://schemas.openxmlformats.org/drawingml/2006/main" noChangeAspect="1"/>
          </p:cNvPicPr>
          <p:nvPr/>
        </p:nvPicPr>
        <p:blipFill>
          <a:blip xmlns:r="http://schemas.openxmlformats.org/officeDocument/2006/relationships" xmlns:a="http://schemas.openxmlformats.org/drawingml/2006/main" r:embed="Rc908783b34534da4"/>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69" name="Picture 462"/>
          <p:cNvPicPr>
            <a:picLocks xmlns:a="http://schemas.openxmlformats.org/drawingml/2006/main" noChangeAspect="1"/>
          </p:cNvPicPr>
          <p:nvPr/>
        </p:nvPicPr>
        <p:blipFill>
          <a:blip xmlns:r="http://schemas.openxmlformats.org/officeDocument/2006/relationships" xmlns:a="http://schemas.openxmlformats.org/drawingml/2006/main" r:embed="Rb717a7143c084713"/>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784"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85"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790"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91"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92"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797"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98"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99"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805"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06"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07"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08"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09"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10"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11"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12"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r>
              <a:t/>
            </a:r>
          </a:p>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r>
              <a:t/>
            </a:r>
          </a:p>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r>
              <a:t/>
            </a:r>
          </a:p>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r>
              <a:t/>
            </a:r>
          </a:p>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r>
              <a:t/>
            </a:r>
          </a:p>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r>
              <a:t/>
            </a:r>
          </a:p>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r>
              <a:t/>
            </a:r>
          </a:p>
          <a:p xmlns:a="http://schemas.openxmlformats.org/drawingml/2006/main">
            <a:pPr algn="ctr">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r>
              <a:t/>
            </a:r>
          </a:p>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827" name=""/>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828" name=""/>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829" name=""/>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830" name=""/>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a:bodyPr>
          <a:lstStyle xmlns:a="http://schemas.openxmlformats.org/drawingml/2006/main"/>
          <a:p xmlns:a="http://schemas.openxmlformats.org/drawingml/2006/main">
            <a:pPr algn="ctr">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833" name=""/>
          <p:cNvPicPr>
            <a:picLocks xmlns:a="http://schemas.openxmlformats.org/drawingml/2006/main" noChangeAspect="1"/>
          </p:cNvPicPr>
          <p:nvPr/>
        </p:nvPicPr>
        <p:blipFill>
          <a:blip xmlns:r="http://schemas.openxmlformats.org/officeDocument/2006/relationships" xmlns:a="http://schemas.openxmlformats.org/drawingml/2006/main" r:embed="R0cf2bca199a24b5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834" name=""/>
          <p:cNvPicPr>
            <a:picLocks xmlns:a="http://schemas.openxmlformats.org/drawingml/2006/main" noChangeAspect="1"/>
          </p:cNvPicPr>
          <p:nvPr/>
        </p:nvPicPr>
        <p:blipFill>
          <a:blip xmlns:r="http://schemas.openxmlformats.org/officeDocument/2006/relationships" xmlns:a="http://schemas.openxmlformats.org/drawingml/2006/main" r:embed="R7f1418a4a79947a6"/>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87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d31dff583324fb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87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21b15822ad543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875" name="Picture 518"/>
          <p:cNvPicPr>
            <a:picLocks xmlns:a="http://schemas.openxmlformats.org/drawingml/2006/main" noChangeAspect="1"/>
          </p:cNvPicPr>
          <p:nvPr/>
        </p:nvPicPr>
        <p:blipFill>
          <a:blip xmlns:r="http://schemas.openxmlformats.org/officeDocument/2006/relationships" xmlns:a="http://schemas.openxmlformats.org/drawingml/2006/main" r:embed="R40c89d2dddb24d2e"/>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79" name="Picture 522"/>
          <p:cNvPicPr>
            <a:picLocks xmlns:a="http://schemas.openxmlformats.org/drawingml/2006/main" noChangeAspect="1"/>
          </p:cNvPicPr>
          <p:nvPr/>
        </p:nvPicPr>
        <p:blipFill>
          <a:blip xmlns:r="http://schemas.openxmlformats.org/officeDocument/2006/relationships" xmlns:a="http://schemas.openxmlformats.org/drawingml/2006/main" r:embed="Rb709bf4f61d4457c"/>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882" name="Picture 526"/>
          <p:cNvPicPr>
            <a:picLocks xmlns:a="http://schemas.openxmlformats.org/drawingml/2006/main" noChangeAspect="1"/>
          </p:cNvPicPr>
          <p:nvPr/>
        </p:nvPicPr>
        <p:blipFill>
          <a:blip xmlns:r="http://schemas.openxmlformats.org/officeDocument/2006/relationships" xmlns:a="http://schemas.openxmlformats.org/drawingml/2006/main" r:embed="R3d31dff583324fb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883" name="Picture 527"/>
          <p:cNvPicPr>
            <a:picLocks xmlns:a="http://schemas.openxmlformats.org/drawingml/2006/main" noChangeAspect="1"/>
          </p:cNvPicPr>
          <p:nvPr/>
        </p:nvPicPr>
        <p:blipFill>
          <a:blip xmlns:r="http://schemas.openxmlformats.org/officeDocument/2006/relationships" xmlns:a="http://schemas.openxmlformats.org/drawingml/2006/main" r:embed="R521b15822ad54326"/>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898"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99"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00"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906"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07"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08"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09"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912"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913"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777" lnSpcReduction="1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920"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21"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22"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928"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29"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30"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31"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32"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33" name="Connector: Elbow 577"/>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934"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795f1d00507461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451d949255b4f1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acdb571e52e453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0451539d7348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f4c8825a247479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2995445542a40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9aafc59667844a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126c80614844e1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5a75ac6488b43c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bae181de734a9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6"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a:t>
                      </a:r>
                      <a:r>
                        <a:rPr sz="1185">
                          <a:solidFill>
                            <a:srgbClr val="263244"/>
                          </a:solidFill>
                          <a:latin typeface="Arial"/>
                          <a:ea typeface="Arial"/>
                          <a:cs typeface="Arial"/>
                        </a:rPr>
                        <a:t>2</a:t>
                      </a:r>
                      <a:r>
                        <a:rPr sz="1185">
                          <a:solidFill>
                            <a:srgbClr val="263244"/>
                          </a:solidFill>
                          <a:latin typeface="Arial"/>
                          <a:ea typeface="Arial"/>
                          <a:cs typeface="Arial"/>
                        </a:rPr>
                        <a:t>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TenSEAL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two encrypted update chunks, support refresh every </a:t>
                      </a:r>
                      <a:r>
                        <a:rPr sz="1185">
                          <a:solidFill>
                            <a:srgbClr val="263244"/>
                          </a:solidFill>
                          <a:latin typeface="Arial"/>
                          <a:ea typeface="Arial"/>
                          <a:cs typeface="Arial"/>
                        </a:rPr>
                        <a:t>5</a:t>
                      </a:r>
                      <a:r>
                        <a:rPr sz="1185">
                          <a:solidFill>
                            <a:srgbClr val="263244"/>
                          </a:solidFill>
                          <a:latin typeface="Arial"/>
                          <a:ea typeface="Arial"/>
                          <a:cs typeface="Arial"/>
                        </a:rPr>
                        <a:t>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a:t>
                      </a:r>
                      <a:r>
                        <a:rPr sz="1185">
                          <a:solidFill>
                            <a:srgbClr val="263244"/>
                          </a:solidFill>
                          <a:latin typeface="Arial"/>
                          <a:ea typeface="Arial"/>
                          <a:cs typeface="Arial"/>
                        </a:rPr>
                        <a:t> and RMIA with </a:t>
                      </a:r>
                      <a:r>
                        <a:rPr sz="1185">
                          <a:solidFill>
                            <a:srgbClr val="263244"/>
                          </a:solidFill>
                          <a:latin typeface="Arial"/>
                          <a:ea typeface="Arial"/>
                          <a:cs typeface="Arial"/>
                        </a:rPr>
                        <a:t>8</a:t>
                      </a:r>
                      <a:r>
                        <a:rPr sz="1185">
                          <a:solidFill>
                            <a:srgbClr val="263244"/>
                          </a:solidFill>
                          <a:latin typeface="Arial"/>
                          <a:ea typeface="Arial"/>
                          <a:cs typeface="Arial"/>
                        </a:rPr>
                        <a:t> reference models per seed; 300-step gradient reconstruction; 20 virtual clients, </a:t>
                      </a:r>
                      <a:r>
                        <a:rPr sz="1185">
                          <a:solidFill>
                            <a:srgbClr val="263244"/>
                          </a:solidFill>
                          <a:latin typeface="Arial"/>
                          <a:ea typeface="Arial"/>
                          <a:cs typeface="Arial"/>
                        </a:rPr>
                        <a:t>7</a:t>
                      </a:r>
                      <a:r>
                        <a:rPr sz="1185">
                          <a:solidFill>
                            <a:srgbClr val="263244"/>
                          </a:solidFill>
                          <a:latin typeface="Arial"/>
                          <a:ea typeface="Arial"/>
                          <a:cs typeface="Arial"/>
                        </a:rPr>
                        <a:t>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a:t>
                      </a:r>
                      <a:r>
                        <a:rPr sz="1185">
                          <a:solidFill>
                            <a:srgbClr val="263244"/>
                          </a:solidFill>
                          <a:latin typeface="Arial"/>
                          <a:ea typeface="Arial"/>
                          <a:cs typeface="Arial"/>
                        </a:rPr>
                        <a:t> paired seeds for the core protected comparison and </a:t>
                      </a:r>
                      <a:r>
                        <a:rPr sz="1185">
                          <a:solidFill>
                            <a:srgbClr val="263244"/>
                          </a:solidFill>
                          <a:latin typeface="Arial"/>
                          <a:ea typeface="Arial"/>
                          <a:cs typeface="Arial"/>
                        </a:rPr>
                        <a:t>5</a:t>
                      </a:r>
                      <a:r>
                        <a:rPr sz="1185">
                          <a:solidFill>
                            <a:srgbClr val="263244"/>
                          </a:solidFill>
                          <a:latin typeface="Arial"/>
                          <a:ea typeface="Arial"/>
                          <a:cs typeface="Arial"/>
                        </a:rPr>
                        <a:t>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8" name="Picture 264"/>
          <p:cNvPicPr>
            <a:picLocks xmlns:a="http://schemas.openxmlformats.org/drawingml/2006/main" noChangeAspect="1"/>
          </p:cNvPicPr>
          <p:nvPr/>
        </p:nvPicPr>
        <p:blipFill>
          <a:blip xmlns:r="http://schemas.openxmlformats.org/officeDocument/2006/relationships" xmlns:a="http://schemas.openxmlformats.org/drawingml/2006/main" r:embed="R45a75ac6488b43c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69" name="Picture 265"/>
          <p:cNvPicPr>
            <a:picLocks xmlns:a="http://schemas.openxmlformats.org/drawingml/2006/main" noChangeAspect="1"/>
          </p:cNvPicPr>
          <p:nvPr/>
        </p:nvPicPr>
        <p:blipFill>
          <a:blip xmlns:r="http://schemas.openxmlformats.org/officeDocument/2006/relationships" xmlns:a="http://schemas.openxmlformats.org/drawingml/2006/main" r:embed="R2dbae181de734a96"/>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4030fc8fc834d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797e06231045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67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d85718f1d3774e8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7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facb319416fb45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7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f4368971e320446c">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8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02f611abda9b4a77">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8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85692b1baeb457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0e0e8ecba4f43d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e447be6e24f4c9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67809579cdb4ad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9"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0"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ed7cad97f29e4447"/>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9ce2f1025c2430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1e41611a5d04a2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9" name="Picture 239"/>
          <p:cNvPicPr>
            <a:picLocks xmlns:a="http://schemas.openxmlformats.org/drawingml/2006/main" noChangeAspect="1"/>
          </p:cNvPicPr>
          <p:nvPr/>
        </p:nvPicPr>
        <p:blipFill>
          <a:blip xmlns:r="http://schemas.openxmlformats.org/officeDocument/2006/relationships" xmlns:a="http://schemas.openxmlformats.org/drawingml/2006/main" r:embed="R75ef1ca44b71459e"/>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0" name="Picture 240"/>
          <p:cNvPicPr>
            <a:picLocks xmlns:a="http://schemas.openxmlformats.org/drawingml/2006/main" noChangeAspect="1"/>
          </p:cNvPicPr>
          <p:nvPr/>
        </p:nvPicPr>
        <p:blipFill>
          <a:blip xmlns:r="http://schemas.openxmlformats.org/officeDocument/2006/relationships" xmlns:a="http://schemas.openxmlformats.org/drawingml/2006/main" r:embed="R8b5e9353f2944c0c"/>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2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1edcc8e65c134db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2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3222b56fb96e42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2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531f2f8db6764ea7">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3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ba6e5a73904e478a">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3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6eff8947d1b40f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b564eb93df49f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ee365973d5f45f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d82e0d952d64d6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9e3e8b885c8491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9f6074f1f2a4e2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6da937ed17f461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07c116670c24b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3c91f59e4ef4b8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5a48622b0a344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9afed36fa7e42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5662a5b86640c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722fe3527747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38c5260e2354ae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d73eff2c26f410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606fb455864bd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e54b867bbd3425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38582a48e184f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414c157ded14d4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52de46f9085442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0"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676e9719e2194d1b">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3a569f028ad04a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3"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e517786e272e43d4">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82d253777a944c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2026-09-24T15:05:20.0650000Z</dcterms:created>
  <dcterms:modified xsi:type="dcterms:W3CDTF">2026-09-24T15:05:20.0650000Z</dcterms:modified>
</coreProperties>
</file>