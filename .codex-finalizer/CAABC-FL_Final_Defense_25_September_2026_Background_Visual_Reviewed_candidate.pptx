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1.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acdb667b8d4ae3" /><Relationship Type="http://schemas.openxmlformats.org/officeDocument/2006/relationships/extended-properties" Target="/docProps/app.xml" Id="R83e19f8859684f10" /><Relationship Type="http://schemas.openxmlformats.org/officeDocument/2006/relationships/officeDocument" Target="/ppt/presentation.xml" Id="R449661836e8d4a1f" /></Relationships>
</file>

<file path=ppt/presentation.xml><?xml version="1.0" encoding="utf-8"?>
<p:presentation xmlns:p="http://schemas.openxmlformats.org/presentationml/2006/main">
  <p:sldMasterIdLst>
    <p:sldMasterId xmlns:r="http://schemas.openxmlformats.org/officeDocument/2006/relationships" id="2147483648" r:id="Rc35bacb979b2407d"/>
  </p:sldMasterIdLst>
  <p:notesMasterIdLst>
    <p:notesMasterId xmlns:r="http://schemas.openxmlformats.org/officeDocument/2006/relationships" r:id="R1020c7b4de874136"/>
  </p:notesMasterIdLst>
  <p:sldIdLst>
    <p:sldId xmlns:r="http://schemas.openxmlformats.org/officeDocument/2006/relationships" id="256" r:id="R31c062acea724f35"/>
    <p:sldId xmlns:r="http://schemas.openxmlformats.org/officeDocument/2006/relationships" id="257" r:id="R59c3af42c1ac443d"/>
    <p:sldId xmlns:r="http://schemas.openxmlformats.org/officeDocument/2006/relationships" id="258" r:id="Rc377a5134dcc455e"/>
    <p:sldId xmlns:r="http://schemas.openxmlformats.org/officeDocument/2006/relationships" id="259" r:id="Rb5027cc7602d4f78"/>
    <p:sldId xmlns:r="http://schemas.openxmlformats.org/officeDocument/2006/relationships" id="260" r:id="R42edf17c82a24e12"/>
    <p:sldId xmlns:r="http://schemas.openxmlformats.org/officeDocument/2006/relationships" id="261" r:id="Rbb359486f67e4884"/>
    <p:sldId xmlns:r="http://schemas.openxmlformats.org/officeDocument/2006/relationships" id="262" r:id="Rfc409148998f402e"/>
    <p:sldId xmlns:r="http://schemas.openxmlformats.org/officeDocument/2006/relationships" id="263" r:id="R135cea931b264b06"/>
    <p:sldId xmlns:r="http://schemas.openxmlformats.org/officeDocument/2006/relationships" id="264" r:id="R5d431cdb9f864b86"/>
    <p:sldId xmlns:r="http://schemas.openxmlformats.org/officeDocument/2006/relationships" id="265" r:id="Rcbb6776e448e4a86"/>
    <p:sldId xmlns:r="http://schemas.openxmlformats.org/officeDocument/2006/relationships" id="266" r:id="Rc507420781674e2f"/>
    <p:sldId xmlns:r="http://schemas.openxmlformats.org/officeDocument/2006/relationships" id="267" r:id="R012a3348762647c0"/>
    <p:sldId xmlns:r="http://schemas.openxmlformats.org/officeDocument/2006/relationships" id="268" r:id="R8affa3e7322042a4"/>
    <p:sldId xmlns:r="http://schemas.openxmlformats.org/officeDocument/2006/relationships" id="269" r:id="Reb277fa8328f421d"/>
    <p:sldId xmlns:r="http://schemas.openxmlformats.org/officeDocument/2006/relationships" id="270" r:id="R4a59dd3648284170"/>
    <p:sldId xmlns:r="http://schemas.openxmlformats.org/officeDocument/2006/relationships" id="271" r:id="Rd36011ca7e7c482e"/>
    <p:sldId xmlns:r="http://schemas.openxmlformats.org/officeDocument/2006/relationships" id="272" r:id="Rac44c89167cb436b"/>
    <p:sldId xmlns:r="http://schemas.openxmlformats.org/officeDocument/2006/relationships" id="273" r:id="R169adff1e50f4f6b"/>
    <p:sldId xmlns:r="http://schemas.openxmlformats.org/officeDocument/2006/relationships" id="274" r:id="Rf9567e5fe5c64ebb"/>
    <p:sldId xmlns:r="http://schemas.openxmlformats.org/officeDocument/2006/relationships" id="275" r:id="Rb038aa8fab6d468a"/>
    <p:sldId xmlns:r="http://schemas.openxmlformats.org/officeDocument/2006/relationships" id="276" r:id="Rf2534310fb75448f"/>
    <p:sldId xmlns:r="http://schemas.openxmlformats.org/officeDocument/2006/relationships" id="277" r:id="R56b62267a41a4b1b"/>
    <p:sldId xmlns:r="http://schemas.openxmlformats.org/officeDocument/2006/relationships" id="278" r:id="Rf4fc4b15219243f7"/>
    <p:sldId xmlns:r="http://schemas.openxmlformats.org/officeDocument/2006/relationships" id="279" r:id="R8a61008f35cb4527"/>
    <p:sldId xmlns:r="http://schemas.openxmlformats.org/officeDocument/2006/relationships" id="280" r:id="R23eddfe8cf174e25"/>
    <p:sldId xmlns:r="http://schemas.openxmlformats.org/officeDocument/2006/relationships" id="281" r:id="Rc648916950d946f1"/>
    <p:sldId xmlns:r="http://schemas.openxmlformats.org/officeDocument/2006/relationships" id="282" r:id="R1f04bb3c3dca4693"/>
    <p:sldId xmlns:r="http://schemas.openxmlformats.org/officeDocument/2006/relationships" id="283" r:id="R1bcf5357956848e7"/>
    <p:sldId xmlns:r="http://schemas.openxmlformats.org/officeDocument/2006/relationships" id="284" r:id="R639322ef40ca47f4"/>
    <p:sldId xmlns:r="http://schemas.openxmlformats.org/officeDocument/2006/relationships" id="285" r:id="R6498c14f476842b0"/>
    <p:sldId xmlns:r="http://schemas.openxmlformats.org/officeDocument/2006/relationships" id="286" r:id="R107cbb7669bb4b66"/>
    <p:sldId xmlns:r="http://schemas.openxmlformats.org/officeDocument/2006/relationships" id="287" r:id="R27c378d889114db0"/>
    <p:sldId xmlns:r="http://schemas.openxmlformats.org/officeDocument/2006/relationships" id="288" r:id="R11aac62be83943bf"/>
    <p:sldId xmlns:r="http://schemas.openxmlformats.org/officeDocument/2006/relationships" id="289" r:id="Rdccab8105f82439a"/>
    <p:sldId xmlns:r="http://schemas.openxmlformats.org/officeDocument/2006/relationships" id="290" r:id="R38e78789f33345f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6a861434bc14634" /><Relationship Type="http://schemas.openxmlformats.org/officeDocument/2006/relationships/slideMaster" Target="/ppt/slideMasters/slideMaster1.xml" Id="Rc35bacb979b2407d" /><Relationship Type="http://schemas.openxmlformats.org/officeDocument/2006/relationships/notesMaster" Target="/ppt/notesMasters/notesMaster1.xml" Id="R1020c7b4de874136" /><Relationship Type="http://schemas.openxmlformats.org/officeDocument/2006/relationships/presProps" Target="/ppt/presProps.xml" Id="Rd126a9f7c5dc4767" /><Relationship Type="http://schemas.openxmlformats.org/officeDocument/2006/relationships/viewProps" Target="/ppt/viewProps.xml" Id="Rccd2fd9db5d746f3" /><Relationship Type="http://schemas.openxmlformats.org/officeDocument/2006/relationships/tableStyles" Target="/ppt/tableStyles.xml" Id="R42dcacdedf9341f7" /><Relationship Type="http://schemas.openxmlformats.org/officeDocument/2006/relationships/slide" Target="/ppt/slides/slide1.xml" Id="R31c062acea724f35" /><Relationship Type="http://schemas.openxmlformats.org/officeDocument/2006/relationships/slide" Target="/ppt/slides/slide2.xml" Id="R59c3af42c1ac443d" /><Relationship Type="http://schemas.openxmlformats.org/officeDocument/2006/relationships/slide" Target="/ppt/slides/slide3.xml" Id="Rc377a5134dcc455e" /><Relationship Type="http://schemas.openxmlformats.org/officeDocument/2006/relationships/slide" Target="/ppt/slides/slide4.xml" Id="Rb5027cc7602d4f78" /><Relationship Type="http://schemas.openxmlformats.org/officeDocument/2006/relationships/slide" Target="/ppt/slides/slide5.xml" Id="R42edf17c82a24e12" /><Relationship Type="http://schemas.openxmlformats.org/officeDocument/2006/relationships/slide" Target="/ppt/slides/slide6.xml" Id="Rbb359486f67e4884" /><Relationship Type="http://schemas.openxmlformats.org/officeDocument/2006/relationships/slide" Target="/ppt/slides/slide7.xml" Id="Rfc409148998f402e" /><Relationship Type="http://schemas.openxmlformats.org/officeDocument/2006/relationships/slide" Target="/ppt/slides/slide8.xml" Id="R135cea931b264b06" /><Relationship Type="http://schemas.openxmlformats.org/officeDocument/2006/relationships/slide" Target="/ppt/slides/slide9.xml" Id="R5d431cdb9f864b86" /><Relationship Type="http://schemas.openxmlformats.org/officeDocument/2006/relationships/slide" Target="/ppt/slides/slide10.xml" Id="Rcbb6776e448e4a86" /><Relationship Type="http://schemas.openxmlformats.org/officeDocument/2006/relationships/slide" Target="/ppt/slides/slide11.xml" Id="Rc507420781674e2f" /><Relationship Type="http://schemas.openxmlformats.org/officeDocument/2006/relationships/slide" Target="/ppt/slides/slide12.xml" Id="R012a3348762647c0" /><Relationship Type="http://schemas.openxmlformats.org/officeDocument/2006/relationships/slide" Target="/ppt/slides/slide13.xml" Id="R8affa3e7322042a4" /><Relationship Type="http://schemas.openxmlformats.org/officeDocument/2006/relationships/slide" Target="/ppt/slides/slide14.xml" Id="Reb277fa8328f421d" /><Relationship Type="http://schemas.openxmlformats.org/officeDocument/2006/relationships/slide" Target="/ppt/slides/slide15.xml" Id="R4a59dd3648284170" /><Relationship Type="http://schemas.openxmlformats.org/officeDocument/2006/relationships/slide" Target="/ppt/slides/slide16.xml" Id="Rd36011ca7e7c482e" /><Relationship Type="http://schemas.openxmlformats.org/officeDocument/2006/relationships/slide" Target="/ppt/slides/slide17.xml" Id="Rac44c89167cb436b" /><Relationship Type="http://schemas.openxmlformats.org/officeDocument/2006/relationships/slide" Target="/ppt/slides/slide18.xml" Id="R169adff1e50f4f6b" /><Relationship Type="http://schemas.openxmlformats.org/officeDocument/2006/relationships/slide" Target="/ppt/slides/slide19.xml" Id="Rf9567e5fe5c64ebb" /><Relationship Type="http://schemas.openxmlformats.org/officeDocument/2006/relationships/slide" Target="/ppt/slides/slide20.xml" Id="Rb038aa8fab6d468a" /><Relationship Type="http://schemas.openxmlformats.org/officeDocument/2006/relationships/slide" Target="/ppt/slides/slide21.xml" Id="Rf2534310fb75448f" /><Relationship Type="http://schemas.openxmlformats.org/officeDocument/2006/relationships/slide" Target="/ppt/slides/slide22.xml" Id="R56b62267a41a4b1b" /><Relationship Type="http://schemas.openxmlformats.org/officeDocument/2006/relationships/slide" Target="/ppt/slides/slide23.xml" Id="Rf4fc4b15219243f7" /><Relationship Type="http://schemas.openxmlformats.org/officeDocument/2006/relationships/slide" Target="/ppt/slides/slide24.xml" Id="R8a61008f35cb4527" /><Relationship Type="http://schemas.openxmlformats.org/officeDocument/2006/relationships/slide" Target="/ppt/slides/slide25.xml" Id="R23eddfe8cf174e25" /><Relationship Type="http://schemas.openxmlformats.org/officeDocument/2006/relationships/slide" Target="/ppt/slides/slide26.xml" Id="Rc648916950d946f1" /><Relationship Type="http://schemas.openxmlformats.org/officeDocument/2006/relationships/slide" Target="/ppt/slides/slide27.xml" Id="R1f04bb3c3dca4693" /><Relationship Type="http://schemas.openxmlformats.org/officeDocument/2006/relationships/slide" Target="/ppt/slides/slide28.xml" Id="R1bcf5357956848e7" /><Relationship Type="http://schemas.openxmlformats.org/officeDocument/2006/relationships/slide" Target="/ppt/slides/slide29.xml" Id="R639322ef40ca47f4" /><Relationship Type="http://schemas.openxmlformats.org/officeDocument/2006/relationships/slide" Target="/ppt/slides/slide30.xml" Id="R6498c14f476842b0" /><Relationship Type="http://schemas.openxmlformats.org/officeDocument/2006/relationships/slide" Target="/ppt/slides/slide31.xml" Id="R107cbb7669bb4b66" /><Relationship Type="http://schemas.openxmlformats.org/officeDocument/2006/relationships/slide" Target="/ppt/slides/slide32.xml" Id="R27c378d889114db0" /><Relationship Type="http://schemas.openxmlformats.org/officeDocument/2006/relationships/slide" Target="/ppt/slides/slide33.xml" Id="R11aac62be83943bf" /><Relationship Type="http://schemas.openxmlformats.org/officeDocument/2006/relationships/slide" Target="/ppt/slides/slide34.xml" Id="Rdccab8105f82439a" /><Relationship Type="http://schemas.openxmlformats.org/officeDocument/2006/relationships/slide" Target="/ppt/slides/slide35.xml" Id="R38e78789f33345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269b6550f34a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acb2ce52034e1f" /><Relationship Type="http://schemas.openxmlformats.org/officeDocument/2006/relationships/notesMaster" Target="/ppt/notesMasters/notesMaster1.xml" Id="R8959685acac644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025db12b8442dd" /><Relationship Type="http://schemas.openxmlformats.org/officeDocument/2006/relationships/notesMaster" Target="/ppt/notesMasters/notesMaster1.xml" Id="R2b50fc6e09da48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cb92959157435b" /><Relationship Type="http://schemas.openxmlformats.org/officeDocument/2006/relationships/notesMaster" Target="/ppt/notesMasters/notesMaster1.xml" Id="R51bfc5d1b13c4a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f10030e6cb4101" /><Relationship Type="http://schemas.openxmlformats.org/officeDocument/2006/relationships/notesMaster" Target="/ppt/notesMasters/notesMaster1.xml" Id="R0b4a351caa234f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a25b7ee2cf4253" /><Relationship Type="http://schemas.openxmlformats.org/officeDocument/2006/relationships/notesMaster" Target="/ppt/notesMasters/notesMaster1.xml" Id="R49ed7c0e97884c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74e9493bf942fd" /><Relationship Type="http://schemas.openxmlformats.org/officeDocument/2006/relationships/notesMaster" Target="/ppt/notesMasters/notesMaster1.xml" Id="R3068f0cd6bac4e0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f6f73911ee4919" /><Relationship Type="http://schemas.openxmlformats.org/officeDocument/2006/relationships/notesMaster" Target="/ppt/notesMasters/notesMaster1.xml" Id="Rdb43b81c920a44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b8de8c1a8e49d8" /><Relationship Type="http://schemas.openxmlformats.org/officeDocument/2006/relationships/notesMaster" Target="/ppt/notesMasters/notesMaster1.xml" Id="R0e0b92def0d64b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f7fe745d6547f1" /><Relationship Type="http://schemas.openxmlformats.org/officeDocument/2006/relationships/notesMaster" Target="/ppt/notesMasters/notesMaster1.xml" Id="R66b39eb7b6a54a9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7cbfce8ead4bca" /><Relationship Type="http://schemas.openxmlformats.org/officeDocument/2006/relationships/notesMaster" Target="/ppt/notesMasters/notesMaster1.xml" Id="R2f01a3120d5243b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6c53529023449d7" /><Relationship Type="http://schemas.openxmlformats.org/officeDocument/2006/relationships/notesMaster" Target="/ppt/notesMasters/notesMaster1.xml" Id="R1b78e3b66e4b459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5b1ad5be4045fe" /><Relationship Type="http://schemas.openxmlformats.org/officeDocument/2006/relationships/notesMaster" Target="/ppt/notesMasters/notesMaster1.xml" Id="R46e2eb738c88416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9f81c30f0946fb" /><Relationship Type="http://schemas.openxmlformats.org/officeDocument/2006/relationships/notesMaster" Target="/ppt/notesMasters/notesMaster1.xml" Id="R603b82a2d05b441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4588030a7ba42aa" /><Relationship Type="http://schemas.openxmlformats.org/officeDocument/2006/relationships/notesMaster" Target="/ppt/notesMasters/notesMaster1.xml" Id="Rd4556af310194d0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6bf064f35594d56" /><Relationship Type="http://schemas.openxmlformats.org/officeDocument/2006/relationships/notesMaster" Target="/ppt/notesMasters/notesMaster1.xml" Id="R28314d266f1c498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5fa243985ee4679" /><Relationship Type="http://schemas.openxmlformats.org/officeDocument/2006/relationships/notesMaster" Target="/ppt/notesMasters/notesMaster1.xml" Id="R2acd814c5277496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7ef1c7993ca429b" /><Relationship Type="http://schemas.openxmlformats.org/officeDocument/2006/relationships/notesMaster" Target="/ppt/notesMasters/notesMaster1.xml" Id="R3d9304c8a629480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3c7bc67bcf34f05" /><Relationship Type="http://schemas.openxmlformats.org/officeDocument/2006/relationships/notesMaster" Target="/ppt/notesMasters/notesMaster1.xml" Id="R52605f5e04ef48b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466afc9ca444f56" /><Relationship Type="http://schemas.openxmlformats.org/officeDocument/2006/relationships/notesMaster" Target="/ppt/notesMasters/notesMaster1.xml" Id="R335ca72e2191482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a420919ab58424e" /><Relationship Type="http://schemas.openxmlformats.org/officeDocument/2006/relationships/notesMaster" Target="/ppt/notesMasters/notesMaster1.xml" Id="Rfa3e893a80d6454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672ff7a4a344993" /><Relationship Type="http://schemas.openxmlformats.org/officeDocument/2006/relationships/notesMaster" Target="/ppt/notesMasters/notesMaster1.xml" Id="Rb639b6013c08422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2fbeafdc1514cde" /><Relationship Type="http://schemas.openxmlformats.org/officeDocument/2006/relationships/notesMaster" Target="/ppt/notesMasters/notesMaster1.xml" Id="R2ee0d9e12382431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eacf31fee464c79" /><Relationship Type="http://schemas.openxmlformats.org/officeDocument/2006/relationships/notesMaster" Target="/ppt/notesMasters/notesMaster1.xml" Id="R262140131a7d4e9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1e5ddce770744c3" /><Relationship Type="http://schemas.openxmlformats.org/officeDocument/2006/relationships/notesMaster" Target="/ppt/notesMasters/notesMaster1.xml" Id="R1e0ad14194fc4ad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7bed863edf04bfc" /><Relationship Type="http://schemas.openxmlformats.org/officeDocument/2006/relationships/notesMaster" Target="/ppt/notesMasters/notesMaster1.xml" Id="R0c9b76ba23194ea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eb7793df09d4f99" /><Relationship Type="http://schemas.openxmlformats.org/officeDocument/2006/relationships/notesMaster" Target="/ppt/notesMasters/notesMaster1.xml" Id="Rd7342bc2de2f473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c32081686d24869" /><Relationship Type="http://schemas.openxmlformats.org/officeDocument/2006/relationships/notesMaster" Target="/ppt/notesMasters/notesMaster1.xml" Id="R152dc76e712441b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7de954224b84b01" /><Relationship Type="http://schemas.openxmlformats.org/officeDocument/2006/relationships/notesMaster" Target="/ppt/notesMasters/notesMaster1.xml" Id="Ref0187404066460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963b6a6b3464463" /><Relationship Type="http://schemas.openxmlformats.org/officeDocument/2006/relationships/notesMaster" Target="/ppt/notesMasters/notesMaster1.xml" Id="R86d35c68c62d427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ca5e6c120e941d8" /><Relationship Type="http://schemas.openxmlformats.org/officeDocument/2006/relationships/notesMaster" Target="/ppt/notesMasters/notesMaster1.xml" Id="R3be8a8ceef9a4f2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09d1d1165fe4f16" /><Relationship Type="http://schemas.openxmlformats.org/officeDocument/2006/relationships/notesMaster" Target="/ppt/notesMasters/notesMaster1.xml" Id="Reef6b7b08fa24b0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a461fca3fdb4169" /><Relationship Type="http://schemas.openxmlformats.org/officeDocument/2006/relationships/notesMaster" Target="/ppt/notesMasters/notesMaster1.xml" Id="Rd4532ff7640946f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ce228f5fe464760" /><Relationship Type="http://schemas.openxmlformats.org/officeDocument/2006/relationships/notesMaster" Target="/ppt/notesMasters/notesMaster1.xml" Id="R2dee6f0a4b734e7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980017d21ef4b68" /><Relationship Type="http://schemas.openxmlformats.org/officeDocument/2006/relationships/notesMaster" Target="/ppt/notesMasters/notesMaster1.xml" Id="Rc69d2b489b994f6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254c038c7614207" /><Relationship Type="http://schemas.openxmlformats.org/officeDocument/2006/relationships/notesMaster" Target="/ppt/notesMasters/notesMaster1.xml" Id="Ra33800e108aa4d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problem has four connected parts. Privacy mechanisms can hide information, but encryption makes communication expensive and removes the update geometry used by robust aggregators. Governance controls must also prevent one service from silently changing or releasing a model.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FedAvg provides the optimization baseline. Healthcare studies show that institutions can collaborate without pooling records. FLDP and FAMHE strengthen privacy, but they do not evaluate the complete privacy, compression, poisoning, and governance combination used in our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Communication and robustness methods expose a compatibility gap. Methods such as FLTrust depend on individual update geometry, while sum-only homomorphic aggregation hides that geometry. Logical sparsity also fails to save bandwidth if the system encodes a dense ciphertext afterward.</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Recent integrated methods cover more than one security objective, but their assumptions and evaluation units differ. Our comparison therefore reports capabilities and uses same-protocol reproduction for numerical results rather than comparing headline numbers from unrelated experiments.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122e1c2a03455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ab4f993a31d472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fac575351534e2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a9bb67daca8425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7905f6a6e5e420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42539d79c7c474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ef5a687e7b7479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cbd0231e951490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b1e16616aca4a7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8614cd6687443e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1924d149f654f4f"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73"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75"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0fa37ee9c14ce0" /><Relationship Type="http://schemas.openxmlformats.org/officeDocument/2006/relationships/slideLayout" Target="/ppt/slideLayouts/slideLayout1.xml" Id="Rf485e2768fcb4e01" /><Relationship Type="http://schemas.openxmlformats.org/officeDocument/2006/relationships/slideLayout" Target="/ppt/slideLayouts/slideLayout2.xml" Id="R62744c664ba147a3" /><Relationship Type="http://schemas.openxmlformats.org/officeDocument/2006/relationships/slideLayout" Target="/ppt/slideLayouts/slideLayout3.xml" Id="R7a245605d5234f4c" /><Relationship Type="http://schemas.openxmlformats.org/officeDocument/2006/relationships/slideLayout" Target="/ppt/slideLayouts/slideLayout4.xml" Id="R3b6801a85e7a4ab4" /><Relationship Type="http://schemas.openxmlformats.org/officeDocument/2006/relationships/slideLayout" Target="/ppt/slideLayouts/slideLayout5.xml" Id="R61ddcd0141cd48bc" /><Relationship Type="http://schemas.openxmlformats.org/officeDocument/2006/relationships/slideLayout" Target="/ppt/slideLayouts/slideLayout6.xml" Id="R610ea862de6c4b90" /><Relationship Type="http://schemas.openxmlformats.org/officeDocument/2006/relationships/slideLayout" Target="/ppt/slideLayouts/slideLayout7.xml" Id="Rbd2dbbcc962c4ef4" /><Relationship Type="http://schemas.openxmlformats.org/officeDocument/2006/relationships/slideLayout" Target="/ppt/slideLayouts/slideLayout8.xml" Id="R3d00e5dcbda54ab7" /><Relationship Type="http://schemas.openxmlformats.org/officeDocument/2006/relationships/slideLayout" Target="/ppt/slideLayouts/slideLayout9.xml" Id="R7f4532298bdc4333" /><Relationship Type="http://schemas.openxmlformats.org/officeDocument/2006/relationships/slideLayout" Target="/ppt/slideLayouts/slideLayout10.xml" Id="Rf53fe77970e54410" /><Relationship Type="http://schemas.openxmlformats.org/officeDocument/2006/relationships/slideLayout" Target="/ppt/slideLayouts/slideLayout11.xml" Id="Rd83257bb6b67416f"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f485e2768fcb4e01"/>
    <p:sldLayoutId xmlns:r="http://schemas.openxmlformats.org/officeDocument/2006/relationships" id="2147483650" r:id="R62744c664ba147a3"/>
    <p:sldLayoutId xmlns:r="http://schemas.openxmlformats.org/officeDocument/2006/relationships" id="2147483651" r:id="R7a245605d5234f4c"/>
    <p:sldLayoutId xmlns:r="http://schemas.openxmlformats.org/officeDocument/2006/relationships" id="2147483652" r:id="R3b6801a85e7a4ab4"/>
    <p:sldLayoutId xmlns:r="http://schemas.openxmlformats.org/officeDocument/2006/relationships" id="2147483653" r:id="R61ddcd0141cd48bc"/>
    <p:sldLayoutId xmlns:r="http://schemas.openxmlformats.org/officeDocument/2006/relationships" id="2147483654" r:id="R610ea862de6c4b90"/>
    <p:sldLayoutId xmlns:r="http://schemas.openxmlformats.org/officeDocument/2006/relationships" id="2147483655" r:id="Rbd2dbbcc962c4ef4"/>
    <p:sldLayoutId xmlns:r="http://schemas.openxmlformats.org/officeDocument/2006/relationships" id="2147483656" r:id="R3d00e5dcbda54ab7"/>
    <p:sldLayoutId xmlns:r="http://schemas.openxmlformats.org/officeDocument/2006/relationships" id="2147483657" r:id="R7f4532298bdc4333"/>
    <p:sldLayoutId xmlns:r="http://schemas.openxmlformats.org/officeDocument/2006/relationships" id="2147483658" r:id="Rf53fe77970e54410"/>
    <p:sldLayoutId xmlns:r="http://schemas.openxmlformats.org/officeDocument/2006/relationships" id="2147483659" r:id="Rd83257bb6b67416f"/>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1740a079d184325" /><Relationship Type="http://schemas.openxmlformats.org/officeDocument/2006/relationships/image" Target="/ppt/media/image.png" Id="R4175e6e7c1f74ba2" /><Relationship Type="http://schemas.openxmlformats.org/officeDocument/2006/relationships/image" Target="/ppt/media/image2.png" Id="Reaffb295c9c34923" /><Relationship Type="http://schemas.openxmlformats.org/officeDocument/2006/relationships/notesSlide" Target="/ppt/notesSlides/notesSlide1.xml" Id="R1d7c7d1455694f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b581fb4203d42a1" /><Relationship Type="http://schemas.openxmlformats.org/officeDocument/2006/relationships/image" Target="/ppt/media/image.jpeg" Id="R8d5729ba4762462b" /><Relationship Type="http://schemas.openxmlformats.org/officeDocument/2006/relationships/image" Target="/ppt/media/image3.png" Id="R28e643a215bd4091" /><Relationship Type="http://schemas.openxmlformats.org/officeDocument/2006/relationships/notesSlide" Target="/ppt/notesSlides/notesSlide2.xml" Id="Rdea4812507e64d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0b0631c68e24d73" /><Relationship Type="http://schemas.openxmlformats.org/officeDocument/2006/relationships/image" Target="/ppt/media/image2.jpeg" Id="R7bab0076561e40fe" /><Relationship Type="http://schemas.openxmlformats.org/officeDocument/2006/relationships/image" Target="/ppt/media/image2.png" Id="R5cec4f2246734f65" /><Relationship Type="http://schemas.openxmlformats.org/officeDocument/2006/relationships/image" Target="/ppt/media/image4.png" Id="Rdbc61054a8c84559" /><Relationship Type="http://schemas.openxmlformats.org/officeDocument/2006/relationships/image" Target="/ppt/media/image5.png" Id="R61ae9c610be24e31" /><Relationship Type="http://schemas.openxmlformats.org/officeDocument/2006/relationships/notesSlide" Target="/ppt/notesSlides/notesSlide3.xml" Id="R79945a0cb34343e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943df3e476f453c" /><Relationship Type="http://schemas.openxmlformats.org/officeDocument/2006/relationships/image" Target="/ppt/media/image2.jpeg" Id="R659a42efeeaa4e13" /><Relationship Type="http://schemas.openxmlformats.org/officeDocument/2006/relationships/image" Target="/ppt/media/image2.png" Id="Ra3cb70ee2eaa4194" /><Relationship Type="http://schemas.openxmlformats.org/officeDocument/2006/relationships/image" Target="/ppt/media/image6.png" Id="R4cfd969e60444859" /><Relationship Type="http://schemas.openxmlformats.org/officeDocument/2006/relationships/notesSlide" Target="/ppt/notesSlides/notesSlide4.xml" Id="Red78534acfd44d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f47e7a2f7704df0" /><Relationship Type="http://schemas.openxmlformats.org/officeDocument/2006/relationships/image" Target="/ppt/media/image2.jpeg" Id="Re62536d0972343b2" /><Relationship Type="http://schemas.openxmlformats.org/officeDocument/2006/relationships/image" Target="/ppt/media/image2.png" Id="R2c10f92e3e3349a8" /><Relationship Type="http://schemas.openxmlformats.org/officeDocument/2006/relationships/notesSlide" Target="/ppt/notesSlides/notesSlide5.xml" Id="R1e1ae3dbdfc740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89b39e4f6f04390" /><Relationship Type="http://schemas.openxmlformats.org/officeDocument/2006/relationships/image" Target="/ppt/media/image2.jpeg" Id="Re94862fe0bb84181" /><Relationship Type="http://schemas.openxmlformats.org/officeDocument/2006/relationships/image" Target="/ppt/media/image2.png" Id="Rf7d08f9a681741aa" /><Relationship Type="http://schemas.openxmlformats.org/officeDocument/2006/relationships/notesSlide" Target="/ppt/notesSlides/notesSlide6.xml" Id="R5661d9f6bc9340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8a3166e8c8641c8" /><Relationship Type="http://schemas.openxmlformats.org/officeDocument/2006/relationships/image" Target="/ppt/media/image2.jpeg" Id="Rde7e1e4a35444c2a" /><Relationship Type="http://schemas.openxmlformats.org/officeDocument/2006/relationships/image" Target="/ppt/media/image2.png" Id="Ra338a4402fa24fed" /><Relationship Type="http://schemas.openxmlformats.org/officeDocument/2006/relationships/notesSlide" Target="/ppt/notesSlides/notesSlide7.xml" Id="Ra60ab907197f475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48a1dff21244c78" /><Relationship Type="http://schemas.openxmlformats.org/officeDocument/2006/relationships/image" Target="/ppt/media/image2.jpeg" Id="Ra6de3e7828704ac0" /><Relationship Type="http://schemas.openxmlformats.org/officeDocument/2006/relationships/image" Target="/ppt/media/image2.png" Id="R4cfc52daf9c341ea" /><Relationship Type="http://schemas.openxmlformats.org/officeDocument/2006/relationships/notesSlide" Target="/ppt/notesSlides/notesSlide8.xml" Id="R18a91bbb678c4a68"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9a0c5bc036d4149" /><Relationship Type="http://schemas.openxmlformats.org/officeDocument/2006/relationships/image" Target="/ppt/media/image2.jpeg" Id="R5db12da6c9dd4606" /><Relationship Type="http://schemas.openxmlformats.org/officeDocument/2006/relationships/image" Target="/ppt/media/image2.png" Id="R7be010a8f46047b7" /><Relationship Type="http://schemas.openxmlformats.org/officeDocument/2006/relationships/image" Target="/ppt/media/image4.png" Id="Rec2bcd07994a47a3" /><Relationship Type="http://schemas.openxmlformats.org/officeDocument/2006/relationships/image" Target="/ppt/media/image7.png" Id="R3534f8c885974fb7" /><Relationship Type="http://schemas.openxmlformats.org/officeDocument/2006/relationships/notesSlide" Target="/ppt/notesSlides/notesSlide9.xml" Id="R11591cf49ba3477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c3cf71299204c7f" /><Relationship Type="http://schemas.openxmlformats.org/officeDocument/2006/relationships/image" Target="/ppt/media/image2.jpeg" Id="Rdd39ef151d5a4255" /><Relationship Type="http://schemas.openxmlformats.org/officeDocument/2006/relationships/image" Target="/ppt/media/image2.png" Id="R4a4eb4fb11a64193" /><Relationship Type="http://schemas.openxmlformats.org/officeDocument/2006/relationships/notesSlide" Target="/ppt/notesSlides/notesSlide10.xml" Id="R470fea2366f0420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8dd986e3ce44314" /><Relationship Type="http://schemas.openxmlformats.org/officeDocument/2006/relationships/image" Target="/ppt/media/image3.jpeg" Id="R4f62b70cfdb845ea" /><Relationship Type="http://schemas.openxmlformats.org/officeDocument/2006/relationships/image" Target="/ppt/media/image8.png" Id="R9b2af2b9fe754d29" /><Relationship Type="http://schemas.openxmlformats.org/officeDocument/2006/relationships/notesSlide" Target="/ppt/notesSlides/notesSlide11.xml" Id="R2d088b246bd44df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f22ead79d634b25" /><Relationship Type="http://schemas.openxmlformats.org/officeDocument/2006/relationships/image" Target="/ppt/media/image2.jpeg" Id="R2316e5dba5c541af" /><Relationship Type="http://schemas.openxmlformats.org/officeDocument/2006/relationships/image" Target="/ppt/media/image2.png" Id="R199822ae0e30439a" /><Relationship Type="http://schemas.openxmlformats.org/officeDocument/2006/relationships/notesSlide" Target="/ppt/notesSlides/notesSlide12.xml" Id="R30a71e5cc2b14f5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0cbe9b152cd4c04" /><Relationship Type="http://schemas.openxmlformats.org/officeDocument/2006/relationships/image" Target="/ppt/media/image2.jpeg" Id="R89c997a95e33470e" /><Relationship Type="http://schemas.openxmlformats.org/officeDocument/2006/relationships/image" Target="/ppt/media/image2.png" Id="R06fc94a331d34dc8" /><Relationship Type="http://schemas.openxmlformats.org/officeDocument/2006/relationships/notesSlide" Target="/ppt/notesSlides/notesSlide13.xml" Id="R571fa63d578a4e2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7963f67c26d54b57" /><Relationship Type="http://schemas.openxmlformats.org/officeDocument/2006/relationships/image" Target="/ppt/media/image2.jpeg" Id="R172de5cbcaa1497c" /><Relationship Type="http://schemas.openxmlformats.org/officeDocument/2006/relationships/image" Target="/ppt/media/image2.png" Id="Rb517eaf26d264ce0" /><Relationship Type="http://schemas.openxmlformats.org/officeDocument/2006/relationships/image" Target="/ppt/media/image4.png" Id="R58f8d23146d849ad" /><Relationship Type="http://schemas.openxmlformats.org/officeDocument/2006/relationships/image" Target="/ppt/media/image9.png" Id="Rd90b690c5e614d37" /><Relationship Type="http://schemas.openxmlformats.org/officeDocument/2006/relationships/notesSlide" Target="/ppt/notesSlides/notesSlide14.xml" Id="R8beec41fc39d439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32fd15291654098" /><Relationship Type="http://schemas.openxmlformats.org/officeDocument/2006/relationships/image" Target="/ppt/media/image2.jpeg" Id="Rbfcbd5c422dd4abd" /><Relationship Type="http://schemas.openxmlformats.org/officeDocument/2006/relationships/image" Target="/ppt/media/image2.png" Id="R4227994444b640a4" /><Relationship Type="http://schemas.openxmlformats.org/officeDocument/2006/relationships/image" Target="/ppt/media/image10.png" Id="Ra5ee7182f6b4489f" /><Relationship Type="http://schemas.openxmlformats.org/officeDocument/2006/relationships/notesSlide" Target="/ppt/notesSlides/notesSlide15.xml" Id="Rf1686ddd53384fe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742f2e38e3c40d1" /><Relationship Type="http://schemas.openxmlformats.org/officeDocument/2006/relationships/image" Target="/ppt/media/image2.jpeg" Id="R03150df79fc844f8" /><Relationship Type="http://schemas.openxmlformats.org/officeDocument/2006/relationships/image" Target="/ppt/media/image2.png" Id="Rf7243c75b8594196" /><Relationship Type="http://schemas.openxmlformats.org/officeDocument/2006/relationships/notesSlide" Target="/ppt/notesSlides/notesSlide16.xml" Id="R0017c82d4f7840a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19b4ec6ce264b69" /><Relationship Type="http://schemas.openxmlformats.org/officeDocument/2006/relationships/image" Target="/ppt/media/image2.jpeg" Id="R3a757b85d2c34099" /><Relationship Type="http://schemas.openxmlformats.org/officeDocument/2006/relationships/image" Target="/ppt/media/image2.png" Id="R77b7897f7a8943fe" /><Relationship Type="http://schemas.openxmlformats.org/officeDocument/2006/relationships/notesSlide" Target="/ppt/notesSlides/notesSlide17.xml" Id="R2f2586efd3fc409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95189f6cd96417d" /><Relationship Type="http://schemas.openxmlformats.org/officeDocument/2006/relationships/image" Target="/ppt/media/image2.jpeg" Id="Rf51c9c3d6f914a24" /><Relationship Type="http://schemas.openxmlformats.org/officeDocument/2006/relationships/image" Target="/ppt/media/image2.png" Id="Rd85fc7c694d8405c" /><Relationship Type="http://schemas.openxmlformats.org/officeDocument/2006/relationships/notesSlide" Target="/ppt/notesSlides/notesSlide18.xml" Id="R3ae92235dafa432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4cecffe55fe41e7" /><Relationship Type="http://schemas.openxmlformats.org/officeDocument/2006/relationships/image" Target="/ppt/media/image2.jpeg" Id="R7bd4fafe09a44110" /><Relationship Type="http://schemas.openxmlformats.org/officeDocument/2006/relationships/image" Target="/ppt/media/image2.png" Id="R0abd08ca24514d2c" /><Relationship Type="http://schemas.openxmlformats.org/officeDocument/2006/relationships/notesSlide" Target="/ppt/notesSlides/notesSlide19.xml" Id="Reeb57940d1b3445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45cabe3ff7f48dd" /><Relationship Type="http://schemas.openxmlformats.org/officeDocument/2006/relationships/image" Target="/ppt/media/image2.jpeg" Id="Rbade2844573f4d09" /><Relationship Type="http://schemas.openxmlformats.org/officeDocument/2006/relationships/image" Target="/ppt/media/image2.png" Id="R3582216e7d694ecd" /><Relationship Type="http://schemas.openxmlformats.org/officeDocument/2006/relationships/notesSlide" Target="/ppt/notesSlides/notesSlide20.xml" Id="Ra47081fa2944422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1848747213804ae1" /><Relationship Type="http://schemas.openxmlformats.org/officeDocument/2006/relationships/image" Target="/ppt/media/image2.jpeg" Id="R90903e151bc4460a" /><Relationship Type="http://schemas.openxmlformats.org/officeDocument/2006/relationships/image" Target="/ppt/media/image2.png" Id="R80748ddbf12f4f47" /><Relationship Type="http://schemas.openxmlformats.org/officeDocument/2006/relationships/image" Target="/ppt/media/image4.png" Id="Rfd50310f429e49c0" /><Relationship Type="http://schemas.openxmlformats.org/officeDocument/2006/relationships/image" Target="/ppt/media/image11.png" Id="R13067116b5fe40d9" /><Relationship Type="http://schemas.openxmlformats.org/officeDocument/2006/relationships/notesSlide" Target="/ppt/notesSlides/notesSlide21.xml" Id="R8afe306fcfca4d2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67e695abff94c4f" /><Relationship Type="http://schemas.openxmlformats.org/officeDocument/2006/relationships/image" Target="/ppt/media/image2.jpeg" Id="R11f4740b3d1b4465" /><Relationship Type="http://schemas.openxmlformats.org/officeDocument/2006/relationships/image" Target="/ppt/media/image2.png" Id="R26fce04878ee4f71" /><Relationship Type="http://schemas.openxmlformats.org/officeDocument/2006/relationships/notesSlide" Target="/ppt/notesSlides/notesSlide22.xml" Id="Rf0e35e5fa28a401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0748bcca1d84963" /><Relationship Type="http://schemas.openxmlformats.org/officeDocument/2006/relationships/image" Target="/ppt/media/image2.jpeg" Id="Rab9e882b1c4c4abf" /><Relationship Type="http://schemas.openxmlformats.org/officeDocument/2006/relationships/image" Target="/ppt/media/image2.png" Id="Rc050842d229841f0" /><Relationship Type="http://schemas.openxmlformats.org/officeDocument/2006/relationships/chart" Target="/ppt/slides/charts/chart1.xml" Id="R58088f7f8c444c2d" /><Relationship Type="http://schemas.openxmlformats.org/officeDocument/2006/relationships/notesSlide" Target="/ppt/notesSlides/notesSlide23.xml" Id="R00f003f1787d4bd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edd7651222c43a2" /><Relationship Type="http://schemas.openxmlformats.org/officeDocument/2006/relationships/image" Target="/ppt/media/image2.jpeg" Id="R28b0f2a7dcdb4d6a" /><Relationship Type="http://schemas.openxmlformats.org/officeDocument/2006/relationships/image" Target="/ppt/media/image2.png" Id="Ra5fb1d952934458d" /><Relationship Type="http://schemas.openxmlformats.org/officeDocument/2006/relationships/image" Target="/ppt/media/image12.png" Id="Re29a8bfd4e9a4f94" /><Relationship Type="http://schemas.openxmlformats.org/officeDocument/2006/relationships/image" Target="/ppt/media/image13.png" Id="R1e577f8783b64108" /><Relationship Type="http://schemas.openxmlformats.org/officeDocument/2006/relationships/notesSlide" Target="/ppt/notesSlides/notesSlide24.xml" Id="R26ce8043d4c148f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d1e9cc462b7b436c" /><Relationship Type="http://schemas.openxmlformats.org/officeDocument/2006/relationships/image" Target="/ppt/media/image2.jpeg" Id="R89616da976d0402c" /><Relationship Type="http://schemas.openxmlformats.org/officeDocument/2006/relationships/image" Target="/ppt/media/image2.png" Id="Re94832f0bf074c6f" /><Relationship Type="http://schemas.openxmlformats.org/officeDocument/2006/relationships/image" Target="/ppt/media/image4.png" Id="R266138aa2aa04f9a" /><Relationship Type="http://schemas.openxmlformats.org/officeDocument/2006/relationships/image" Target="/ppt/media/image14.png" Id="Rc062d4af24434f7a" /><Relationship Type="http://schemas.openxmlformats.org/officeDocument/2006/relationships/notesSlide" Target="/ppt/notesSlides/notesSlide25.xml" Id="Reb7f1bcd80974ea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fab4f4b65e645c5" /><Relationship Type="http://schemas.openxmlformats.org/officeDocument/2006/relationships/image" Target="/ppt/media/image2.jpeg" Id="Receabe02c4c345bf" /><Relationship Type="http://schemas.openxmlformats.org/officeDocument/2006/relationships/image" Target="/ppt/media/image2.png" Id="Rc00b5559aa5e4eb9" /><Relationship Type="http://schemas.openxmlformats.org/officeDocument/2006/relationships/notesSlide" Target="/ppt/notesSlides/notesSlide26.xml" Id="R9a6ef78c0dcc479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edb5e4974f2486f" /><Relationship Type="http://schemas.openxmlformats.org/officeDocument/2006/relationships/image" Target="/ppt/media/image2.jpeg" Id="R9407af32b44540ef" /><Relationship Type="http://schemas.openxmlformats.org/officeDocument/2006/relationships/image" Target="/ppt/media/image2.png" Id="Rf130228e2c3c413f" /><Relationship Type="http://schemas.openxmlformats.org/officeDocument/2006/relationships/notesSlide" Target="/ppt/notesSlides/notesSlide27.xml" Id="R562b9814a4a34d8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74f52737a924a23" /><Relationship Type="http://schemas.openxmlformats.org/officeDocument/2006/relationships/image" Target="/ppt/media/image2.jpeg" Id="R23daa078b1454134" /><Relationship Type="http://schemas.openxmlformats.org/officeDocument/2006/relationships/image" Target="/ppt/media/image2.png" Id="R8b233919d3a04c74" /><Relationship Type="http://schemas.openxmlformats.org/officeDocument/2006/relationships/notesSlide" Target="/ppt/notesSlides/notesSlide28.xml" Id="R55adea60900447b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7e776add54344ae" /><Relationship Type="http://schemas.openxmlformats.org/officeDocument/2006/relationships/image" Target="/ppt/media/image2.jpeg" Id="R419a1226926140b7" /><Relationship Type="http://schemas.openxmlformats.org/officeDocument/2006/relationships/image" Target="/ppt/media/image2.png" Id="Rb84458ced75f4f60" /><Relationship Type="http://schemas.openxmlformats.org/officeDocument/2006/relationships/notesSlide" Target="/ppt/notesSlides/notesSlide29.xml" Id="Rec9248e52e2f486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8fc1c95b2b4457c" /><Relationship Type="http://schemas.openxmlformats.org/officeDocument/2006/relationships/image" Target="/ppt/media/image2.jpeg" Id="R915c86b9d80040ff" /><Relationship Type="http://schemas.openxmlformats.org/officeDocument/2006/relationships/image" Target="/ppt/media/image2.png" Id="R50bbdd009c8c434c" /><Relationship Type="http://schemas.openxmlformats.org/officeDocument/2006/relationships/notesSlide" Target="/ppt/notesSlides/notesSlide30.xml" Id="R6ab647e4675d46c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1eda1d8e8fe493e" /><Relationship Type="http://schemas.openxmlformats.org/officeDocument/2006/relationships/image" Target="/ppt/media/image2.jpeg" Id="Ra5fa9b6f67524c44" /><Relationship Type="http://schemas.openxmlformats.org/officeDocument/2006/relationships/image" Target="/ppt/media/image2.png" Id="Rafa652d3b01645ff" /><Relationship Type="http://schemas.openxmlformats.org/officeDocument/2006/relationships/notesSlide" Target="/ppt/notesSlides/notesSlide31.xml" Id="R2ca77d12f2b74cf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fe15bfdffb14207" /><Relationship Type="http://schemas.openxmlformats.org/officeDocument/2006/relationships/image" Target="/ppt/media/image2.jpeg" Id="Rc14730548a1e488b" /><Relationship Type="http://schemas.openxmlformats.org/officeDocument/2006/relationships/image" Target="/ppt/media/image2.png" Id="Ra425deb052194c79" /><Relationship Type="http://schemas.openxmlformats.org/officeDocument/2006/relationships/notesSlide" Target="/ppt/notesSlides/notesSlide32.xml" Id="R8b2671cb1bab43b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b49b5b656624c63" /><Relationship Type="http://schemas.openxmlformats.org/officeDocument/2006/relationships/image" Target="/ppt/media/image2.jpeg" Id="R5aae0ec4fc454835" /><Relationship Type="http://schemas.openxmlformats.org/officeDocument/2006/relationships/image" Target="/ppt/media/image2.png" Id="R720d3ba1d096410d" /><Relationship Type="http://schemas.openxmlformats.org/officeDocument/2006/relationships/notesSlide" Target="/ppt/notesSlides/notesSlide33.xml" Id="R9444344f1f1f4b6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f7fe2f7268a4b07" /><Relationship Type="http://schemas.openxmlformats.org/officeDocument/2006/relationships/image" Target="/ppt/media/image2.jpeg" Id="R274c450f87e14db8" /><Relationship Type="http://schemas.openxmlformats.org/officeDocument/2006/relationships/image" Target="/ppt/media/image2.png" Id="Rd8227408542e4c00" /><Relationship Type="http://schemas.openxmlformats.org/officeDocument/2006/relationships/image" Target="/ppt/media/image15.png" Id="Rf85a629172944e65" /><Relationship Type="http://schemas.openxmlformats.org/officeDocument/2006/relationships/notesSlide" Target="/ppt/notesSlides/notesSlide34.xml" Id="R43365d061c7d456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d2e0fbd1abb84bef" /><Relationship Type="http://schemas.openxmlformats.org/officeDocument/2006/relationships/image" Target="/ppt/media/image2.jpeg" Id="R7f2791bb67a24e19" /><Relationship Type="http://schemas.openxmlformats.org/officeDocument/2006/relationships/image" Target="/ppt/media/image.gif" Id="R85f58f3973174c7f" /><Relationship Type="http://schemas.openxmlformats.org/officeDocument/2006/relationships/image" Target="/ppt/media/image2.png" Id="Rf22eda910ddb4f5f" /><Relationship Type="http://schemas.openxmlformats.org/officeDocument/2006/relationships/notesSlide" Target="/ppt/notesSlides/notesSlide35.xml" Id="Rc5521c47296c4f4b"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4175e6e7c1f74ba2">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eaffb295c9c34923">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d5729ba4762462b"/>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8e643a215bd4091"/>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4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7bab0076561e40f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5cec4f2246734f6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5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dbc61054a8c84559">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5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61ae9c610be24e31">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5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59a42efeeaa4e1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3cb70ee2eaa419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4cfd969e60444859"/>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62536d0972343b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c10f92e3e3349a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problem-bullets">
            <a:extLst xmlns:a="http://schemas.openxmlformats.org/drawingml/2006/main">
              <a:ext uri="{FF2B5EF4-FFF2-40B4-BE49-F238E27FC236}">
                <a16:creationId xmlns:a16="http://schemas.microsoft.com/office/drawing/2014/main" id="{66DF49F5-AD15-4A07-8E3C-869437662638}"/>
              </a:ext>
            </a:extLst>
          </p:cNvPr>
          <p:cNvSpPr>
            <a:spLocks xmlns:a="http://schemas.openxmlformats.org/drawingml/2006/main" noGrp="1"/>
          </p:cNvSpPr>
          <p:nvPr/>
        </p:nvSpPr>
        <p:spPr>
          <a:xfrm xmlns:a="http://schemas.openxmlformats.org/drawingml/2006/main">
            <a:off x="1000125" y="1381125"/>
            <a:ext cx="10191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Patient data remain local, yet gradients and model updates can leak sensitive information.</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CKKS aggregation hides update values but expands serialized payloads and blocks many plaintext poisoning defences.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A central decryptor, unverified aggregation, and weak audit evidence concentrate trust in a small set of services.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Existing studies rarely test utility, privacy attacks, poisoning, communication, and governance under one frozen protocol.</a:t>
            </a: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810125"/>
            <a:ext cx="9906000" cy="100012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7365D"/>
                </a:solidFill>
                <a:latin typeface="Arial"/>
                <a:ea typeface="Arial"/>
                <a:cs typeface="Arial"/>
              </a:defRPr>
            </a:pPr>
            <a:r>
              <a:rPr sz="1725" b="1">
                <a:solidFill>
                  <a:srgbClr val="17365D"/>
                </a:solidFill>
                <a:latin typeface="Arial"/>
                <a:ea typeface="Arial"/>
                <a:cs typeface="Arial"/>
              </a:rPr>
              <a:t>Research question</a:t>
            </a:r>
          </a:p>
          <a:p xmlns:a="http://schemas.openxmlformats.org/drawingml/2006/main">
            <a:pPr algn="ctr">
              <a:buNone/>
              <a:defRPr sz="1725" b="1">
                <a:solidFill>
                  <a:srgbClr val="17365D"/>
                </a:solidFill>
                <a:latin typeface="Arial"/>
                <a:ea typeface="Arial"/>
                <a:cs typeface="Arial"/>
              </a:defRPr>
            </a:pPr>
            <a:r>
              <a:rPr sz="1725" b="1">
                <a:solidFill>
                  <a:srgbClr val="17365D"/>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94862fe0bb8418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7d08f9a681741a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e7e1e4a35444c2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338a4402fa24fe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6de3e7828704ac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cfc52daf9c341e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31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5db12da6c9dd460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2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7be010a8f46047b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2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ec2bcd07994a47a3">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2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3534f8c885974fb7">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2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d39ef151d5a425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a4eb4fb11a6419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3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f62b70cfdb845ea"/>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b2af2b9fe754d29"/>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10">
            <a:extLst xmlns:a="http://schemas.openxmlformats.org/drawingml/2006/main">
              <a:ext uri="{FF2B5EF4-FFF2-40B4-BE49-F238E27FC236}">
                <a16:creationId xmlns:a16="http://schemas.microsoft.com/office/drawing/2014/main" id="{E5F1E6B4-5640-4DCF-87B7-2C533A24BD34}"/>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Related Studies (2/3)</a:t>
            </a:r>
          </a:p>
        </p:txBody>
      </p:sp>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11</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26"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12</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316e5dba5c541a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99822ae0e30439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37"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9c997a95e33470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6fc94a331d34dc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424"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172de5cbcaa1497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25"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b517eaf26d264ce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26"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58f8d23146d849ad">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28"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d90b690c5e614d37">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cxnSp>
        <p:nvCxnSpPr>
          <p:cNvPr id="432"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fcbd5c422dd4ab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227994444b640a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a5ee7182f6b4489f"/>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3150df79fc844f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7243c75b859419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a757b85d2c3409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7b7897f7a8943f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51c9c3d6f914a2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85fc7c694d8405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bd4fafe09a4411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abd08ca24514d2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ade2844573f4d0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582216e7d694ec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53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90903e151bc4460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3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80748ddbf12f4f4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3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fd50310f429e49c0">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4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13067116b5fe40d9">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4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1f4740b3d1b446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6fce04878ee4f7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b9e882b1c4c4ab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050842d229841f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58088f7f8c444c2d"/>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8b0f2a7dcdb4d6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5fb1d952934458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e29a8bfd4e9a4f94"/>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1e577f8783b64108"/>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577"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89616da976d0402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78"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e94832f0bf074c6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79"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266138aa2aa04f9a">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581"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c062d4af24434f7a">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583"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ceabe02c4c345b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00b5559aa5e4eb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407af32b44540e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130228e2c3c413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3daa078b145413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b233919d3a04c7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19a1226926140b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84458ced75f4f6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15c86b9d80040f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0bbdd009c8c434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5fa9b6f67524c4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fa652d3b01645f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14730548a1e488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425deb052194c7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aae0ec4fc45483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20d3ba1d096410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74c450f87e14db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8227408542e4c0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f85a629172944e65">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7f2791bb67a24e1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85f58f3973174c7f">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22eda910ddb4f5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2026-09-24T01:32:05.3720000Z</dcterms:created>
  <dcterms:modified xsi:type="dcterms:W3CDTF">2026-09-24T01:32:05.3720000Z</dcterms:modified>
</coreProperties>
</file>