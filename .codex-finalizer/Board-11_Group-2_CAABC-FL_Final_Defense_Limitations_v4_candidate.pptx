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7286f39b2246db" /><Relationship Type="http://schemas.openxmlformats.org/officeDocument/2006/relationships/extended-properties" Target="/docProps/app.xml" Id="Rcb1d9fe4f7ff44d0" /><Relationship Type="http://schemas.openxmlformats.org/officeDocument/2006/relationships/officeDocument" Target="/ppt/presentation.xml" Id="Rb854b93390c144a7" /></Relationships>
</file>

<file path=ppt/presentation.xml><?xml version="1.0" encoding="utf-8"?>
<p:presentation xmlns:p="http://schemas.openxmlformats.org/presentationml/2006/main">
  <p:sldMasterIdLst>
    <p:sldMasterId xmlns:r="http://schemas.openxmlformats.org/officeDocument/2006/relationships" id="2147483648" r:id="Ra8fce5d0072f46b3"/>
  </p:sldMasterIdLst>
  <p:notesMasterIdLst>
    <p:notesMasterId xmlns:r="http://schemas.openxmlformats.org/officeDocument/2006/relationships" r:id="R4edb920f710142d0"/>
  </p:notesMasterIdLst>
  <p:sldIdLst>
    <p:sldId xmlns:r="http://schemas.openxmlformats.org/officeDocument/2006/relationships" id="256" r:id="R02c18327d5c54c97"/>
    <p:sldId xmlns:r="http://schemas.openxmlformats.org/officeDocument/2006/relationships" id="257" r:id="Ra31b5402541a43ec"/>
    <p:sldId xmlns:r="http://schemas.openxmlformats.org/officeDocument/2006/relationships" id="258" r:id="R1d25510b8689424e"/>
    <p:sldId xmlns:r="http://schemas.openxmlformats.org/officeDocument/2006/relationships" id="259" r:id="R74cc443334da4c07"/>
    <p:sldId xmlns:r="http://schemas.openxmlformats.org/officeDocument/2006/relationships" id="260" r:id="Rf75503d1ecf54359"/>
    <p:sldId xmlns:r="http://schemas.openxmlformats.org/officeDocument/2006/relationships" id="261" r:id="R30d9077a8d8143c2"/>
    <p:sldId xmlns:r="http://schemas.openxmlformats.org/officeDocument/2006/relationships" id="262" r:id="Rdc7d1a11537048eb"/>
    <p:sldId xmlns:r="http://schemas.openxmlformats.org/officeDocument/2006/relationships" id="263" r:id="Rd39c24fdbd2641e0"/>
    <p:sldId xmlns:r="http://schemas.openxmlformats.org/officeDocument/2006/relationships" id="264" r:id="Ra8d2a770c2814570"/>
    <p:sldId xmlns:r="http://schemas.openxmlformats.org/officeDocument/2006/relationships" id="265" r:id="Re9a8c6e81aa24f97"/>
    <p:sldId xmlns:r="http://schemas.openxmlformats.org/officeDocument/2006/relationships" id="266" r:id="Rf4d181a9f21c4afe"/>
    <p:sldId xmlns:r="http://schemas.openxmlformats.org/officeDocument/2006/relationships" id="267" r:id="R18ae324718e94970"/>
    <p:sldId xmlns:r="http://schemas.openxmlformats.org/officeDocument/2006/relationships" id="268" r:id="Re36b5f5a9e384dde"/>
    <p:sldId xmlns:r="http://schemas.openxmlformats.org/officeDocument/2006/relationships" id="269" r:id="R7d9c687128894637"/>
    <p:sldId xmlns:r="http://schemas.openxmlformats.org/officeDocument/2006/relationships" id="270" r:id="R54f719a0483f466d"/>
    <p:sldId xmlns:r="http://schemas.openxmlformats.org/officeDocument/2006/relationships" id="271" r:id="Rb3950ced362145ef"/>
    <p:sldId xmlns:r="http://schemas.openxmlformats.org/officeDocument/2006/relationships" id="272" r:id="R530904ca67284079"/>
    <p:sldId xmlns:r="http://schemas.openxmlformats.org/officeDocument/2006/relationships" id="273" r:id="R8444ccc02a724ffd"/>
    <p:sldId xmlns:r="http://schemas.openxmlformats.org/officeDocument/2006/relationships" id="274" r:id="Ra4c75b8fa2884ec9"/>
    <p:sldId xmlns:r="http://schemas.openxmlformats.org/officeDocument/2006/relationships" id="275" r:id="Rbd401fe168b246d7"/>
    <p:sldId xmlns:r="http://schemas.openxmlformats.org/officeDocument/2006/relationships" id="276" r:id="R7235022522524043"/>
    <p:sldId xmlns:r="http://schemas.openxmlformats.org/officeDocument/2006/relationships" id="277" r:id="R5da2d861841c436e"/>
    <p:sldId xmlns:r="http://schemas.openxmlformats.org/officeDocument/2006/relationships" id="278" r:id="R732cc8b1d5414798"/>
    <p:sldId xmlns:r="http://schemas.openxmlformats.org/officeDocument/2006/relationships" id="279" r:id="R98396464d03a4376"/>
    <p:sldId xmlns:r="http://schemas.openxmlformats.org/officeDocument/2006/relationships" id="280" r:id="Rb60daff5fbd44f26"/>
    <p:sldId xmlns:r="http://schemas.openxmlformats.org/officeDocument/2006/relationships" id="281" r:id="Rc31da5d3bf134f09"/>
    <p:sldId xmlns:r="http://schemas.openxmlformats.org/officeDocument/2006/relationships" id="282" r:id="Ra42b913d70b24799"/>
    <p:sldId xmlns:r="http://schemas.openxmlformats.org/officeDocument/2006/relationships" id="283" r:id="Ra652101b2a1d46b8"/>
    <p:sldId xmlns:r="http://schemas.openxmlformats.org/officeDocument/2006/relationships" id="284" r:id="Rabcb853001d64e24"/>
    <p:sldId xmlns:r="http://schemas.openxmlformats.org/officeDocument/2006/relationships" id="285" r:id="R4ab881a224c445ee"/>
    <p:sldId xmlns:r="http://schemas.openxmlformats.org/officeDocument/2006/relationships" id="286" r:id="Raa54714bf83d4a4c"/>
    <p:sldId xmlns:r="http://schemas.openxmlformats.org/officeDocument/2006/relationships" id="287" r:id="Rc77828ed95844bad"/>
    <p:sldId xmlns:r="http://schemas.openxmlformats.org/officeDocument/2006/relationships" id="288" r:id="R247fbe2c12db488a"/>
    <p:sldId xmlns:r="http://schemas.openxmlformats.org/officeDocument/2006/relationships" id="289" r:id="R734c389e3f4040a0"/>
    <p:sldId xmlns:r="http://schemas.openxmlformats.org/officeDocument/2006/relationships" id="290" r:id="Re7d282e2c4004e80"/>
    <p:sldId xmlns:r="http://schemas.openxmlformats.org/officeDocument/2006/relationships" id="291" r:id="R6e3e6f99ca2c46c7"/>
    <p:sldId xmlns:r="http://schemas.openxmlformats.org/officeDocument/2006/relationships" id="292" r:id="R9c7fcaf4127f4252"/>
    <p:sldId xmlns:r="http://schemas.openxmlformats.org/officeDocument/2006/relationships" id="293" r:id="R3a9f8b0f9ce24ec6"/>
    <p:sldId xmlns:r="http://schemas.openxmlformats.org/officeDocument/2006/relationships" id="294" r:id="Rdafaf924d2b84dae"/>
    <p:sldId xmlns:r="http://schemas.openxmlformats.org/officeDocument/2006/relationships" id="295" r:id="Rf39ac1e0d2104736"/>
    <p:sldId xmlns:r="http://schemas.openxmlformats.org/officeDocument/2006/relationships" id="296" r:id="R3578751487ce4946"/>
    <p:sldId xmlns:r="http://schemas.openxmlformats.org/officeDocument/2006/relationships" id="297" r:id="R557382e562af49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c353f8dcd594a00" /><Relationship Type="http://schemas.openxmlformats.org/officeDocument/2006/relationships/slideMaster" Target="/ppt/slideMasters/slideMaster1.xml" Id="Ra8fce5d0072f46b3" /><Relationship Type="http://schemas.openxmlformats.org/officeDocument/2006/relationships/notesMaster" Target="/ppt/notesMasters/notesMaster1.xml" Id="R4edb920f710142d0" /><Relationship Type="http://schemas.openxmlformats.org/officeDocument/2006/relationships/presProps" Target="/ppt/presProps.xml" Id="R816b8176ad5042d1" /><Relationship Type="http://schemas.openxmlformats.org/officeDocument/2006/relationships/viewProps" Target="/ppt/viewProps.xml" Id="Rc5a5776a690b4e36" /><Relationship Type="http://schemas.openxmlformats.org/officeDocument/2006/relationships/tableStyles" Target="/ppt/tableStyles.xml" Id="Rc5c8fa984a414823" /><Relationship Type="http://schemas.openxmlformats.org/officeDocument/2006/relationships/slide" Target="/ppt/slides/slide1.xml" Id="R02c18327d5c54c97" /><Relationship Type="http://schemas.openxmlformats.org/officeDocument/2006/relationships/slide" Target="/ppt/slides/slide2.xml" Id="Ra31b5402541a43ec" /><Relationship Type="http://schemas.openxmlformats.org/officeDocument/2006/relationships/slide" Target="/ppt/slides/slide3.xml" Id="R1d25510b8689424e" /><Relationship Type="http://schemas.openxmlformats.org/officeDocument/2006/relationships/slide" Target="/ppt/slides/slide4.xml" Id="R74cc443334da4c07" /><Relationship Type="http://schemas.openxmlformats.org/officeDocument/2006/relationships/slide" Target="/ppt/slides/slide5.xml" Id="Rf75503d1ecf54359" /><Relationship Type="http://schemas.openxmlformats.org/officeDocument/2006/relationships/slide" Target="/ppt/slides/slide6.xml" Id="R30d9077a8d8143c2" /><Relationship Type="http://schemas.openxmlformats.org/officeDocument/2006/relationships/slide" Target="/ppt/slides/slide7.xml" Id="Rdc7d1a11537048eb" /><Relationship Type="http://schemas.openxmlformats.org/officeDocument/2006/relationships/slide" Target="/ppt/slides/slide8.xml" Id="Rd39c24fdbd2641e0" /><Relationship Type="http://schemas.openxmlformats.org/officeDocument/2006/relationships/slide" Target="/ppt/slides/slide9.xml" Id="Ra8d2a770c2814570" /><Relationship Type="http://schemas.openxmlformats.org/officeDocument/2006/relationships/slide" Target="/ppt/slides/slide10.xml" Id="Re9a8c6e81aa24f97" /><Relationship Type="http://schemas.openxmlformats.org/officeDocument/2006/relationships/slide" Target="/ppt/slides/slide11.xml" Id="Rf4d181a9f21c4afe" /><Relationship Type="http://schemas.openxmlformats.org/officeDocument/2006/relationships/slide" Target="/ppt/slides/slide12.xml" Id="R18ae324718e94970" /><Relationship Type="http://schemas.openxmlformats.org/officeDocument/2006/relationships/slide" Target="/ppt/slides/slide13.xml" Id="Re36b5f5a9e384dde" /><Relationship Type="http://schemas.openxmlformats.org/officeDocument/2006/relationships/slide" Target="/ppt/slides/slide14.xml" Id="R7d9c687128894637" /><Relationship Type="http://schemas.openxmlformats.org/officeDocument/2006/relationships/slide" Target="/ppt/slides/slide15.xml" Id="R54f719a0483f466d" /><Relationship Type="http://schemas.openxmlformats.org/officeDocument/2006/relationships/slide" Target="/ppt/slides/slide16.xml" Id="Rb3950ced362145ef" /><Relationship Type="http://schemas.openxmlformats.org/officeDocument/2006/relationships/slide" Target="/ppt/slides/slide17.xml" Id="R530904ca67284079" /><Relationship Type="http://schemas.openxmlformats.org/officeDocument/2006/relationships/slide" Target="/ppt/slides/slide18.xml" Id="R8444ccc02a724ffd" /><Relationship Type="http://schemas.openxmlformats.org/officeDocument/2006/relationships/slide" Target="/ppt/slides/slide19.xml" Id="Ra4c75b8fa2884ec9" /><Relationship Type="http://schemas.openxmlformats.org/officeDocument/2006/relationships/slide" Target="/ppt/slides/slide20.xml" Id="Rbd401fe168b246d7" /><Relationship Type="http://schemas.openxmlformats.org/officeDocument/2006/relationships/slide" Target="/ppt/slides/slide21.xml" Id="R7235022522524043" /><Relationship Type="http://schemas.openxmlformats.org/officeDocument/2006/relationships/slide" Target="/ppt/slides/slide22.xml" Id="R5da2d861841c436e" /><Relationship Type="http://schemas.openxmlformats.org/officeDocument/2006/relationships/slide" Target="/ppt/slides/slide23.xml" Id="R732cc8b1d5414798" /><Relationship Type="http://schemas.openxmlformats.org/officeDocument/2006/relationships/slide" Target="/ppt/slides/slide24.xml" Id="R98396464d03a4376" /><Relationship Type="http://schemas.openxmlformats.org/officeDocument/2006/relationships/slide" Target="/ppt/slides/slide25.xml" Id="Rb60daff5fbd44f26" /><Relationship Type="http://schemas.openxmlformats.org/officeDocument/2006/relationships/slide" Target="/ppt/slides/slide26.xml" Id="Rc31da5d3bf134f09" /><Relationship Type="http://schemas.openxmlformats.org/officeDocument/2006/relationships/slide" Target="/ppt/slides/slide27.xml" Id="Ra42b913d70b24799" /><Relationship Type="http://schemas.openxmlformats.org/officeDocument/2006/relationships/slide" Target="/ppt/slides/slide28.xml" Id="Ra652101b2a1d46b8" /><Relationship Type="http://schemas.openxmlformats.org/officeDocument/2006/relationships/slide" Target="/ppt/slides/slide29.xml" Id="Rabcb853001d64e24" /><Relationship Type="http://schemas.openxmlformats.org/officeDocument/2006/relationships/slide" Target="/ppt/slides/slide30.xml" Id="R4ab881a224c445ee" /><Relationship Type="http://schemas.openxmlformats.org/officeDocument/2006/relationships/slide" Target="/ppt/slides/slide31.xml" Id="Raa54714bf83d4a4c" /><Relationship Type="http://schemas.openxmlformats.org/officeDocument/2006/relationships/slide" Target="/ppt/slides/slide32.xml" Id="Rc77828ed95844bad" /><Relationship Type="http://schemas.openxmlformats.org/officeDocument/2006/relationships/slide" Target="/ppt/slides/slide33.xml" Id="R247fbe2c12db488a" /><Relationship Type="http://schemas.openxmlformats.org/officeDocument/2006/relationships/slide" Target="/ppt/slides/slide34.xml" Id="R734c389e3f4040a0" /><Relationship Type="http://schemas.openxmlformats.org/officeDocument/2006/relationships/slide" Target="/ppt/slides/slide35.xml" Id="Re7d282e2c4004e80" /><Relationship Type="http://schemas.openxmlformats.org/officeDocument/2006/relationships/slide" Target="/ppt/slides/slide36.xml" Id="R6e3e6f99ca2c46c7" /><Relationship Type="http://schemas.openxmlformats.org/officeDocument/2006/relationships/slide" Target="/ppt/slides/slide37.xml" Id="R9c7fcaf4127f4252" /><Relationship Type="http://schemas.openxmlformats.org/officeDocument/2006/relationships/slide" Target="/ppt/slides/slide38.xml" Id="R3a9f8b0f9ce24ec6" /><Relationship Type="http://schemas.openxmlformats.org/officeDocument/2006/relationships/slide" Target="/ppt/slides/slide39.xml" Id="Rdafaf924d2b84dae" /><Relationship Type="http://schemas.openxmlformats.org/officeDocument/2006/relationships/slide" Target="/ppt/slides/slide40.xml" Id="Rf39ac1e0d2104736" /><Relationship Type="http://schemas.openxmlformats.org/officeDocument/2006/relationships/slide" Target="/ppt/slides/slide41.xml" Id="R3578751487ce4946" /><Relationship Type="http://schemas.openxmlformats.org/officeDocument/2006/relationships/slide" Target="/ppt/slides/slide42.xml" Id="R557382e562af49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6eb4c81ee04d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7f24eb370c46bd" /><Relationship Type="http://schemas.openxmlformats.org/officeDocument/2006/relationships/notesMaster" Target="/ppt/notesMasters/notesMaster1.xml" Id="R0ed4f34533dd4e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58b59e528d4973" /><Relationship Type="http://schemas.openxmlformats.org/officeDocument/2006/relationships/notesMaster" Target="/ppt/notesMasters/notesMaster1.xml" Id="Re15f28ea25bc43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54805201734eec" /><Relationship Type="http://schemas.openxmlformats.org/officeDocument/2006/relationships/notesMaster" Target="/ppt/notesMasters/notesMaster1.xml" Id="R443c445816324f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95be4f33974dd1" /><Relationship Type="http://schemas.openxmlformats.org/officeDocument/2006/relationships/notesMaster" Target="/ppt/notesMasters/notesMaster1.xml" Id="R99b612d1662846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13053abd574677" /><Relationship Type="http://schemas.openxmlformats.org/officeDocument/2006/relationships/notesMaster" Target="/ppt/notesMasters/notesMaster1.xml" Id="R5cf773b14ecd4f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a489a40d724189" /><Relationship Type="http://schemas.openxmlformats.org/officeDocument/2006/relationships/notesMaster" Target="/ppt/notesMasters/notesMaster1.xml" Id="R8b205d41823043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c7c78324774493" /><Relationship Type="http://schemas.openxmlformats.org/officeDocument/2006/relationships/notesMaster" Target="/ppt/notesMasters/notesMaster1.xml" Id="Rb4aeae78b01744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3908f4ef434adb" /><Relationship Type="http://schemas.openxmlformats.org/officeDocument/2006/relationships/notesMaster" Target="/ppt/notesMasters/notesMaster1.xml" Id="Rcac21999365e48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03e313cb6e4e7b" /><Relationship Type="http://schemas.openxmlformats.org/officeDocument/2006/relationships/notesMaster" Target="/ppt/notesMasters/notesMaster1.xml" Id="R6220e9a09a1f42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d85cc8ebf54b8b" /><Relationship Type="http://schemas.openxmlformats.org/officeDocument/2006/relationships/notesMaster" Target="/ppt/notesMasters/notesMaster1.xml" Id="R9fb2578fc5024a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ab682787444e64" /><Relationship Type="http://schemas.openxmlformats.org/officeDocument/2006/relationships/notesMaster" Target="/ppt/notesMasters/notesMaster1.xml" Id="R8ef874267d3d4c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86427c246f4137" /><Relationship Type="http://schemas.openxmlformats.org/officeDocument/2006/relationships/notesMaster" Target="/ppt/notesMasters/notesMaster1.xml" Id="Rca5680c78c8249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0f3e5844c742f9" /><Relationship Type="http://schemas.openxmlformats.org/officeDocument/2006/relationships/notesMaster" Target="/ppt/notesMasters/notesMaster1.xml" Id="R98b914a4ac214f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d904232b534b69" /><Relationship Type="http://schemas.openxmlformats.org/officeDocument/2006/relationships/notesMaster" Target="/ppt/notesMasters/notesMaster1.xml" Id="R535d9188794848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d9ad804fdf446c" /><Relationship Type="http://schemas.openxmlformats.org/officeDocument/2006/relationships/notesMaster" Target="/ppt/notesMasters/notesMaster1.xml" Id="R80f1052d6a244f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df40ad45804426" /><Relationship Type="http://schemas.openxmlformats.org/officeDocument/2006/relationships/notesMaster" Target="/ppt/notesMasters/notesMaster1.xml" Id="R874b5b6204c442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e165642729433f" /><Relationship Type="http://schemas.openxmlformats.org/officeDocument/2006/relationships/notesMaster" Target="/ppt/notesMasters/notesMaster1.xml" Id="Rfb4ffe61ac8b46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3f35cfc40b4693" /><Relationship Type="http://schemas.openxmlformats.org/officeDocument/2006/relationships/notesMaster" Target="/ppt/notesMasters/notesMaster1.xml" Id="Rc674088a9b9d46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84448d80c9443b" /><Relationship Type="http://schemas.openxmlformats.org/officeDocument/2006/relationships/notesMaster" Target="/ppt/notesMasters/notesMaster1.xml" Id="R7fcfb6a11daf4b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8686bd1f234d7b" /><Relationship Type="http://schemas.openxmlformats.org/officeDocument/2006/relationships/notesMaster" Target="/ppt/notesMasters/notesMaster1.xml" Id="R671c351345274c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1b455642574249" /><Relationship Type="http://schemas.openxmlformats.org/officeDocument/2006/relationships/notesMaster" Target="/ppt/notesMasters/notesMaster1.xml" Id="R699395623786461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d39b37bc8d4cc5" /><Relationship Type="http://schemas.openxmlformats.org/officeDocument/2006/relationships/notesMaster" Target="/ppt/notesMasters/notesMaster1.xml" Id="Rc7f722ec4d1447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d8a26451174659" /><Relationship Type="http://schemas.openxmlformats.org/officeDocument/2006/relationships/notesMaster" Target="/ppt/notesMasters/notesMaster1.xml" Id="Rfa1f5da216ee40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a262ed929b4258" /><Relationship Type="http://schemas.openxmlformats.org/officeDocument/2006/relationships/notesMaster" Target="/ppt/notesMasters/notesMaster1.xml" Id="R6315ee1a5c6841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aa1cae011a4dd9" /><Relationship Type="http://schemas.openxmlformats.org/officeDocument/2006/relationships/notesMaster" Target="/ppt/notesMasters/notesMaster1.xml" Id="Rd237f16a674a4c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98851b1fdc44be" /><Relationship Type="http://schemas.openxmlformats.org/officeDocument/2006/relationships/notesMaster" Target="/ppt/notesMasters/notesMaster1.xml" Id="Rdcc27ba01f7747e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b906a4df7f4799" /><Relationship Type="http://schemas.openxmlformats.org/officeDocument/2006/relationships/notesMaster" Target="/ppt/notesMasters/notesMaster1.xml" Id="R0e1ff707d36b428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0c9218d9c04f2c" /><Relationship Type="http://schemas.openxmlformats.org/officeDocument/2006/relationships/notesMaster" Target="/ppt/notesMasters/notesMaster1.xml" Id="R74e5625ec6644b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c5ea8f773548a8" /><Relationship Type="http://schemas.openxmlformats.org/officeDocument/2006/relationships/notesMaster" Target="/ppt/notesMasters/notesMaster1.xml" Id="R76fe704a03ff46f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1ea8033fe14f75" /><Relationship Type="http://schemas.openxmlformats.org/officeDocument/2006/relationships/notesMaster" Target="/ppt/notesMasters/notesMaster1.xml" Id="R9a3409eba7d44fa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1600e015c74a9a" /><Relationship Type="http://schemas.openxmlformats.org/officeDocument/2006/relationships/notesMaster" Target="/ppt/notesMasters/notesMaster1.xml" Id="R9aa914832a024ca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b11c0fc3a64cab" /><Relationship Type="http://schemas.openxmlformats.org/officeDocument/2006/relationships/notesMaster" Target="/ppt/notesMasters/notesMaster1.xml" Id="R932247188f894f6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2b9c6b583c34cf3" /><Relationship Type="http://schemas.openxmlformats.org/officeDocument/2006/relationships/notesMaster" Target="/ppt/notesMasters/notesMaster1.xml" Id="Rb1c5e9674b2343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4387d955010470f" /><Relationship Type="http://schemas.openxmlformats.org/officeDocument/2006/relationships/notesMaster" Target="/ppt/notesMasters/notesMaster1.xml" Id="R42e042f96ebc4e6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64c06fee234ccb" /><Relationship Type="http://schemas.openxmlformats.org/officeDocument/2006/relationships/notesMaster" Target="/ppt/notesMasters/notesMaster1.xml" Id="Rfef2c8c17b3043f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a1b42ee84b421f" /><Relationship Type="http://schemas.openxmlformats.org/officeDocument/2006/relationships/notesMaster" Target="/ppt/notesMasters/notesMaster1.xml" Id="Rcb47c76a9fd8499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1585a73e4844e74" /><Relationship Type="http://schemas.openxmlformats.org/officeDocument/2006/relationships/notesMaster" Target="/ppt/notesMasters/notesMaster1.xml" Id="R033670607ef4452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188dee575f4c1a" /><Relationship Type="http://schemas.openxmlformats.org/officeDocument/2006/relationships/notesMaster" Target="/ppt/notesMasters/notesMaster1.xml" Id="R3b0682fece1d4ad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e44e40ade7e4ebc" /><Relationship Type="http://schemas.openxmlformats.org/officeDocument/2006/relationships/notesMaster" Target="/ppt/notesMasters/notesMaster1.xml" Id="R5fe7f1f7e895477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bd95bc29ac40da" /><Relationship Type="http://schemas.openxmlformats.org/officeDocument/2006/relationships/notesMaster" Target="/ppt/notesMasters/notesMaster1.xml" Id="Rd76f0b50dbb442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47ddddd08254d2d" /><Relationship Type="http://schemas.openxmlformats.org/officeDocument/2006/relationships/notesMaster" Target="/ppt/notesMasters/notesMaster1.xml" Id="R323ee389445b461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cf9aa408e8e43b8" /><Relationship Type="http://schemas.openxmlformats.org/officeDocument/2006/relationships/notesMaster" Target="/ppt/notesMasters/notesMaster1.xml" Id="Re10bf931c95240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limitations define the boundary of the evidence. First, we used one retrospective sepsis cohort, two source hospitals, and one MLP, without prospective or external clinical validation. Second, the main TenSEAL path still uses central key custody, while threshold decryption was tested only as an isolated 3-of-3 experiment without dropout tolerance. Third, system timing came from sequential single-host runs rather than a real wide-area deployment or physical confidential-computing cluster. Finally, privacy and poisoning conclusions remain limited to the registered attacks and five seeds. These constraints support bounded protocol-level claims. Clinical and production-security validation remain future work.</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5858cc681a45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d0ee8f2d314a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f6e91abb304d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b24b7adaf643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c49ab391b44f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14d5c315194b6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8e430265ddb400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ecf924ff58456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32c86a01c6a497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7688088cfb844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3508288f2540f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99"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b34098c30a4fe0" /><Relationship Type="http://schemas.openxmlformats.org/officeDocument/2006/relationships/slideLayout" Target="/ppt/slideLayouts/slideLayout1.xml" Id="Rac8e4af8129547c1" /><Relationship Type="http://schemas.openxmlformats.org/officeDocument/2006/relationships/slideLayout" Target="/ppt/slideLayouts/slideLayout2.xml" Id="Rfb6c850ad73c43f2" /><Relationship Type="http://schemas.openxmlformats.org/officeDocument/2006/relationships/slideLayout" Target="/ppt/slideLayouts/slideLayout3.xml" Id="R5210073ae3234484" /><Relationship Type="http://schemas.openxmlformats.org/officeDocument/2006/relationships/slideLayout" Target="/ppt/slideLayouts/slideLayout4.xml" Id="R952565b89fcd4c4b" /><Relationship Type="http://schemas.openxmlformats.org/officeDocument/2006/relationships/slideLayout" Target="/ppt/slideLayouts/slideLayout5.xml" Id="R64037826e07240c2" /><Relationship Type="http://schemas.openxmlformats.org/officeDocument/2006/relationships/slideLayout" Target="/ppt/slideLayouts/slideLayout6.xml" Id="Reec3e42937414da7" /><Relationship Type="http://schemas.openxmlformats.org/officeDocument/2006/relationships/slideLayout" Target="/ppt/slideLayouts/slideLayout7.xml" Id="R98005053b06d483e" /><Relationship Type="http://schemas.openxmlformats.org/officeDocument/2006/relationships/slideLayout" Target="/ppt/slideLayouts/slideLayout8.xml" Id="R8ac99a5380344b86" /><Relationship Type="http://schemas.openxmlformats.org/officeDocument/2006/relationships/slideLayout" Target="/ppt/slideLayouts/slideLayout9.xml" Id="R8984f43429264fcf" /><Relationship Type="http://schemas.openxmlformats.org/officeDocument/2006/relationships/slideLayout" Target="/ppt/slideLayouts/slideLayout10.xml" Id="Rc79ef2581d4e495d" /><Relationship Type="http://schemas.openxmlformats.org/officeDocument/2006/relationships/slideLayout" Target="/ppt/slideLayouts/slideLayout11.xml" Id="R0345fed103b8483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c8e4af8129547c1"/>
    <p:sldLayoutId xmlns:r="http://schemas.openxmlformats.org/officeDocument/2006/relationships" id="2147483650" r:id="Rfb6c850ad73c43f2"/>
    <p:sldLayoutId xmlns:r="http://schemas.openxmlformats.org/officeDocument/2006/relationships" id="2147483651" r:id="R5210073ae3234484"/>
    <p:sldLayoutId xmlns:r="http://schemas.openxmlformats.org/officeDocument/2006/relationships" id="2147483652" r:id="R952565b89fcd4c4b"/>
    <p:sldLayoutId xmlns:r="http://schemas.openxmlformats.org/officeDocument/2006/relationships" id="2147483653" r:id="R64037826e07240c2"/>
    <p:sldLayoutId xmlns:r="http://schemas.openxmlformats.org/officeDocument/2006/relationships" id="2147483654" r:id="Reec3e42937414da7"/>
    <p:sldLayoutId xmlns:r="http://schemas.openxmlformats.org/officeDocument/2006/relationships" id="2147483655" r:id="R98005053b06d483e"/>
    <p:sldLayoutId xmlns:r="http://schemas.openxmlformats.org/officeDocument/2006/relationships" id="2147483656" r:id="R8ac99a5380344b86"/>
    <p:sldLayoutId xmlns:r="http://schemas.openxmlformats.org/officeDocument/2006/relationships" id="2147483657" r:id="R8984f43429264fcf"/>
    <p:sldLayoutId xmlns:r="http://schemas.openxmlformats.org/officeDocument/2006/relationships" id="2147483658" r:id="Rc79ef2581d4e495d"/>
    <p:sldLayoutId xmlns:r="http://schemas.openxmlformats.org/officeDocument/2006/relationships" id="2147483659" r:id="R0345fed103b8483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e49c2ad2174726" /><Relationship Type="http://schemas.openxmlformats.org/officeDocument/2006/relationships/image" Target="/ppt/media/image.png" Id="Rdd202d714adc4311" /><Relationship Type="http://schemas.openxmlformats.org/officeDocument/2006/relationships/image" Target="/ppt/media/image2.png" Id="R056374cdf6f54801" /><Relationship Type="http://schemas.openxmlformats.org/officeDocument/2006/relationships/notesSlide" Target="/ppt/notesSlides/notesSlide1.xml" Id="R19614028fbc64b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6633a8328b4693" /><Relationship Type="http://schemas.openxmlformats.org/officeDocument/2006/relationships/image" Target="/ppt/media/image2.png" Id="Re0e5978505504786" /><Relationship Type="http://schemas.openxmlformats.org/officeDocument/2006/relationships/image" Target="/ppt/media/image3.png" Id="R98ce2aeb14f343b1" /><Relationship Type="http://schemas.openxmlformats.org/officeDocument/2006/relationships/notesSlide" Target="/ppt/notesSlides/notesSlide2.xml" Id="Rc3b0852e42ee4b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ede008d3c464cb3" /><Relationship Type="http://schemas.openxmlformats.org/officeDocument/2006/relationships/image" Target="/ppt/media/image2.png" Id="Rb0a0568e5c1944c6" /><Relationship Type="http://schemas.openxmlformats.org/officeDocument/2006/relationships/image" Target="/ppt/media/image4.png" Id="Rc589668d301942fb" /><Relationship Type="http://schemas.openxmlformats.org/officeDocument/2006/relationships/image" Target="/ppt/media/image5.png" Id="R788c34bab44e4edb" /><Relationship Type="http://schemas.openxmlformats.org/officeDocument/2006/relationships/image" Target="/ppt/media/image3.png" Id="Re3cf067fa80f4298" /><Relationship Type="http://schemas.openxmlformats.org/officeDocument/2006/relationships/notesSlide" Target="/ppt/notesSlides/notesSlide3.xml" Id="R6037bbf08a2844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487b65b8de4310" /><Relationship Type="http://schemas.openxmlformats.org/officeDocument/2006/relationships/image" Target="/ppt/media/image2.png" Id="Ree967fa7acc34e6c" /><Relationship Type="http://schemas.openxmlformats.org/officeDocument/2006/relationships/image" Target="/ppt/media/image6.png" Id="R137517829c1b4ecd" /><Relationship Type="http://schemas.openxmlformats.org/officeDocument/2006/relationships/image" Target="/ppt/media/image3.png" Id="Re2db6a8718904fdf" /><Relationship Type="http://schemas.openxmlformats.org/officeDocument/2006/relationships/notesSlide" Target="/ppt/notesSlides/notesSlide4.xml" Id="Rbeccbab156f648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2f30fc9549476c" /><Relationship Type="http://schemas.openxmlformats.org/officeDocument/2006/relationships/image" Target="/ppt/media/image2.png" Id="Rba76195ace544459" /><Relationship Type="http://schemas.openxmlformats.org/officeDocument/2006/relationships/image" Target="/ppt/media/image3.png" Id="R494b24972d194908" /><Relationship Type="http://schemas.openxmlformats.org/officeDocument/2006/relationships/notesSlide" Target="/ppt/notesSlides/notesSlide5.xml" Id="R266a1fc1592f4b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99c25158d4444d" /><Relationship Type="http://schemas.openxmlformats.org/officeDocument/2006/relationships/image" Target="/ppt/media/image2.png" Id="Rd09b55bb9a934b58" /><Relationship Type="http://schemas.openxmlformats.org/officeDocument/2006/relationships/image" Target="/ppt/media/image3.png" Id="R7cb0f6c0e0784197" /><Relationship Type="http://schemas.openxmlformats.org/officeDocument/2006/relationships/notesSlide" Target="/ppt/notesSlides/notesSlide6.xml" Id="R05c5572b73244c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f7b74377984367" /><Relationship Type="http://schemas.openxmlformats.org/officeDocument/2006/relationships/image" Target="/ppt/media/image2.png" Id="Rf0f3e43e43e644e0" /><Relationship Type="http://schemas.openxmlformats.org/officeDocument/2006/relationships/chart" Target="/ppt/slides/charts/chart1.xml" Id="R6bab09ec43cd4f02" /><Relationship Type="http://schemas.openxmlformats.org/officeDocument/2006/relationships/image" Target="/ppt/media/image3.png" Id="R8611b0fee1d84da3" /><Relationship Type="http://schemas.openxmlformats.org/officeDocument/2006/relationships/notesSlide" Target="/ppt/notesSlides/notesSlide7.xml" Id="R18f9cb8ee7d745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94bd00e0a34f20" /><Relationship Type="http://schemas.openxmlformats.org/officeDocument/2006/relationships/image" Target="/ppt/media/image2.png" Id="Rf2437744434d4974" /><Relationship Type="http://schemas.openxmlformats.org/officeDocument/2006/relationships/image" Target="/ppt/media/image3.png" Id="Rc4126fe3868c4ea8" /><Relationship Type="http://schemas.openxmlformats.org/officeDocument/2006/relationships/notesSlide" Target="/ppt/notesSlides/notesSlide8.xml" Id="R3f0c9e6240b24b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ef5fb578f4d89" /><Relationship Type="http://schemas.openxmlformats.org/officeDocument/2006/relationships/image" Target="/ppt/media/image2.png" Id="R46edd2f59f2449cf" /><Relationship Type="http://schemas.openxmlformats.org/officeDocument/2006/relationships/image" Target="/ppt/media/image3.png" Id="Re9ee97df93f64093" /><Relationship Type="http://schemas.openxmlformats.org/officeDocument/2006/relationships/notesSlide" Target="/ppt/notesSlides/notesSlide9.xml" Id="Rb77d4f544d134f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c91fe10f008404a" /><Relationship Type="http://schemas.openxmlformats.org/officeDocument/2006/relationships/image" Target="/ppt/media/image2.png" Id="R2b3afc9c44244072" /><Relationship Type="http://schemas.openxmlformats.org/officeDocument/2006/relationships/image" Target="/ppt/media/image4.png" Id="Rdb78ba3d25c5400e" /><Relationship Type="http://schemas.openxmlformats.org/officeDocument/2006/relationships/image" Target="/ppt/media/image7.png" Id="R490411491ff94aca" /><Relationship Type="http://schemas.openxmlformats.org/officeDocument/2006/relationships/image" Target="/ppt/media/image3.png" Id="Rfd6f24afb9224b40" /><Relationship Type="http://schemas.openxmlformats.org/officeDocument/2006/relationships/notesSlide" Target="/ppt/notesSlides/notesSlide10.xml" Id="Re67b3742102549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8d2d4b44cc4b83" /><Relationship Type="http://schemas.openxmlformats.org/officeDocument/2006/relationships/image" Target="/ppt/media/image2.png" Id="Rcf4eecd1c2654311" /><Relationship Type="http://schemas.openxmlformats.org/officeDocument/2006/relationships/image" Target="/ppt/media/image3.png" Id="Re8c4b20ca7e64821" /><Relationship Type="http://schemas.openxmlformats.org/officeDocument/2006/relationships/notesSlide" Target="/ppt/notesSlides/notesSlide11.xml" Id="R92c44bbe3c7f45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921ed7fa084af9" /><Relationship Type="http://schemas.openxmlformats.org/officeDocument/2006/relationships/image" Target="/ppt/media/image2.png" Id="R149faaa0323a437d" /><Relationship Type="http://schemas.openxmlformats.org/officeDocument/2006/relationships/image" Target="/ppt/media/image3.png" Id="Ra32a22f9f0094dd5" /><Relationship Type="http://schemas.openxmlformats.org/officeDocument/2006/relationships/notesSlide" Target="/ppt/notesSlides/notesSlide12.xml" Id="R6298bebee6984d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c3772ac64b4158" /><Relationship Type="http://schemas.openxmlformats.org/officeDocument/2006/relationships/image" Target="/ppt/media/image2.png" Id="Rd5746e4166b548e2" /><Relationship Type="http://schemas.openxmlformats.org/officeDocument/2006/relationships/image" Target="/ppt/media/image3.png" Id="R9f23cff8b3044317" /><Relationship Type="http://schemas.openxmlformats.org/officeDocument/2006/relationships/notesSlide" Target="/ppt/notesSlides/notesSlide13.xml" Id="R460f4c2f2e484e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a0fbaef08e94f8d" /><Relationship Type="http://schemas.openxmlformats.org/officeDocument/2006/relationships/image" Target="/ppt/media/image2.png" Id="Re14a28156fad4857" /><Relationship Type="http://schemas.openxmlformats.org/officeDocument/2006/relationships/image" Target="/ppt/media/image3.png" Id="R0cc0fab9cc424482" /><Relationship Type="http://schemas.openxmlformats.org/officeDocument/2006/relationships/notesSlide" Target="/ppt/notesSlides/notesSlide14.xml" Id="R5fb0ff1598ff4b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f6a4965ad84160" /><Relationship Type="http://schemas.openxmlformats.org/officeDocument/2006/relationships/image" Target="/ppt/media/image2.png" Id="Rb631a8563801462a" /><Relationship Type="http://schemas.openxmlformats.org/officeDocument/2006/relationships/image" Target="/ppt/media/image3.png" Id="Rf058b641d7df4ddc" /><Relationship Type="http://schemas.openxmlformats.org/officeDocument/2006/relationships/notesSlide" Target="/ppt/notesSlides/notesSlide15.xml" Id="R03bb2bf6d54d48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a6c81b26e84c30" /><Relationship Type="http://schemas.openxmlformats.org/officeDocument/2006/relationships/image" Target="/ppt/media/image2.png" Id="R385f17bec24940ed" /><Relationship Type="http://schemas.openxmlformats.org/officeDocument/2006/relationships/image" Target="/ppt/media/image3.png" Id="R7f8d18dfa2f94ee5" /><Relationship Type="http://schemas.openxmlformats.org/officeDocument/2006/relationships/notesSlide" Target="/ppt/notesSlides/notesSlide16.xml" Id="Ra92cc88e3ae24f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65cf9702d8444a9" /><Relationship Type="http://schemas.openxmlformats.org/officeDocument/2006/relationships/image" Target="/ppt/media/image2.png" Id="R9693d46220a14155" /><Relationship Type="http://schemas.openxmlformats.org/officeDocument/2006/relationships/image" Target="/ppt/media/image4.png" Id="R5e5083cae7c845ce" /><Relationship Type="http://schemas.openxmlformats.org/officeDocument/2006/relationships/image" Target="/ppt/media/image8.png" Id="R9f40ff7fd44242e8" /><Relationship Type="http://schemas.openxmlformats.org/officeDocument/2006/relationships/image" Target="/ppt/media/image3.png" Id="R529bff032c83469c" /><Relationship Type="http://schemas.openxmlformats.org/officeDocument/2006/relationships/notesSlide" Target="/ppt/notesSlides/notesSlide17.xml" Id="R7aab2226dc8243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8d1c4efd2d7493c" /><Relationship Type="http://schemas.openxmlformats.org/officeDocument/2006/relationships/image" Target="/ppt/media/image2.png" Id="Rb1fba8930bed43e5" /><Relationship Type="http://schemas.openxmlformats.org/officeDocument/2006/relationships/image" Target="/ppt/media/image9.png" Id="R9c629645949e4157" /><Relationship Type="http://schemas.openxmlformats.org/officeDocument/2006/relationships/image" Target="/ppt/media/image10.png" Id="Ra3caa3c42c0a4737" /><Relationship Type="http://schemas.openxmlformats.org/officeDocument/2006/relationships/image" Target="/ppt/media/image3.png" Id="Rc66ab6d8554a4197" /><Relationship Type="http://schemas.openxmlformats.org/officeDocument/2006/relationships/notesSlide" Target="/ppt/notesSlides/notesSlide18.xml" Id="R397536f528c443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edb45de3ba4a71" /><Relationship Type="http://schemas.openxmlformats.org/officeDocument/2006/relationships/image" Target="/ppt/media/image2.png" Id="R13b8019d02f94ec9" /><Relationship Type="http://schemas.openxmlformats.org/officeDocument/2006/relationships/image" Target="/ppt/media/image9.png" Id="Rd07f92ab087a4ea5" /><Relationship Type="http://schemas.openxmlformats.org/officeDocument/2006/relationships/image" Target="/ppt/media/image11.png" Id="R4cc10de92c2c48e6" /><Relationship Type="http://schemas.openxmlformats.org/officeDocument/2006/relationships/image" Target="/ppt/media/image3.png" Id="R5614899b07c24987" /><Relationship Type="http://schemas.openxmlformats.org/officeDocument/2006/relationships/notesSlide" Target="/ppt/notesSlides/notesSlide19.xml" Id="R9da3c09c022246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08d370b9cb4ad5" /><Relationship Type="http://schemas.openxmlformats.org/officeDocument/2006/relationships/image" Target="/ppt/media/image2.png" Id="R74ed0603ad5e4408" /><Relationship Type="http://schemas.openxmlformats.org/officeDocument/2006/relationships/image" Target="/ppt/media/image9.png" Id="Rb045f17d7a694b78" /><Relationship Type="http://schemas.openxmlformats.org/officeDocument/2006/relationships/image" Target="/ppt/media/image10.png" Id="Rc2da6dfcf68240e8" /><Relationship Type="http://schemas.openxmlformats.org/officeDocument/2006/relationships/image" Target="/ppt/media/image3.png" Id="Re265c70486c34b3a" /><Relationship Type="http://schemas.openxmlformats.org/officeDocument/2006/relationships/notesSlide" Target="/ppt/notesSlides/notesSlide20.xml" Id="Rd1334326333c41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17a6fcb7ae482f" /><Relationship Type="http://schemas.openxmlformats.org/officeDocument/2006/relationships/image" Target="/ppt/media/image2.png" Id="R56834011968b40b8" /><Relationship Type="http://schemas.openxmlformats.org/officeDocument/2006/relationships/image" Target="/ppt/media/image3.png" Id="R56e83127f32749a8" /><Relationship Type="http://schemas.openxmlformats.org/officeDocument/2006/relationships/notesSlide" Target="/ppt/notesSlides/notesSlide21.xml" Id="Re6da0fdda3684c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e625ebd06f4380" /><Relationship Type="http://schemas.openxmlformats.org/officeDocument/2006/relationships/image" Target="/ppt/media/image2.png" Id="Rd91ed84e0e8f49d5" /><Relationship Type="http://schemas.openxmlformats.org/officeDocument/2006/relationships/image" Target="/ppt/media/image3.png" Id="R619a66cf45064806" /><Relationship Type="http://schemas.openxmlformats.org/officeDocument/2006/relationships/notesSlide" Target="/ppt/notesSlides/notesSlide22.xml" Id="R30f050697f354d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51d0c50d2d4c4e" /><Relationship Type="http://schemas.openxmlformats.org/officeDocument/2006/relationships/image" Target="/ppt/media/image2.png" Id="R07057179c6484b8a" /><Relationship Type="http://schemas.openxmlformats.org/officeDocument/2006/relationships/image" Target="/ppt/media/image3.png" Id="R711328b2c8664897" /><Relationship Type="http://schemas.openxmlformats.org/officeDocument/2006/relationships/notesSlide" Target="/ppt/notesSlides/notesSlide23.xml" Id="R0d423784d17446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b48cdffa1764c0a" /><Relationship Type="http://schemas.openxmlformats.org/officeDocument/2006/relationships/image" Target="/ppt/media/image2.png" Id="R2be0eacfec304459" /><Relationship Type="http://schemas.openxmlformats.org/officeDocument/2006/relationships/image" Target="/ppt/media/image3.png" Id="Rf518a61767e74664" /><Relationship Type="http://schemas.openxmlformats.org/officeDocument/2006/relationships/notesSlide" Target="/ppt/notesSlides/notesSlide24.xml" Id="R5b415093a18a40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02a0d9c00964ac5" /><Relationship Type="http://schemas.openxmlformats.org/officeDocument/2006/relationships/image" Target="/ppt/media/image2.png" Id="R3bf99c07448c401a" /><Relationship Type="http://schemas.openxmlformats.org/officeDocument/2006/relationships/image" Target="/ppt/media/image3.png" Id="R198b0c7a1d9b4f32" /><Relationship Type="http://schemas.openxmlformats.org/officeDocument/2006/relationships/notesSlide" Target="/ppt/notesSlides/notesSlide25.xml" Id="R267ca08c168b46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d363603117a45d4" /><Relationship Type="http://schemas.openxmlformats.org/officeDocument/2006/relationships/image" Target="/ppt/media/image2.png" Id="R086682d245394fe4" /><Relationship Type="http://schemas.openxmlformats.org/officeDocument/2006/relationships/image" Target="/ppt/media/image3.png" Id="Rebf4a18290834503" /><Relationship Type="http://schemas.openxmlformats.org/officeDocument/2006/relationships/notesSlide" Target="/ppt/notesSlides/notesSlide26.xml" Id="R75c9937ad5ba4f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51bbd50bbc74320" /><Relationship Type="http://schemas.openxmlformats.org/officeDocument/2006/relationships/image" Target="/ppt/media/image2.png" Id="R40cc6b87f32e4375" /><Relationship Type="http://schemas.openxmlformats.org/officeDocument/2006/relationships/image" Target="/ppt/media/image4.png" Id="R7367c8fb2b914fb8" /><Relationship Type="http://schemas.openxmlformats.org/officeDocument/2006/relationships/image" Target="/ppt/media/image12.png" Id="R327ddef1808046c5" /><Relationship Type="http://schemas.openxmlformats.org/officeDocument/2006/relationships/image" Target="/ppt/media/image3.png" Id="R2533e1cb8f4a49d8" /><Relationship Type="http://schemas.openxmlformats.org/officeDocument/2006/relationships/notesSlide" Target="/ppt/notesSlides/notesSlide27.xml" Id="Re8737b773c4042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8c6744bb524bc8" /><Relationship Type="http://schemas.openxmlformats.org/officeDocument/2006/relationships/image" Target="/ppt/media/image2.png" Id="Raa869fc4153b4a6e" /><Relationship Type="http://schemas.openxmlformats.org/officeDocument/2006/relationships/image" Target="/ppt/media/image3.png" Id="R0a705879972e403e" /><Relationship Type="http://schemas.openxmlformats.org/officeDocument/2006/relationships/notesSlide" Target="/ppt/notesSlides/notesSlide28.xml" Id="R9ff6ca4ccebc4b6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85a4cdaa00a45ed" /><Relationship Type="http://schemas.openxmlformats.org/officeDocument/2006/relationships/image" Target="/ppt/media/image2.png" Id="R1c64f98f8e8d493a" /><Relationship Type="http://schemas.openxmlformats.org/officeDocument/2006/relationships/chart" Target="/ppt/slides/charts/chart2.xml" Id="R4b577f2773ee434d" /><Relationship Type="http://schemas.openxmlformats.org/officeDocument/2006/relationships/image" Target="/ppt/media/image3.png" Id="Rc41f523dab984217" /><Relationship Type="http://schemas.openxmlformats.org/officeDocument/2006/relationships/notesSlide" Target="/ppt/notesSlides/notesSlide29.xml" Id="Reca8705cd1904b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40ee9300ce14f0e" /><Relationship Type="http://schemas.openxmlformats.org/officeDocument/2006/relationships/image" Target="/ppt/media/image2.png" Id="R6aabbb30c01f4763" /><Relationship Type="http://schemas.openxmlformats.org/officeDocument/2006/relationships/image" Target="/ppt/media/image13.png" Id="Reb395f80ea834dc7" /><Relationship Type="http://schemas.openxmlformats.org/officeDocument/2006/relationships/image" Target="/ppt/media/image14.png" Id="R5f6ec74ff46b41f6" /><Relationship Type="http://schemas.openxmlformats.org/officeDocument/2006/relationships/image" Target="/ppt/media/image3.png" Id="Rc4f8a5d4b1764be9" /><Relationship Type="http://schemas.openxmlformats.org/officeDocument/2006/relationships/notesSlide" Target="/ppt/notesSlides/notesSlide30.xml" Id="R261920133f19415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ee97559825144d8" /><Relationship Type="http://schemas.openxmlformats.org/officeDocument/2006/relationships/image" Target="/ppt/media/image2.png" Id="Ra77042a8132a4ee7" /><Relationship Type="http://schemas.openxmlformats.org/officeDocument/2006/relationships/image" Target="/ppt/media/image4.png" Id="R825e10d9b5df4c5e" /><Relationship Type="http://schemas.openxmlformats.org/officeDocument/2006/relationships/image" Target="/ppt/media/image15.png" Id="R084f3ebc4e0c4cd2" /><Relationship Type="http://schemas.openxmlformats.org/officeDocument/2006/relationships/image" Target="/ppt/media/image3.png" Id="R169c17c0add045d0" /><Relationship Type="http://schemas.openxmlformats.org/officeDocument/2006/relationships/notesSlide" Target="/ppt/notesSlides/notesSlide31.xml" Id="R5bf34aa9f8f44ae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ad1f96522f241a5" /><Relationship Type="http://schemas.openxmlformats.org/officeDocument/2006/relationships/image" Target="/ppt/media/image2.png" Id="R9c924c57078444fb" /><Relationship Type="http://schemas.openxmlformats.org/officeDocument/2006/relationships/image" Target="/ppt/media/image3.png" Id="Re2287b64df244e6e" /><Relationship Type="http://schemas.openxmlformats.org/officeDocument/2006/relationships/notesSlide" Target="/ppt/notesSlides/notesSlide32.xml" Id="R20922f75a1e94c5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ea2c32581304666" /><Relationship Type="http://schemas.openxmlformats.org/officeDocument/2006/relationships/image" Target="/ppt/media/image2.png" Id="Rb387d13e5ba542db" /><Relationship Type="http://schemas.openxmlformats.org/officeDocument/2006/relationships/image" Target="/ppt/media/image3.png" Id="Re348e4d2781d4b83" /><Relationship Type="http://schemas.openxmlformats.org/officeDocument/2006/relationships/notesSlide" Target="/ppt/notesSlides/notesSlide33.xml" Id="R5263a3cae4e9425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d00114b33124d41" /><Relationship Type="http://schemas.openxmlformats.org/officeDocument/2006/relationships/image" Target="/ppt/media/image2.png" Id="R9c93363b953248b7" /><Relationship Type="http://schemas.openxmlformats.org/officeDocument/2006/relationships/image" Target="/ppt/media/image3.png" Id="Re4fa768937534e4c" /><Relationship Type="http://schemas.openxmlformats.org/officeDocument/2006/relationships/notesSlide" Target="/ppt/notesSlides/notesSlide34.xml" Id="R4afaf76b2b874f0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782d629bcc94988" /><Relationship Type="http://schemas.openxmlformats.org/officeDocument/2006/relationships/image" Target="/ppt/media/image2.png" Id="R5d34523a8cd4429f" /><Relationship Type="http://schemas.openxmlformats.org/officeDocument/2006/relationships/image" Target="/ppt/media/image3.png" Id="R90e9eb49405f41d9" /><Relationship Type="http://schemas.openxmlformats.org/officeDocument/2006/relationships/notesSlide" Target="/ppt/notesSlides/notesSlide35.xml" Id="Rcc1822c58a594f8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7056ccd0f92455f" /><Relationship Type="http://schemas.openxmlformats.org/officeDocument/2006/relationships/image" Target="/ppt/media/image2.png" Id="R55b4bec198694dab" /><Relationship Type="http://schemas.openxmlformats.org/officeDocument/2006/relationships/image" Target="/ppt/media/image3.png" Id="Rf949c1095705403e" /><Relationship Type="http://schemas.openxmlformats.org/officeDocument/2006/relationships/notesSlide" Target="/ppt/notesSlides/notesSlide36.xml" Id="Rbc158e96629546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a43e64b8b104f08" /><Relationship Type="http://schemas.openxmlformats.org/officeDocument/2006/relationships/image" Target="/ppt/media/image2.png" Id="Rbd6d0507033a4546" /><Relationship Type="http://schemas.openxmlformats.org/officeDocument/2006/relationships/image" Target="/ppt/media/image3.png" Id="Rd8afe5e87f7c4692" /><Relationship Type="http://schemas.openxmlformats.org/officeDocument/2006/relationships/notesSlide" Target="/ppt/notesSlides/notesSlide37.xml" Id="R7d4e7590646c46b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c0e4ebdb98b4974" /><Relationship Type="http://schemas.openxmlformats.org/officeDocument/2006/relationships/image" Target="/ppt/media/image2.png" Id="R932bfa7bf2a2428d" /><Relationship Type="http://schemas.openxmlformats.org/officeDocument/2006/relationships/image" Target="/ppt/media/image3.png" Id="R22548c040f9a4e49" /><Relationship Type="http://schemas.openxmlformats.org/officeDocument/2006/relationships/notesSlide" Target="/ppt/notesSlides/notesSlide38.xml" Id="Rdd215c4f39d842f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02ba001adc34021" /><Relationship Type="http://schemas.openxmlformats.org/officeDocument/2006/relationships/image" Target="/ppt/media/image2.png" Id="R941d389a0ff645f8" /><Relationship Type="http://schemas.openxmlformats.org/officeDocument/2006/relationships/image" Target="/ppt/media/image3.png" Id="R98850c023d7744ce" /><Relationship Type="http://schemas.openxmlformats.org/officeDocument/2006/relationships/notesSlide" Target="/ppt/notesSlides/notesSlide39.xml" Id="R73c480f671b44f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0e93517e4c74056" /><Relationship Type="http://schemas.openxmlformats.org/officeDocument/2006/relationships/image" Target="/ppt/media/image2.png" Id="Re1dcd11487b045d8" /><Relationship Type="http://schemas.openxmlformats.org/officeDocument/2006/relationships/image" Target="/ppt/media/image3.png" Id="R033cfe0ee1444567" /><Relationship Type="http://schemas.openxmlformats.org/officeDocument/2006/relationships/notesSlide" Target="/ppt/notesSlides/notesSlide40.xml" Id="Ra3369e4d5b9c475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3900c48adc24081" /><Relationship Type="http://schemas.openxmlformats.org/officeDocument/2006/relationships/image" Target="/ppt/media/image2.png" Id="Rbd08028d50e24ae8" /><Relationship Type="http://schemas.openxmlformats.org/officeDocument/2006/relationships/image" Target="/ppt/media/image16.png" Id="R41d0a4015b264869" /><Relationship Type="http://schemas.openxmlformats.org/officeDocument/2006/relationships/image" Target="/ppt/media/image3.png" Id="R092f155533e1491c" /><Relationship Type="http://schemas.openxmlformats.org/officeDocument/2006/relationships/notesSlide" Target="/ppt/notesSlides/notesSlide41.xml" Id="Rfcb43b368d05442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08900ffb93214d79" /><Relationship Type="http://schemas.openxmlformats.org/officeDocument/2006/relationships/image" Target="/ppt/media/image.gif" Id="Ra6b5cff630c04b74" /><Relationship Type="http://schemas.openxmlformats.org/officeDocument/2006/relationships/image" Target="/ppt/media/image2.png" Id="Rc70e957b7d5c469c" /><Relationship Type="http://schemas.openxmlformats.org/officeDocument/2006/relationships/image" Target="/ppt/media/image3.png" Id="Rffdd2b50c7164f8d" /><Relationship Type="http://schemas.openxmlformats.org/officeDocument/2006/relationships/notesSlide" Target="/ppt/notesSlides/notesSlide42.xml" Id="R79cb0f5784b74bf3"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d202d714adc4311">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056374cdf6f5480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e0e597850550478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98ce2aeb14f343b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27"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b0a0568e5c1944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8"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c589668d301942fb">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30"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88c34bab44e4edb">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31"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35" name="Picture 1"/>
          <p:cNvPicPr>
            <a:picLocks xmlns:a="http://schemas.openxmlformats.org/drawingml/2006/main" noChangeAspect="1"/>
          </p:cNvPicPr>
          <p:nvPr/>
        </p:nvPicPr>
        <p:blipFill>
          <a:blip xmlns:r="http://schemas.openxmlformats.org/officeDocument/2006/relationships" xmlns:a="http://schemas.openxmlformats.org/drawingml/2006/main" r:embed="Re3cf067fa80f429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967fa7acc34e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137517829c1b4ecd"/>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e2db6a8718904fd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76195ace54445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494b24972d19490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9b55bb9a934b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7cb0f6c0e078419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f3e43e43e644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6bab09ec43cd4f02"/>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8611b0fee1d84da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2437744434d49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c4126fe3868c4ea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edd2f59f2449c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e9ee97df93f6409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97"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b3afc9c442440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db78ba3d25c5400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500"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490411491ff94ac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50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505" name="Picture 3"/>
          <p:cNvPicPr>
            <a:picLocks xmlns:a="http://schemas.openxmlformats.org/drawingml/2006/main" noChangeAspect="1"/>
          </p:cNvPicPr>
          <p:nvPr/>
        </p:nvPicPr>
        <p:blipFill>
          <a:blip xmlns:r="http://schemas.openxmlformats.org/officeDocument/2006/relationships" xmlns:a="http://schemas.openxmlformats.org/drawingml/2006/main" r:embed="Rfd6f24afb9224b4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f4eecd1c26543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e8c4b20ca7e6482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149faaa0323a437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a32a22f9f0094dd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746e4166b548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9f23cff8b304431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14a28156fad48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e14a28156fad485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0cc0fab9cc42448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631a856380146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f058b641d7df4dd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85f17bec24940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6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577" name="Picture 1"/>
          <p:cNvPicPr>
            <a:picLocks xmlns:a="http://schemas.openxmlformats.org/drawingml/2006/main" noChangeAspect="1"/>
          </p:cNvPicPr>
          <p:nvPr/>
        </p:nvPicPr>
        <p:blipFill>
          <a:blip xmlns:r="http://schemas.openxmlformats.org/officeDocument/2006/relationships" xmlns:a="http://schemas.openxmlformats.org/drawingml/2006/main" r:embed="R7f8d18dfa2f94ee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48"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9693d46220a1415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9"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e5083cae7c845c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51"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9f40ff7fd44242e8">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56" name="Picture 3"/>
          <p:cNvPicPr>
            <a:picLocks xmlns:a="http://schemas.openxmlformats.org/drawingml/2006/main" noChangeAspect="1"/>
          </p:cNvPicPr>
          <p:nvPr/>
        </p:nvPicPr>
        <p:blipFill>
          <a:blip xmlns:r="http://schemas.openxmlformats.org/officeDocument/2006/relationships" xmlns:a="http://schemas.openxmlformats.org/drawingml/2006/main" r:embed="R529bff032c83469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9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fba8930bed43e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69" name="Picture 458"/>
          <p:cNvPicPr>
            <a:picLocks xmlns:a="http://schemas.openxmlformats.org/drawingml/2006/main" noChangeAspect="1"/>
          </p:cNvPicPr>
          <p:nvPr/>
        </p:nvPicPr>
        <p:blipFill>
          <a:blip xmlns:r="http://schemas.openxmlformats.org/officeDocument/2006/relationships" xmlns:a="http://schemas.openxmlformats.org/drawingml/2006/main" r:embed="R9c629645949e4157"/>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73" name="Picture 462"/>
          <p:cNvPicPr>
            <a:picLocks xmlns:a="http://schemas.openxmlformats.org/drawingml/2006/main" noChangeAspect="1"/>
          </p:cNvPicPr>
          <p:nvPr/>
        </p:nvPicPr>
        <p:blipFill>
          <a:blip xmlns:r="http://schemas.openxmlformats.org/officeDocument/2006/relationships" xmlns:a="http://schemas.openxmlformats.org/drawingml/2006/main" r:embed="Ra3caa3c42c0a4737"/>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988"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89"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994"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5"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6"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01"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2"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3"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09"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0"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1"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2"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3"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4"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5"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6"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1018" name="Picture 1"/>
          <p:cNvPicPr>
            <a:picLocks xmlns:a="http://schemas.openxmlformats.org/drawingml/2006/main" noChangeAspect="1"/>
          </p:cNvPicPr>
          <p:nvPr/>
        </p:nvPicPr>
        <p:blipFill>
          <a:blip xmlns:r="http://schemas.openxmlformats.org/officeDocument/2006/relationships" xmlns:a="http://schemas.openxmlformats.org/drawingml/2006/main" r:embed="Rc66ab6d8554a419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1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b8019d02f94e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151" name="Picture 518"/>
          <p:cNvPicPr>
            <a:picLocks xmlns:a="http://schemas.openxmlformats.org/drawingml/2006/main" noChangeAspect="1"/>
          </p:cNvPicPr>
          <p:nvPr/>
        </p:nvPicPr>
        <p:blipFill>
          <a:blip xmlns:r="http://schemas.openxmlformats.org/officeDocument/2006/relationships" xmlns:a="http://schemas.openxmlformats.org/drawingml/2006/main" r:embed="Rd07f92ab087a4ea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55" name="Picture 522"/>
          <p:cNvPicPr>
            <a:picLocks xmlns:a="http://schemas.openxmlformats.org/drawingml/2006/main" noChangeAspect="1"/>
          </p:cNvPicPr>
          <p:nvPr/>
        </p:nvPicPr>
        <p:blipFill>
          <a:blip xmlns:r="http://schemas.openxmlformats.org/officeDocument/2006/relationships" xmlns:a="http://schemas.openxmlformats.org/drawingml/2006/main" r:embed="R4cc10de92c2c48e6"/>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158" name="Picture 527"/>
          <p:cNvPicPr>
            <a:picLocks xmlns:a="http://schemas.openxmlformats.org/drawingml/2006/main" noChangeAspect="1"/>
          </p:cNvPicPr>
          <p:nvPr/>
        </p:nvPicPr>
        <p:blipFill>
          <a:blip xmlns:r="http://schemas.openxmlformats.org/officeDocument/2006/relationships" xmlns:a="http://schemas.openxmlformats.org/drawingml/2006/main" r:embed="R13b8019d02f94ec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173"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4"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5"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181"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2"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3"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4"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187"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188"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195"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6"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7"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203"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4"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5"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6"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7"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208"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209"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211" name="Picture 11"/>
          <p:cNvPicPr>
            <a:picLocks xmlns:a="http://schemas.openxmlformats.org/drawingml/2006/main" noChangeAspect="1"/>
          </p:cNvPicPr>
          <p:nvPr/>
        </p:nvPicPr>
        <p:blipFill>
          <a:blip xmlns:r="http://schemas.openxmlformats.org/officeDocument/2006/relationships" xmlns:a="http://schemas.openxmlformats.org/drawingml/2006/main" r:embed="R5614899b07c2498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10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4ed0603ad5e44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67" name="Picture 458"/>
          <p:cNvPicPr>
            <a:picLocks xmlns:a="http://schemas.openxmlformats.org/drawingml/2006/main" noChangeAspect="1"/>
          </p:cNvPicPr>
          <p:nvPr/>
        </p:nvPicPr>
        <p:blipFill>
          <a:blip xmlns:r="http://schemas.openxmlformats.org/officeDocument/2006/relationships" xmlns:a="http://schemas.openxmlformats.org/drawingml/2006/main" r:embed="Rb045f17d7a694b7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71" name="Picture 462"/>
          <p:cNvPicPr>
            <a:picLocks xmlns:a="http://schemas.openxmlformats.org/drawingml/2006/main" noChangeAspect="1"/>
          </p:cNvPicPr>
          <p:nvPr/>
        </p:nvPicPr>
        <p:blipFill>
          <a:blip xmlns:r="http://schemas.openxmlformats.org/officeDocument/2006/relationships" xmlns:a="http://schemas.openxmlformats.org/drawingml/2006/main" r:embed="Rc2da6dfcf68240e8"/>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8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8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9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9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10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129"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0"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1"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2"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135" name="Picture 910"/>
          <p:cNvPicPr>
            <a:picLocks xmlns:a="http://schemas.openxmlformats.org/drawingml/2006/main" noChangeAspect="1"/>
          </p:cNvPicPr>
          <p:nvPr/>
        </p:nvPicPr>
        <p:blipFill>
          <a:blip xmlns:r="http://schemas.openxmlformats.org/officeDocument/2006/relationships" xmlns:a="http://schemas.openxmlformats.org/drawingml/2006/main" r:embed="R74ed0603ad5e440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136" name="Picture 1"/>
          <p:cNvPicPr>
            <a:picLocks xmlns:a="http://schemas.openxmlformats.org/drawingml/2006/main" noChangeAspect="1"/>
          </p:cNvPicPr>
          <p:nvPr/>
        </p:nvPicPr>
        <p:blipFill>
          <a:blip xmlns:r="http://schemas.openxmlformats.org/officeDocument/2006/relationships" xmlns:a="http://schemas.openxmlformats.org/drawingml/2006/main" r:embed="Re265c70486c34b3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6834011968b40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56e83127f32749a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1ed84e0e8f49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619a66cf4506480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7057179c6484b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711328b2c866489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e0eacfec30445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f518a61767e7466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f99c07448c40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3bf99c07448c401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198b0c7a1d9b4f3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6682d245394f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ebf4a1829083450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15"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40cc6b87f32e43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16"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367c8fb2b914fb8">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18"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327ddef1808046c5">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1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23" name="Picture 3"/>
          <p:cNvPicPr>
            <a:picLocks xmlns:a="http://schemas.openxmlformats.org/drawingml/2006/main" noChangeAspect="1"/>
          </p:cNvPicPr>
          <p:nvPr/>
        </p:nvPicPr>
        <p:blipFill>
          <a:blip xmlns:r="http://schemas.openxmlformats.org/officeDocument/2006/relationships" xmlns:a="http://schemas.openxmlformats.org/drawingml/2006/main" r:embed="R2533e1cb8f4a49d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a869fc4153b4a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0a705879972e403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c64f98f8e8d49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4b577f2773ee434d"/>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c41f523dab98421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aabbb30c01f476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eb395f80ea834dc7"/>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5f6ec74ff46b41f6"/>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c4f8a5d4b1764be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6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a77042a8132a4ee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6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825e10d9b5df4c5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6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84f3ebc4e0c4cd2">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6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73" name="Picture 1"/>
          <p:cNvPicPr>
            <a:picLocks xmlns:a="http://schemas.openxmlformats.org/drawingml/2006/main" noChangeAspect="1"/>
          </p:cNvPicPr>
          <p:nvPr/>
        </p:nvPicPr>
        <p:blipFill>
          <a:blip xmlns:r="http://schemas.openxmlformats.org/officeDocument/2006/relationships" xmlns:a="http://schemas.openxmlformats.org/drawingml/2006/main" r:embed="R169c17c0add045d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924c57078444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e2287b64df244e6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87d13e5ba542d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2" name="Picture 1"/>
          <p:cNvPicPr>
            <a:picLocks xmlns:a="http://schemas.openxmlformats.org/drawingml/2006/main" noChangeAspect="1"/>
          </p:cNvPicPr>
          <p:nvPr/>
        </p:nvPicPr>
        <p:blipFill>
          <a:blip xmlns:r="http://schemas.openxmlformats.org/officeDocument/2006/relationships" xmlns:a="http://schemas.openxmlformats.org/drawingml/2006/main" r:embed="Re348e4d2781d4b8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93363b953248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External validity: One retrospective sepsis cohort, two source hospitals, and one MLP. No prospective or external clinical validation.</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Key governance: The main TenSEAL path retains central key custody. The OpenFHE threshold test remains an isolated 3-of-3 experiment.</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Deployment realism: Timing came from sequential single-host runs. No wide-area deployment or physical TDX/SEV-SNP cluster was tested.</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Evaluation scope: Privacy and poisoning conclusions cover only the registered attacks, five seeds, and evaluated trust assumptions.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lnSpcReduction="10000"/>
          </a:bodyPr>
          <a:lstStyle xmlns:a="http://schemas.openxmlformats.org/drawingml/2006/main"/>
          <a:p xmlns:a="http://schemas.openxmlformats.org/drawingml/2006/main">
            <a:pPr algn="ctr">
              <a:buNone/>
              <a:defRPr sz="1313" b="1" i="0">
                <a:solidFill>
                  <a:srgbClr val="C00000"/>
                </a:solidFill>
                <a:latin typeface="Arial"/>
                <a:ea typeface="Arial"/>
                <a:cs typeface="Arial"/>
              </a:defRPr>
            </a:pPr>
            <a:r>
              <a:rPr sz="1313" b="1" i="0">
                <a:solidFill>
                  <a:srgbClr val="C00000"/>
                </a:solidFill>
                <a:latin typeface="Arial"/>
                <a:ea typeface="Arial"/>
                <a:cs typeface="Arial"/>
              </a:rPr>
              <a:t>Evidence supports bounded protocol-level claims. Clinical and production-security validation remain future work.</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e4fa768937534e4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34523a8cd442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90e9eb49405f41d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b4bec198694da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f949c1095705403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6d0507033a45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d8afe5e87f7c469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32bfa7bf2a242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22548c040f9a4e4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41d389a0ff645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98850c023d7744c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1dcd11487b045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033cfe0ee144456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08028d50e24a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41d0a4015b264869">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092f155533e1491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a6b5cff630c04b74">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70e957b7d5c46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ffdd2b50c7164f8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2026-09-24T18:00:31.3200000Z</dcterms:created>
  <dcterms:modified xsi:type="dcterms:W3CDTF">2026-09-24T18:00:31.3200000Z</dcterms:modified>
</coreProperties>
</file>