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2c529fdca944b3" /><Relationship Type="http://schemas.openxmlformats.org/officeDocument/2006/relationships/extended-properties" Target="/docProps/app.xml" Id="R8837f8c0ee524125" /><Relationship Type="http://schemas.openxmlformats.org/officeDocument/2006/relationships/officeDocument" Target="/ppt/presentation.xml" Id="Ree5c0bd09f294c04" /></Relationships>
</file>

<file path=ppt/presentation.xml><?xml version="1.0" encoding="utf-8"?>
<p:presentation xmlns:p="http://schemas.openxmlformats.org/presentationml/2006/main">
  <p:sldMasterIdLst>
    <p:sldMasterId xmlns:r="http://schemas.openxmlformats.org/officeDocument/2006/relationships" id="2147483648" r:id="Redca73d8fb0d4b12"/>
  </p:sldMasterIdLst>
  <p:notesMasterIdLst>
    <p:notesMasterId xmlns:r="http://schemas.openxmlformats.org/officeDocument/2006/relationships" r:id="R766f9f340d46408d"/>
  </p:notesMasterIdLst>
  <p:sldIdLst>
    <p:sldId xmlns:r="http://schemas.openxmlformats.org/officeDocument/2006/relationships" id="256" r:id="R76b6bc6c6ded4ab4"/>
    <p:sldId xmlns:r="http://schemas.openxmlformats.org/officeDocument/2006/relationships" id="257" r:id="Rd1295e4375534e41"/>
    <p:sldId xmlns:r="http://schemas.openxmlformats.org/officeDocument/2006/relationships" id="258" r:id="Rde8ba66ee3bb4d0c"/>
    <p:sldId xmlns:r="http://schemas.openxmlformats.org/officeDocument/2006/relationships" id="259" r:id="R33d417fd0c7e4145"/>
    <p:sldId xmlns:r="http://schemas.openxmlformats.org/officeDocument/2006/relationships" id="260" r:id="Ra272624867b942b6"/>
    <p:sldId xmlns:r="http://schemas.openxmlformats.org/officeDocument/2006/relationships" id="261" r:id="Rb92209958bf34925"/>
    <p:sldId xmlns:r="http://schemas.openxmlformats.org/officeDocument/2006/relationships" id="262" r:id="R5c2cd1c9dfea4f99"/>
    <p:sldId xmlns:r="http://schemas.openxmlformats.org/officeDocument/2006/relationships" id="263" r:id="Re504cd913aa14ec7"/>
    <p:sldId xmlns:r="http://schemas.openxmlformats.org/officeDocument/2006/relationships" id="264" r:id="Re1d161d5207a421a"/>
    <p:sldId xmlns:r="http://schemas.openxmlformats.org/officeDocument/2006/relationships" id="265" r:id="Ra0ad3b1ca1e1435b"/>
    <p:sldId xmlns:r="http://schemas.openxmlformats.org/officeDocument/2006/relationships" id="266" r:id="Rd4a03eb1d76b49df"/>
    <p:sldId xmlns:r="http://schemas.openxmlformats.org/officeDocument/2006/relationships" id="267" r:id="Red97f4fa4d914987"/>
    <p:sldId xmlns:r="http://schemas.openxmlformats.org/officeDocument/2006/relationships" id="268" r:id="Ref91f1a0a1984796"/>
    <p:sldId xmlns:r="http://schemas.openxmlformats.org/officeDocument/2006/relationships" id="269" r:id="Rd96e0220825045c1"/>
    <p:sldId xmlns:r="http://schemas.openxmlformats.org/officeDocument/2006/relationships" id="270" r:id="R12fc161311664b34"/>
    <p:sldId xmlns:r="http://schemas.openxmlformats.org/officeDocument/2006/relationships" id="271" r:id="Rf160cc11f09541e6"/>
    <p:sldId xmlns:r="http://schemas.openxmlformats.org/officeDocument/2006/relationships" id="272" r:id="Rc0aa5b1a0e844b74"/>
    <p:sldId xmlns:r="http://schemas.openxmlformats.org/officeDocument/2006/relationships" id="273" r:id="R9cee907af5c34322"/>
    <p:sldId xmlns:r="http://schemas.openxmlformats.org/officeDocument/2006/relationships" id="274" r:id="R497adcda2d184d17"/>
    <p:sldId xmlns:r="http://schemas.openxmlformats.org/officeDocument/2006/relationships" id="275" r:id="R98bbb853c0f74244"/>
    <p:sldId xmlns:r="http://schemas.openxmlformats.org/officeDocument/2006/relationships" id="276" r:id="R1f301d3ae8734c92"/>
    <p:sldId xmlns:r="http://schemas.openxmlformats.org/officeDocument/2006/relationships" id="277" r:id="R2c6faf92f7f34854"/>
    <p:sldId xmlns:r="http://schemas.openxmlformats.org/officeDocument/2006/relationships" id="278" r:id="R2ec1646213d444f6"/>
    <p:sldId xmlns:r="http://schemas.openxmlformats.org/officeDocument/2006/relationships" id="279" r:id="R75b1152c55a64b29"/>
    <p:sldId xmlns:r="http://schemas.openxmlformats.org/officeDocument/2006/relationships" id="280" r:id="Re53dfd7ecb4f4323"/>
    <p:sldId xmlns:r="http://schemas.openxmlformats.org/officeDocument/2006/relationships" id="281" r:id="R092769e297a345ef"/>
    <p:sldId xmlns:r="http://schemas.openxmlformats.org/officeDocument/2006/relationships" id="282" r:id="Rbc916011d49a4efb"/>
    <p:sldId xmlns:r="http://schemas.openxmlformats.org/officeDocument/2006/relationships" id="283" r:id="R744574a6d9d34666"/>
    <p:sldId xmlns:r="http://schemas.openxmlformats.org/officeDocument/2006/relationships" id="284" r:id="R38d7a5b5e514459d"/>
    <p:sldId xmlns:r="http://schemas.openxmlformats.org/officeDocument/2006/relationships" id="285" r:id="R82cfed61eb374857"/>
    <p:sldId xmlns:r="http://schemas.openxmlformats.org/officeDocument/2006/relationships" id="286" r:id="Ra853770906944d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067360d9e2f40af" /><Relationship Type="http://schemas.openxmlformats.org/officeDocument/2006/relationships/slideMaster" Target="/ppt/slideMasters/slideMaster1.xml" Id="Redca73d8fb0d4b12" /><Relationship Type="http://schemas.openxmlformats.org/officeDocument/2006/relationships/notesMaster" Target="/ppt/notesMasters/notesMaster1.xml" Id="R766f9f340d46408d" /><Relationship Type="http://schemas.openxmlformats.org/officeDocument/2006/relationships/presProps" Target="/ppt/presProps.xml" Id="R69707858425a4ff9" /><Relationship Type="http://schemas.openxmlformats.org/officeDocument/2006/relationships/viewProps" Target="/ppt/viewProps.xml" Id="Rea31e5f3de304399" /><Relationship Type="http://schemas.openxmlformats.org/officeDocument/2006/relationships/tableStyles" Target="/ppt/tableStyles.xml" Id="R06771658aa1e445e" /><Relationship Type="http://schemas.openxmlformats.org/officeDocument/2006/relationships/slide" Target="/ppt/slides/slide1.xml" Id="R76b6bc6c6ded4ab4" /><Relationship Type="http://schemas.openxmlformats.org/officeDocument/2006/relationships/slide" Target="/ppt/slides/slide2.xml" Id="Rd1295e4375534e41" /><Relationship Type="http://schemas.openxmlformats.org/officeDocument/2006/relationships/slide" Target="/ppt/slides/slide3.xml" Id="Rde8ba66ee3bb4d0c" /><Relationship Type="http://schemas.openxmlformats.org/officeDocument/2006/relationships/slide" Target="/ppt/slides/slide4.xml" Id="R33d417fd0c7e4145" /><Relationship Type="http://schemas.openxmlformats.org/officeDocument/2006/relationships/slide" Target="/ppt/slides/slide5.xml" Id="Ra272624867b942b6" /><Relationship Type="http://schemas.openxmlformats.org/officeDocument/2006/relationships/slide" Target="/ppt/slides/slide6.xml" Id="Rb92209958bf34925" /><Relationship Type="http://schemas.openxmlformats.org/officeDocument/2006/relationships/slide" Target="/ppt/slides/slide7.xml" Id="R5c2cd1c9dfea4f99" /><Relationship Type="http://schemas.openxmlformats.org/officeDocument/2006/relationships/slide" Target="/ppt/slides/slide8.xml" Id="Re504cd913aa14ec7" /><Relationship Type="http://schemas.openxmlformats.org/officeDocument/2006/relationships/slide" Target="/ppt/slides/slide9.xml" Id="Re1d161d5207a421a" /><Relationship Type="http://schemas.openxmlformats.org/officeDocument/2006/relationships/slide" Target="/ppt/slides/slide10.xml" Id="Ra0ad3b1ca1e1435b" /><Relationship Type="http://schemas.openxmlformats.org/officeDocument/2006/relationships/slide" Target="/ppt/slides/slide11.xml" Id="Rd4a03eb1d76b49df" /><Relationship Type="http://schemas.openxmlformats.org/officeDocument/2006/relationships/slide" Target="/ppt/slides/slide12.xml" Id="Red97f4fa4d914987" /><Relationship Type="http://schemas.openxmlformats.org/officeDocument/2006/relationships/slide" Target="/ppt/slides/slide13.xml" Id="Ref91f1a0a1984796" /><Relationship Type="http://schemas.openxmlformats.org/officeDocument/2006/relationships/slide" Target="/ppt/slides/slide14.xml" Id="Rd96e0220825045c1" /><Relationship Type="http://schemas.openxmlformats.org/officeDocument/2006/relationships/slide" Target="/ppt/slides/slide15.xml" Id="R12fc161311664b34" /><Relationship Type="http://schemas.openxmlformats.org/officeDocument/2006/relationships/slide" Target="/ppt/slides/slide16.xml" Id="Rf160cc11f09541e6" /><Relationship Type="http://schemas.openxmlformats.org/officeDocument/2006/relationships/slide" Target="/ppt/slides/slide17.xml" Id="Rc0aa5b1a0e844b74" /><Relationship Type="http://schemas.openxmlformats.org/officeDocument/2006/relationships/slide" Target="/ppt/slides/slide18.xml" Id="R9cee907af5c34322" /><Relationship Type="http://schemas.openxmlformats.org/officeDocument/2006/relationships/slide" Target="/ppt/slides/slide19.xml" Id="R497adcda2d184d17" /><Relationship Type="http://schemas.openxmlformats.org/officeDocument/2006/relationships/slide" Target="/ppt/slides/slide20.xml" Id="R98bbb853c0f74244" /><Relationship Type="http://schemas.openxmlformats.org/officeDocument/2006/relationships/slide" Target="/ppt/slides/slide21.xml" Id="R1f301d3ae8734c92" /><Relationship Type="http://schemas.openxmlformats.org/officeDocument/2006/relationships/slide" Target="/ppt/slides/slide22.xml" Id="R2c6faf92f7f34854" /><Relationship Type="http://schemas.openxmlformats.org/officeDocument/2006/relationships/slide" Target="/ppt/slides/slide23.xml" Id="R2ec1646213d444f6" /><Relationship Type="http://schemas.openxmlformats.org/officeDocument/2006/relationships/slide" Target="/ppt/slides/slide24.xml" Id="R75b1152c55a64b29" /><Relationship Type="http://schemas.openxmlformats.org/officeDocument/2006/relationships/slide" Target="/ppt/slides/slide25.xml" Id="Re53dfd7ecb4f4323" /><Relationship Type="http://schemas.openxmlformats.org/officeDocument/2006/relationships/slide" Target="/ppt/slides/slide26.xml" Id="R092769e297a345ef" /><Relationship Type="http://schemas.openxmlformats.org/officeDocument/2006/relationships/slide" Target="/ppt/slides/slide27.xml" Id="Rbc916011d49a4efb" /><Relationship Type="http://schemas.openxmlformats.org/officeDocument/2006/relationships/slide" Target="/ppt/slides/slide28.xml" Id="R744574a6d9d34666" /><Relationship Type="http://schemas.openxmlformats.org/officeDocument/2006/relationships/slide" Target="/ppt/slides/slide29.xml" Id="R38d7a5b5e514459d" /><Relationship Type="http://schemas.openxmlformats.org/officeDocument/2006/relationships/slide" Target="/ppt/slides/slide30.xml" Id="R82cfed61eb374857" /><Relationship Type="http://schemas.openxmlformats.org/officeDocument/2006/relationships/slide" Target="/ppt/slides/slide31.xml" Id="Ra853770906944d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3e03aeb63348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7ae589980e4d8b" /><Relationship Type="http://schemas.openxmlformats.org/officeDocument/2006/relationships/notesMaster" Target="/ppt/notesMasters/notesMaster1.xml" Id="R4d2a2dfaa3c54b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406a0888434646" /><Relationship Type="http://schemas.openxmlformats.org/officeDocument/2006/relationships/notesMaster" Target="/ppt/notesMasters/notesMaster1.xml" Id="R4b57760aa90c44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f5c89275234759" /><Relationship Type="http://schemas.openxmlformats.org/officeDocument/2006/relationships/notesMaster" Target="/ppt/notesMasters/notesMaster1.xml" Id="R550f37bc96c240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e14de6c1b3420e" /><Relationship Type="http://schemas.openxmlformats.org/officeDocument/2006/relationships/notesMaster" Target="/ppt/notesMasters/notesMaster1.xml" Id="R3bb002be4ddc4f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60574f77c24724" /><Relationship Type="http://schemas.openxmlformats.org/officeDocument/2006/relationships/notesMaster" Target="/ppt/notesMasters/notesMaster1.xml" Id="Rfaa3aa8f3d7d43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9b00f0d24346f5" /><Relationship Type="http://schemas.openxmlformats.org/officeDocument/2006/relationships/notesMaster" Target="/ppt/notesMasters/notesMaster1.xml" Id="R476813321ff346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203009a53c4f81" /><Relationship Type="http://schemas.openxmlformats.org/officeDocument/2006/relationships/notesMaster" Target="/ppt/notesMasters/notesMaster1.xml" Id="R06312fc5cfd647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fed4a785a84a49" /><Relationship Type="http://schemas.openxmlformats.org/officeDocument/2006/relationships/notesMaster" Target="/ppt/notesMasters/notesMaster1.xml" Id="Recefae4ad72545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8f65a910f04e73" /><Relationship Type="http://schemas.openxmlformats.org/officeDocument/2006/relationships/notesMaster" Target="/ppt/notesMasters/notesMaster1.xml" Id="R742f210d2b7448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990b91fbb9f4612" /><Relationship Type="http://schemas.openxmlformats.org/officeDocument/2006/relationships/notesMaster" Target="/ppt/notesMasters/notesMaster1.xml" Id="R7d5cc2beff2748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bb488c1abd413b" /><Relationship Type="http://schemas.openxmlformats.org/officeDocument/2006/relationships/notesMaster" Target="/ppt/notesMasters/notesMaster1.xml" Id="Red9ce9b04be54e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db699d43da4367" /><Relationship Type="http://schemas.openxmlformats.org/officeDocument/2006/relationships/notesMaster" Target="/ppt/notesMasters/notesMaster1.xml" Id="R06750d0b146c4b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ca40bcb9064383" /><Relationship Type="http://schemas.openxmlformats.org/officeDocument/2006/relationships/notesMaster" Target="/ppt/notesMasters/notesMaster1.xml" Id="R9993fe65254c4f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b3f9f9290e34c1f" /><Relationship Type="http://schemas.openxmlformats.org/officeDocument/2006/relationships/notesMaster" Target="/ppt/notesMasters/notesMaster1.xml" Id="Red13d202fcf24e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a6aab27c7a4dc3" /><Relationship Type="http://schemas.openxmlformats.org/officeDocument/2006/relationships/notesMaster" Target="/ppt/notesMasters/notesMaster1.xml" Id="R9eac2da02149404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deba1d7ff644bf" /><Relationship Type="http://schemas.openxmlformats.org/officeDocument/2006/relationships/notesMaster" Target="/ppt/notesMasters/notesMaster1.xml" Id="Rd33935f385c14b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ce263aa3004daf" /><Relationship Type="http://schemas.openxmlformats.org/officeDocument/2006/relationships/notesMaster" Target="/ppt/notesMasters/notesMaster1.xml" Id="R25904ba3be9e46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5b6dc5b96a4502" /><Relationship Type="http://schemas.openxmlformats.org/officeDocument/2006/relationships/notesMaster" Target="/ppt/notesMasters/notesMaster1.xml" Id="Rfd43763862f745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9e9708e5984383" /><Relationship Type="http://schemas.openxmlformats.org/officeDocument/2006/relationships/notesMaster" Target="/ppt/notesMasters/notesMaster1.xml" Id="R93ec4a120a3c4d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04babdb3f804b98" /><Relationship Type="http://schemas.openxmlformats.org/officeDocument/2006/relationships/notesMaster" Target="/ppt/notesMasters/notesMaster1.xml" Id="Ree07231920884f5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e72660f8bc4ae8" /><Relationship Type="http://schemas.openxmlformats.org/officeDocument/2006/relationships/notesMaster" Target="/ppt/notesMasters/notesMaster1.xml" Id="R78de0a1263ff42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d0519f4f984707" /><Relationship Type="http://schemas.openxmlformats.org/officeDocument/2006/relationships/notesMaster" Target="/ppt/notesMasters/notesMaster1.xml" Id="R41f5ff402dc242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c3dde1d0964373" /><Relationship Type="http://schemas.openxmlformats.org/officeDocument/2006/relationships/notesMaster" Target="/ppt/notesMasters/notesMaster1.xml" Id="R9c8e7b0192ff4d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c834eeb6d284ab6" /><Relationship Type="http://schemas.openxmlformats.org/officeDocument/2006/relationships/notesMaster" Target="/ppt/notesMasters/notesMaster1.xml" Id="Ra6c156f9d3ab4e1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d91379f02ac4162" /><Relationship Type="http://schemas.openxmlformats.org/officeDocument/2006/relationships/notesMaster" Target="/ppt/notesMasters/notesMaster1.xml" Id="Re4b57b7b154a42d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77a3a24f1524850" /><Relationship Type="http://schemas.openxmlformats.org/officeDocument/2006/relationships/notesMaster" Target="/ppt/notesMasters/notesMaster1.xml" Id="R08cd9c1c1ab846f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0656a1ec974e8a" /><Relationship Type="http://schemas.openxmlformats.org/officeDocument/2006/relationships/notesMaster" Target="/ppt/notesMasters/notesMaster1.xml" Id="Rcab147b01d1e434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f8a7c1d97544874" /><Relationship Type="http://schemas.openxmlformats.org/officeDocument/2006/relationships/notesMaster" Target="/ppt/notesMasters/notesMaster1.xml" Id="Rce4696822c7f449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e2a2491ac024bda" /><Relationship Type="http://schemas.openxmlformats.org/officeDocument/2006/relationships/notesMaster" Target="/ppt/notesMasters/notesMaster1.xml" Id="R15fc5f1bdab34f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5f4018e569142ed" /><Relationship Type="http://schemas.openxmlformats.org/officeDocument/2006/relationships/notesMaster" Target="/ppt/notesMasters/notesMaster1.xml" Id="R464cb742cfb8453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6fcc55691b24d81" /><Relationship Type="http://schemas.openxmlformats.org/officeDocument/2006/relationships/notesMaster" Target="/ppt/notesMasters/notesMaster1.xml" Id="Rc443adba2c9545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8aeb8621194f0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df722f38324a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7053a5181749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9193a95a3b248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f9dc4aef647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82623be8c243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c0fbf934840463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b96ac5a576e4ef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ffbb3e81f4a407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3ad11001a4d4fb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7f6c01cbb8e4fa8"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ebbd5948384561" /><Relationship Type="http://schemas.openxmlformats.org/officeDocument/2006/relationships/slideLayout" Target="/ppt/slideLayouts/slideLayout1.xml" Id="R65d746da48e145ee" /><Relationship Type="http://schemas.openxmlformats.org/officeDocument/2006/relationships/slideLayout" Target="/ppt/slideLayouts/slideLayout2.xml" Id="Rc704057968834641" /><Relationship Type="http://schemas.openxmlformats.org/officeDocument/2006/relationships/slideLayout" Target="/ppt/slideLayouts/slideLayout3.xml" Id="Re3a75710b1fc458d" /><Relationship Type="http://schemas.openxmlformats.org/officeDocument/2006/relationships/slideLayout" Target="/ppt/slideLayouts/slideLayout4.xml" Id="R48eafed79ba646ee" /><Relationship Type="http://schemas.openxmlformats.org/officeDocument/2006/relationships/slideLayout" Target="/ppt/slideLayouts/slideLayout5.xml" Id="R0e1f576200ec428d" /><Relationship Type="http://schemas.openxmlformats.org/officeDocument/2006/relationships/slideLayout" Target="/ppt/slideLayouts/slideLayout6.xml" Id="R866c922c816446d0" /><Relationship Type="http://schemas.openxmlformats.org/officeDocument/2006/relationships/slideLayout" Target="/ppt/slideLayouts/slideLayout7.xml" Id="R7fca39b5308a43eb" /><Relationship Type="http://schemas.openxmlformats.org/officeDocument/2006/relationships/slideLayout" Target="/ppt/slideLayouts/slideLayout8.xml" Id="R5b021c02a0d9416f" /><Relationship Type="http://schemas.openxmlformats.org/officeDocument/2006/relationships/slideLayout" Target="/ppt/slideLayouts/slideLayout9.xml" Id="R0f245925c3c4429b" /><Relationship Type="http://schemas.openxmlformats.org/officeDocument/2006/relationships/slideLayout" Target="/ppt/slideLayouts/slideLayout10.xml" Id="R72019a7868494a04" /><Relationship Type="http://schemas.openxmlformats.org/officeDocument/2006/relationships/slideLayout" Target="/ppt/slideLayouts/slideLayout11.xml" Id="Recc0fe91b63345a6"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5d746da48e145ee"/>
    <p:sldLayoutId xmlns:r="http://schemas.openxmlformats.org/officeDocument/2006/relationships" id="2147483650" r:id="Rc704057968834641"/>
    <p:sldLayoutId xmlns:r="http://schemas.openxmlformats.org/officeDocument/2006/relationships" id="2147483651" r:id="Re3a75710b1fc458d"/>
    <p:sldLayoutId xmlns:r="http://schemas.openxmlformats.org/officeDocument/2006/relationships" id="2147483652" r:id="R48eafed79ba646ee"/>
    <p:sldLayoutId xmlns:r="http://schemas.openxmlformats.org/officeDocument/2006/relationships" id="2147483653" r:id="R0e1f576200ec428d"/>
    <p:sldLayoutId xmlns:r="http://schemas.openxmlformats.org/officeDocument/2006/relationships" id="2147483654" r:id="R866c922c816446d0"/>
    <p:sldLayoutId xmlns:r="http://schemas.openxmlformats.org/officeDocument/2006/relationships" id="2147483655" r:id="R7fca39b5308a43eb"/>
    <p:sldLayoutId xmlns:r="http://schemas.openxmlformats.org/officeDocument/2006/relationships" id="2147483656" r:id="R5b021c02a0d9416f"/>
    <p:sldLayoutId xmlns:r="http://schemas.openxmlformats.org/officeDocument/2006/relationships" id="2147483657" r:id="R0f245925c3c4429b"/>
    <p:sldLayoutId xmlns:r="http://schemas.openxmlformats.org/officeDocument/2006/relationships" id="2147483658" r:id="R72019a7868494a04"/>
    <p:sldLayoutId xmlns:r="http://schemas.openxmlformats.org/officeDocument/2006/relationships" id="2147483659" r:id="Recc0fe91b63345a6"/>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fb58b577bf4d9f" /><Relationship Type="http://schemas.openxmlformats.org/officeDocument/2006/relationships/image" Target="/ppt/media/image.jpeg" Id="R3419c4de4198424a" /><Relationship Type="http://schemas.openxmlformats.org/officeDocument/2006/relationships/image" Target="/ppt/media/image.png" Id="R83f56fd849b44ad3" /><Relationship Type="http://schemas.openxmlformats.org/officeDocument/2006/relationships/notesSlide" Target="/ppt/notesSlides/notesSlide1.xml" Id="Rb03b6e2a233c4a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0834cbc0394f2a" /><Relationship Type="http://schemas.openxmlformats.org/officeDocument/2006/relationships/image" Target="/ppt/media/image2.jpeg" Id="R675c1d8765b14062" /><Relationship Type="http://schemas.openxmlformats.org/officeDocument/2006/relationships/image" Target="/ppt/media/image2.png" Id="R919a02994f294ab5" /><Relationship Type="http://schemas.openxmlformats.org/officeDocument/2006/relationships/notesSlide" Target="/ppt/notesSlides/notesSlide2.xml" Id="R6048681265dd46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621bf72dc2644ad" /><Relationship Type="http://schemas.openxmlformats.org/officeDocument/2006/relationships/image" Target="/ppt/media/image3.jpeg" Id="Rc8c25480032d4f7d" /><Relationship Type="http://schemas.openxmlformats.org/officeDocument/2006/relationships/image" Target="/ppt/media/image.png" Id="R75f9fa9199754fdd" /><Relationship Type="http://schemas.openxmlformats.org/officeDocument/2006/relationships/image" Target="/ppt/media/image3.png" Id="Rf0142f017ad74b9e" /><Relationship Type="http://schemas.openxmlformats.org/officeDocument/2006/relationships/image" Target="/ppt/media/image4.png" Id="Rc8e2380e05d240d0" /><Relationship Type="http://schemas.openxmlformats.org/officeDocument/2006/relationships/notesSlide" Target="/ppt/notesSlides/notesSlide3.xml" Id="R8aae1f059c5a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66ab2fb4244a29" /><Relationship Type="http://schemas.openxmlformats.org/officeDocument/2006/relationships/image" Target="/ppt/media/image3.jpeg" Id="Rbeacb55eae114fe0" /><Relationship Type="http://schemas.openxmlformats.org/officeDocument/2006/relationships/image" Target="/ppt/media/image.png" Id="Re8b4c92ea5a84c92" /><Relationship Type="http://schemas.openxmlformats.org/officeDocument/2006/relationships/notesSlide" Target="/ppt/notesSlides/notesSlide4.xml" Id="R3987402a559f4b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e4881b11b64928" /><Relationship Type="http://schemas.openxmlformats.org/officeDocument/2006/relationships/image" Target="/ppt/media/image3.jpeg" Id="Rec58b61b08084ad4" /><Relationship Type="http://schemas.openxmlformats.org/officeDocument/2006/relationships/image" Target="/ppt/media/image.png" Id="R578cacf8e63c422b" /><Relationship Type="http://schemas.openxmlformats.org/officeDocument/2006/relationships/notesSlide" Target="/ppt/notesSlides/notesSlide5.xml" Id="Ra5d82373e1c943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81f3d8e7db4d1f" /><Relationship Type="http://schemas.openxmlformats.org/officeDocument/2006/relationships/image" Target="/ppt/media/image3.jpeg" Id="Ra90acf24d8264000" /><Relationship Type="http://schemas.openxmlformats.org/officeDocument/2006/relationships/image" Target="/ppt/media/image.png" Id="R2b9c1dbeca8a4b5d" /><Relationship Type="http://schemas.openxmlformats.org/officeDocument/2006/relationships/notesSlide" Target="/ppt/notesSlides/notesSlide6.xml" Id="Re89d0d21e1bc4b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c62ec762104654" /><Relationship Type="http://schemas.openxmlformats.org/officeDocument/2006/relationships/image" Target="/ppt/media/image3.jpeg" Id="Rf3e54ce341d14196" /><Relationship Type="http://schemas.openxmlformats.org/officeDocument/2006/relationships/image" Target="/ppt/media/image.png" Id="Re1a723b2c182412e" /><Relationship Type="http://schemas.openxmlformats.org/officeDocument/2006/relationships/notesSlide" Target="/ppt/notesSlides/notesSlide7.xml" Id="Rf192b20765ff41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6768c5ac88843ef" /><Relationship Type="http://schemas.openxmlformats.org/officeDocument/2006/relationships/image" Target="/ppt/media/image3.jpeg" Id="R1ae5de737a4c4d00" /><Relationship Type="http://schemas.openxmlformats.org/officeDocument/2006/relationships/image" Target="/ppt/media/image.png" Id="Rc16a694de731498b" /><Relationship Type="http://schemas.openxmlformats.org/officeDocument/2006/relationships/image" Target="/ppt/media/image3.png" Id="R6cc6047f97504d9d" /><Relationship Type="http://schemas.openxmlformats.org/officeDocument/2006/relationships/image" Target="/ppt/media/image5.png" Id="Rf0217f94a1cc4301" /><Relationship Type="http://schemas.openxmlformats.org/officeDocument/2006/relationships/notesSlide" Target="/ppt/notesSlides/notesSlide8.xml" Id="R903957ad401345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5c1d32327643c3" /><Relationship Type="http://schemas.openxmlformats.org/officeDocument/2006/relationships/image" Target="/ppt/media/image3.jpeg" Id="R6e0f6b823ab54e6d" /><Relationship Type="http://schemas.openxmlformats.org/officeDocument/2006/relationships/image" Target="/ppt/media/image.png" Id="R2ce840c716f8490d" /><Relationship Type="http://schemas.openxmlformats.org/officeDocument/2006/relationships/notesSlide" Target="/ppt/notesSlides/notesSlide9.xml" Id="R09c643bfe85d4d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73c99a299b40f2" /><Relationship Type="http://schemas.openxmlformats.org/officeDocument/2006/relationships/image" Target="/ppt/media/image4.jpeg" Id="R28d8217bfeca4960" /><Relationship Type="http://schemas.openxmlformats.org/officeDocument/2006/relationships/image" Target="/ppt/media/image6.png" Id="R5cf70b0a450c4117" /><Relationship Type="http://schemas.openxmlformats.org/officeDocument/2006/relationships/notesSlide" Target="/ppt/notesSlides/notesSlide10.xml" Id="R657a3ae74a3446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9b2ca096584903" /><Relationship Type="http://schemas.openxmlformats.org/officeDocument/2006/relationships/image" Target="/ppt/media/image3.jpeg" Id="R79f5dbe9b4174221" /><Relationship Type="http://schemas.openxmlformats.org/officeDocument/2006/relationships/image" Target="/ppt/media/image.png" Id="R2a0d0057d8d74411" /><Relationship Type="http://schemas.openxmlformats.org/officeDocument/2006/relationships/notesSlide" Target="/ppt/notesSlides/notesSlide11.xml" Id="Rec48098143044e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393ca9700841bd" /><Relationship Type="http://schemas.openxmlformats.org/officeDocument/2006/relationships/image" Target="/ppt/media/image3.jpeg" Id="Rf55509a7634b4929" /><Relationship Type="http://schemas.openxmlformats.org/officeDocument/2006/relationships/image" Target="/ppt/media/image.png" Id="Rf6cf2ce7b98b4fc2" /><Relationship Type="http://schemas.openxmlformats.org/officeDocument/2006/relationships/notesSlide" Target="/ppt/notesSlides/notesSlide12.xml" Id="R908bc39b432c49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52c4824ab9044b9" /><Relationship Type="http://schemas.openxmlformats.org/officeDocument/2006/relationships/image" Target="/ppt/media/image3.jpeg" Id="R132d5a6901a94d3e" /><Relationship Type="http://schemas.openxmlformats.org/officeDocument/2006/relationships/image" Target="/ppt/media/image.png" Id="Rb81695c519584aaf" /><Relationship Type="http://schemas.openxmlformats.org/officeDocument/2006/relationships/image" Target="/ppt/media/image3.png" Id="R4bffc32c3f8143b6" /><Relationship Type="http://schemas.openxmlformats.org/officeDocument/2006/relationships/image" Target="/ppt/media/image7.png" Id="Rf57aac7530004215" /><Relationship Type="http://schemas.openxmlformats.org/officeDocument/2006/relationships/notesSlide" Target="/ppt/notesSlides/notesSlide13.xml" Id="R7c9b9b5fc3154b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09e1a41e11a4193" /><Relationship Type="http://schemas.openxmlformats.org/officeDocument/2006/relationships/image" Target="/ppt/media/image3.jpeg" Id="R2efaa4fd5f19420e" /><Relationship Type="http://schemas.openxmlformats.org/officeDocument/2006/relationships/image" Target="/ppt/media/image.png" Id="R279d85e8e6ca4632" /><Relationship Type="http://schemas.openxmlformats.org/officeDocument/2006/relationships/image" Target="/ppt/media/image8.png" Id="R835d3e4997f54bbf" /><Relationship Type="http://schemas.openxmlformats.org/officeDocument/2006/relationships/notesSlide" Target="/ppt/notesSlides/notesSlide14.xml" Id="Rfb7087717b2446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cb5a19a2ffe46f3" /><Relationship Type="http://schemas.openxmlformats.org/officeDocument/2006/relationships/image" Target="/ppt/media/image3.jpeg" Id="Rfe8fdb4f14964855" /><Relationship Type="http://schemas.openxmlformats.org/officeDocument/2006/relationships/image" Target="/ppt/media/image.png" Id="R150939e1e84e4367" /><Relationship Type="http://schemas.openxmlformats.org/officeDocument/2006/relationships/notesSlide" Target="/ppt/notesSlides/notesSlide15.xml" Id="R8ff2748a231545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885f7ca4f3244da" /><Relationship Type="http://schemas.openxmlformats.org/officeDocument/2006/relationships/image" Target="/ppt/media/image3.jpeg" Id="R6f20132400074175" /><Relationship Type="http://schemas.openxmlformats.org/officeDocument/2006/relationships/image" Target="/ppt/media/image.png" Id="R26e2679aa2c54755" /><Relationship Type="http://schemas.openxmlformats.org/officeDocument/2006/relationships/notesSlide" Target="/ppt/notesSlides/notesSlide16.xml" Id="R29bc14018ff340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f18a453a67c4e6d" /><Relationship Type="http://schemas.openxmlformats.org/officeDocument/2006/relationships/image" Target="/ppt/media/image3.jpeg" Id="Rb9c85802aaa741eb" /><Relationship Type="http://schemas.openxmlformats.org/officeDocument/2006/relationships/image" Target="/ppt/media/image.png" Id="Rea8e486719714a43" /><Relationship Type="http://schemas.openxmlformats.org/officeDocument/2006/relationships/notesSlide" Target="/ppt/notesSlides/notesSlide17.xml" Id="R428e23cd55cc43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f858b6740284bd1" /><Relationship Type="http://schemas.openxmlformats.org/officeDocument/2006/relationships/image" Target="/ppt/media/image3.jpeg" Id="Rb133d19024904d6a" /><Relationship Type="http://schemas.openxmlformats.org/officeDocument/2006/relationships/image" Target="/ppt/media/image.png" Id="Rcc646802b3464bbb" /><Relationship Type="http://schemas.openxmlformats.org/officeDocument/2006/relationships/notesSlide" Target="/ppt/notesSlides/notesSlide18.xml" Id="R6766b3d830c34e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fc2cbcdd6e94fe1" /><Relationship Type="http://schemas.openxmlformats.org/officeDocument/2006/relationships/image" Target="/ppt/media/image3.jpeg" Id="Re14f822812334c9a" /><Relationship Type="http://schemas.openxmlformats.org/officeDocument/2006/relationships/image" Target="/ppt/media/image.png" Id="R7b83aab5305a4b78" /><Relationship Type="http://schemas.openxmlformats.org/officeDocument/2006/relationships/image" Target="/ppt/media/image3.png" Id="Rc38c25d9f46047d1" /><Relationship Type="http://schemas.openxmlformats.org/officeDocument/2006/relationships/image" Target="/ppt/media/image9.png" Id="Rc938d4839fc842fe" /><Relationship Type="http://schemas.openxmlformats.org/officeDocument/2006/relationships/notesSlide" Target="/ppt/notesSlides/notesSlide19.xml" Id="Rae4cd68052ff4e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695f66ce10414d" /><Relationship Type="http://schemas.openxmlformats.org/officeDocument/2006/relationships/image" Target="/ppt/media/image3.jpeg" Id="R31d1cd28c1504ee9" /><Relationship Type="http://schemas.openxmlformats.org/officeDocument/2006/relationships/image" Target="/ppt/media/image.png" Id="R71887d9aa4144d3f" /><Relationship Type="http://schemas.openxmlformats.org/officeDocument/2006/relationships/notesSlide" Target="/ppt/notesSlides/notesSlide20.xml" Id="R57a5cbc2b4fe4fd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399a720d64497b" /><Relationship Type="http://schemas.openxmlformats.org/officeDocument/2006/relationships/image" Target="/ppt/media/image3.jpeg" Id="R4d02f28ca26d49e6" /><Relationship Type="http://schemas.openxmlformats.org/officeDocument/2006/relationships/image" Target="/ppt/media/image.png" Id="Rddace2c178594cf7" /><Relationship Type="http://schemas.openxmlformats.org/officeDocument/2006/relationships/chart" Target="/ppt/slides/charts/chart1.xml" Id="R2f939ca6a3a94d72" /><Relationship Type="http://schemas.openxmlformats.org/officeDocument/2006/relationships/notesSlide" Target="/ppt/notesSlides/notesSlide21.xml" Id="Re45ebe4be69140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ec2eaae6a940e8" /><Relationship Type="http://schemas.openxmlformats.org/officeDocument/2006/relationships/image" Target="/ppt/media/image3.jpeg" Id="Rf53a3167a4194b45" /><Relationship Type="http://schemas.openxmlformats.org/officeDocument/2006/relationships/image" Target="/ppt/media/image.png" Id="R0f45b7ecb3d3498c" /><Relationship Type="http://schemas.openxmlformats.org/officeDocument/2006/relationships/image" Target="/ppt/media/image10.png" Id="R3f3a990b52dd47e3" /><Relationship Type="http://schemas.openxmlformats.org/officeDocument/2006/relationships/image" Target="/ppt/media/image11.png" Id="Rf8eaee10948240fb" /><Relationship Type="http://schemas.openxmlformats.org/officeDocument/2006/relationships/notesSlide" Target="/ppt/notesSlides/notesSlide22.xml" Id="R9c9b6f379bf74a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cda866fb77e4d41" /><Relationship Type="http://schemas.openxmlformats.org/officeDocument/2006/relationships/image" Target="/ppt/media/image3.jpeg" Id="R8ef80b68c54b4031" /><Relationship Type="http://schemas.openxmlformats.org/officeDocument/2006/relationships/image" Target="/ppt/media/image.png" Id="R92d150f146ca48dc" /><Relationship Type="http://schemas.openxmlformats.org/officeDocument/2006/relationships/image" Target="/ppt/media/image3.png" Id="R60759a43857a49ae" /><Relationship Type="http://schemas.openxmlformats.org/officeDocument/2006/relationships/image" Target="/ppt/media/image12.png" Id="R6cdd177f88ee4972" /><Relationship Type="http://schemas.openxmlformats.org/officeDocument/2006/relationships/notesSlide" Target="/ppt/notesSlides/notesSlide23.xml" Id="R1ef529e8e6ef479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c35d6769ea2421e" /><Relationship Type="http://schemas.openxmlformats.org/officeDocument/2006/relationships/image" Target="/ppt/media/image3.jpeg" Id="R6c0b8c1d989b4f7a" /><Relationship Type="http://schemas.openxmlformats.org/officeDocument/2006/relationships/image" Target="/ppt/media/image.png" Id="R8addd9a64af44453" /><Relationship Type="http://schemas.openxmlformats.org/officeDocument/2006/relationships/notesSlide" Target="/ppt/notesSlides/notesSlide24.xml" Id="Rb864b3c0aa9b49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ed0b9a3ca534fd4" /><Relationship Type="http://schemas.openxmlformats.org/officeDocument/2006/relationships/image" Target="/ppt/media/image3.jpeg" Id="Rc4b8a215afcc46ef" /><Relationship Type="http://schemas.openxmlformats.org/officeDocument/2006/relationships/image" Target="/ppt/media/image.png" Id="Rc9ad896a68e243f1" /><Relationship Type="http://schemas.openxmlformats.org/officeDocument/2006/relationships/notesSlide" Target="/ppt/notesSlides/notesSlide25.xml" Id="R8abefac9afe84e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145e4c72d754454" /><Relationship Type="http://schemas.openxmlformats.org/officeDocument/2006/relationships/image" Target="/ppt/media/image3.jpeg" Id="R7f88cc7c480a42f9" /><Relationship Type="http://schemas.openxmlformats.org/officeDocument/2006/relationships/image" Target="/ppt/media/image.png" Id="Rf6672ab8f67c430e" /><Relationship Type="http://schemas.openxmlformats.org/officeDocument/2006/relationships/notesSlide" Target="/ppt/notesSlides/notesSlide26.xml" Id="Rf0c5308816654f5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3981237869d4791" /><Relationship Type="http://schemas.openxmlformats.org/officeDocument/2006/relationships/image" Target="/ppt/media/image3.jpeg" Id="Raaae96319d5b4222" /><Relationship Type="http://schemas.openxmlformats.org/officeDocument/2006/relationships/image" Target="/ppt/media/image.png" Id="R54404feafd4142a8" /><Relationship Type="http://schemas.openxmlformats.org/officeDocument/2006/relationships/notesSlide" Target="/ppt/notesSlides/notesSlide27.xml" Id="Rf6f986ab37374f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c0f5509cce8405f" /><Relationship Type="http://schemas.openxmlformats.org/officeDocument/2006/relationships/image" Target="/ppt/media/image3.jpeg" Id="R4976cd60397b4805" /><Relationship Type="http://schemas.openxmlformats.org/officeDocument/2006/relationships/image" Target="/ppt/media/image.png" Id="Ra5e2bf984154424c" /><Relationship Type="http://schemas.openxmlformats.org/officeDocument/2006/relationships/notesSlide" Target="/ppt/notesSlides/notesSlide28.xml" Id="Rc805cf3c7c12457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ef4ddb5d7d44652" /><Relationship Type="http://schemas.openxmlformats.org/officeDocument/2006/relationships/image" Target="/ppt/media/image3.jpeg" Id="R8164df0f34df47e4" /><Relationship Type="http://schemas.openxmlformats.org/officeDocument/2006/relationships/image" Target="/ppt/media/image.png" Id="R76e7751732d14bc4" /><Relationship Type="http://schemas.openxmlformats.org/officeDocument/2006/relationships/notesSlide" Target="/ppt/notesSlides/notesSlide29.xml" Id="Rcd4a94bb837f457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17ebcfb7aad49a8" /><Relationship Type="http://schemas.openxmlformats.org/officeDocument/2006/relationships/image" Target="/ppt/media/image3.jpeg" Id="R5455782c6f6e4e0a" /><Relationship Type="http://schemas.openxmlformats.org/officeDocument/2006/relationships/image" Target="/ppt/media/image.png" Id="R35664c4ae4904106" /><Relationship Type="http://schemas.openxmlformats.org/officeDocument/2006/relationships/image" Target="/ppt/media/image13.png" Id="Rf477dfa3c59a4e9e" /><Relationship Type="http://schemas.openxmlformats.org/officeDocument/2006/relationships/notesSlide" Target="/ppt/notesSlides/notesSlide30.xml" Id="R319c27e6e99e49c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445a61b0d16449de" /><Relationship Type="http://schemas.openxmlformats.org/officeDocument/2006/relationships/image" Target="/ppt/media/image3.jpeg" Id="Rbc1c7bd2af884d8c" /><Relationship Type="http://schemas.openxmlformats.org/officeDocument/2006/relationships/image" Target="/ppt/media/image.gif" Id="R74d34d76c8e14848" /><Relationship Type="http://schemas.openxmlformats.org/officeDocument/2006/relationships/image" Target="/ppt/media/image.png" Id="R00c8345d6b114143" /><Relationship Type="http://schemas.openxmlformats.org/officeDocument/2006/relationships/notesSlide" Target="/ppt/notesSlides/notesSlide31.xml" Id="R95e522fd1c5f4728"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2"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3419c4de4198424a">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7"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83f56fd849b44ad3">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75c1d8765b1406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19a02994f294ab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b="0" i="0">
                <a:solidFill>
                  <a:srgbClr val="17365D"/>
                </a:solidFill>
                <a:latin typeface="Arial"/>
                <a:ea typeface="Arial"/>
                <a:cs typeface="Arial"/>
              </a:defRPr>
            </a:pPr>
            <a:r>
              <a:rPr sz="825" b="0" i="0">
                <a:solidFill>
                  <a:srgbClr val="17365D"/>
                </a:solidFill>
                <a:latin typeface="Arial"/>
                <a:ea typeface="Arial"/>
                <a:cs typeface="Arial"/>
              </a:rPr>
              <a:t>25 September 2026</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8"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c8c25480032d4f7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19"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5f9fa9199754fd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20"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f0142f017ad74b9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22"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c8e2380e05d240d0">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23"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eacb55eae114fe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b4c92ea5a84c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c58b61b08084a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78cacf8e63c422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90acf24d826400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9c1dbeca8a4b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e54ce341d1419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1a723b2c18241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88"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1ae5de737a4c4d0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9"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c16a694de73149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0"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6cc6047f97504d9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92"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f0217f94a1cc4301">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9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0f6b823ab54e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e840c716f8490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3"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8d8217bfeca496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cf70b0a450c411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b="0" i="0">
                <a:solidFill>
                  <a:srgbClr val="17365D"/>
                </a:solidFill>
                <a:latin typeface="Arial"/>
                <a:ea typeface="Arial"/>
                <a:cs typeface="Arial"/>
              </a:defRPr>
            </a:pPr>
            <a:r>
              <a:rPr sz="825" b="0" i="0">
                <a:solidFill>
                  <a:srgbClr val="17365D"/>
                </a:solidFill>
                <a:latin typeface="Arial"/>
                <a:ea typeface="Arial"/>
                <a:cs typeface="Arial"/>
              </a:rPr>
              <a:t>25 September 2026</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2"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9f5dbe9b417422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a0d0057d8d744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3"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55509a7634b49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cf2ce7b98b4fc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8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132d5a6901a94d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b81695c519584a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4bffc32c3f8143b6">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8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f57aac7530004215">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9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faa4fd5f1942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9d85e8e6ca463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pic>
        <p:nvPicPr>
          <p:cNvPr id="231" name=""/>
          <p:cNvPicPr>
            <a:picLocks xmlns:a="http://schemas.openxmlformats.org/drawingml/2006/main" noChangeAspect="1"/>
          </p:cNvPicPr>
          <p:nvPr/>
        </p:nvPicPr>
        <p:blipFill>
          <a:blip xmlns:r="http://schemas.openxmlformats.org/officeDocument/2006/relationships" xmlns:a="http://schemas.openxmlformats.org/drawingml/2006/main" r:embed="R835d3e4997f54bbf"/>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e8fdb4f149648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50939e1e84e43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f201324000741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e2679aa2c5475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9c85802aaa741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a8e486719714a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33d19024904d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c646802b3464b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5"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506"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e14f822812334c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7"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7b83aab5305a4b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8"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c38c25d9f46047d1">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10"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c938d4839fc842fe">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11"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d1cd28c1504e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887d9aa4144d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02f28ca26d49e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dace2c178594c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5"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6"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2f939ca6a3a94d72"/>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53a3167a4194b4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f45b7ecb3d349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3f3a990b52dd47e3"/>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f8eaee10948240fb"/>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43"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8ef80b68c54b403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92d150f146ca48d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60759a43857a49a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4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cdd177f88ee4972">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cxnSp>
        <p:nvCxnSpPr>
          <p:cNvPr id="54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c0b8c1d989b4f7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addd9a64af4445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4b8a215afcc46e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ad896a68e243f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f88cc7c480a42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672ab8f67c430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ae96319d5b422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4404feafd4142a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76cd60397b480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e2bf98415442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164df0f34df47e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6e7751732d14b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55782c6f6e4e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5664c4ae49041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pic>
        <p:nvPicPr>
          <p:cNvPr id="227"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f477dfa3c59a4e9e">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8"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bc1c7bd2af884d8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3971"/>
          </a:bodyPr>
          <a:lstStyle xmlns:a="http://schemas.openxmlformats.org/drawingml/2006/main"/>
          <a:p xmlns:a="http://schemas.openxmlformats.org/drawingml/2006/main">
            <a:pPr marL="0" lvl="0" indent="0" algn="l">
              <a:lnSpc>
                <a:spcPct val="100000"/>
              </a:lnSpc>
              <a:spcBef>
                <a:spcPts val="0"/>
              </a:spcBef>
              <a:spcAft>
                <a:spcPts val="0"/>
              </a:spcAft>
              <a:buSzPts val="1400"/>
              <a:buNone/>
              <a:defRPr sz="825">
                <a:solidFill>
                  <a:srgbClr val="17365D"/>
                </a:solidFill>
                <a:latin typeface="Arial"/>
                <a:ea typeface="Arial"/>
                <a:cs typeface="Arial"/>
              </a:defRPr>
            </a:pPr>
            <a:r>
              <a:rPr sz="825" b="1">
                <a:solidFill>
                  <a:srgbClr val="17365D"/>
                </a:solidFill>
                <a:latin typeface="Arial"/>
                <a:ea typeface="Arial"/>
                <a:cs typeface="Arial"/>
              </a:rPr>
              <a:t>25 September 2026</a:t>
            </a:r>
            <a:endParaRPr b="1">
              <a:solidFill>
                <a:srgbClr val="002060"/>
              </a:solidFill>
              <a:latin typeface="Arial"/>
              <a:ea typeface="Arial"/>
              <a:cs typeface="Arial"/>
            </a:endParaRPr>
          </a:p>
        </p:txBody>
      </p:sp>
      <p:pic>
        <p:nvPicPr>
          <p:cNvPr id="610"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74d34d76c8e14848">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0c8345d6b1141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2026-09-24T00:39:20.1380000Z</dcterms:created>
  <dcterms:modified xsi:type="dcterms:W3CDTF">2026-09-24T00:39:20.1380000Z</dcterms:modified>
</coreProperties>
</file>