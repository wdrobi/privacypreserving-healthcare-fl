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85661acc4f4207" /><Relationship Type="http://schemas.openxmlformats.org/officeDocument/2006/relationships/extended-properties" Target="/docProps/app.xml" Id="R146cf7e73e0146c1" /><Relationship Type="http://schemas.openxmlformats.org/officeDocument/2006/relationships/officeDocument" Target="/ppt/presentation.xml" Id="R6610c3ec5ee94ccc" /></Relationships>
</file>

<file path=ppt/presentation.xml><?xml version="1.0" encoding="utf-8"?>
<p:presentation xmlns:p="http://schemas.openxmlformats.org/presentationml/2006/main">
  <p:sldMasterIdLst>
    <p:sldMasterId xmlns:r="http://schemas.openxmlformats.org/officeDocument/2006/relationships" id="2147483648" r:id="Rd0f48c8681424dfe"/>
  </p:sldMasterIdLst>
  <p:notesMasterIdLst>
    <p:notesMasterId xmlns:r="http://schemas.openxmlformats.org/officeDocument/2006/relationships" r:id="Rd759488fd5dc4ab5"/>
  </p:notesMasterIdLst>
  <p:sldIdLst>
    <p:sldId xmlns:r="http://schemas.openxmlformats.org/officeDocument/2006/relationships" id="256" r:id="Ref6bb41ab65943ef"/>
    <p:sldId xmlns:r="http://schemas.openxmlformats.org/officeDocument/2006/relationships" id="257" r:id="R337d087e5a29478f"/>
    <p:sldId xmlns:r="http://schemas.openxmlformats.org/officeDocument/2006/relationships" id="258" r:id="Rf49069a0add343ac"/>
    <p:sldId xmlns:r="http://schemas.openxmlformats.org/officeDocument/2006/relationships" id="259" r:id="R84db59e4e4f44ec0"/>
    <p:sldId xmlns:r="http://schemas.openxmlformats.org/officeDocument/2006/relationships" id="260" r:id="Reff7c0a721d84ff6"/>
    <p:sldId xmlns:r="http://schemas.openxmlformats.org/officeDocument/2006/relationships" id="261" r:id="R52438794c9c548c3"/>
    <p:sldId xmlns:r="http://schemas.openxmlformats.org/officeDocument/2006/relationships" id="262" r:id="R53891420517143ee"/>
    <p:sldId xmlns:r="http://schemas.openxmlformats.org/officeDocument/2006/relationships" id="263" r:id="Rc08910f9937341a6"/>
    <p:sldId xmlns:r="http://schemas.openxmlformats.org/officeDocument/2006/relationships" id="264" r:id="R3709f3845fc144a7"/>
    <p:sldId xmlns:r="http://schemas.openxmlformats.org/officeDocument/2006/relationships" id="265" r:id="R46ca3215bca949f9"/>
    <p:sldId xmlns:r="http://schemas.openxmlformats.org/officeDocument/2006/relationships" id="266" r:id="R7aa361202b6a47b0"/>
    <p:sldId xmlns:r="http://schemas.openxmlformats.org/officeDocument/2006/relationships" id="267" r:id="R79d84a4be7f14abf"/>
    <p:sldId xmlns:r="http://schemas.openxmlformats.org/officeDocument/2006/relationships" id="268" r:id="R4a34c878a70b4d2f"/>
    <p:sldId xmlns:r="http://schemas.openxmlformats.org/officeDocument/2006/relationships" id="269" r:id="R9a5c3a5682a94247"/>
    <p:sldId xmlns:r="http://schemas.openxmlformats.org/officeDocument/2006/relationships" id="270" r:id="R567b6512ff624acc"/>
    <p:sldId xmlns:r="http://schemas.openxmlformats.org/officeDocument/2006/relationships" id="271" r:id="R56465bb7cbd947c9"/>
    <p:sldId xmlns:r="http://schemas.openxmlformats.org/officeDocument/2006/relationships" id="272" r:id="R5ac27c97053f4c0d"/>
    <p:sldId xmlns:r="http://schemas.openxmlformats.org/officeDocument/2006/relationships" id="273" r:id="R3ea2986179224239"/>
    <p:sldId xmlns:r="http://schemas.openxmlformats.org/officeDocument/2006/relationships" id="274" r:id="R7032a94afbc14e98"/>
    <p:sldId xmlns:r="http://schemas.openxmlformats.org/officeDocument/2006/relationships" id="275" r:id="R6eb6715b501f43d4"/>
    <p:sldId xmlns:r="http://schemas.openxmlformats.org/officeDocument/2006/relationships" id="276" r:id="R8060aeb1dbba4630"/>
    <p:sldId xmlns:r="http://schemas.openxmlformats.org/officeDocument/2006/relationships" id="277" r:id="Recba0278eb4c4550"/>
    <p:sldId xmlns:r="http://schemas.openxmlformats.org/officeDocument/2006/relationships" id="278" r:id="R7d42cc912bee422c"/>
    <p:sldId xmlns:r="http://schemas.openxmlformats.org/officeDocument/2006/relationships" id="279" r:id="Rd533904cd26d47f8"/>
    <p:sldId xmlns:r="http://schemas.openxmlformats.org/officeDocument/2006/relationships" id="280" r:id="Rfc3b1caee72a4ab8"/>
    <p:sldId xmlns:r="http://schemas.openxmlformats.org/officeDocument/2006/relationships" id="281" r:id="R58115adadd0442e3"/>
    <p:sldId xmlns:r="http://schemas.openxmlformats.org/officeDocument/2006/relationships" id="282" r:id="R09b40f5ec2da426b"/>
    <p:sldId xmlns:r="http://schemas.openxmlformats.org/officeDocument/2006/relationships" id="283" r:id="R18d009bcb32b4a3b"/>
    <p:sldId xmlns:r="http://schemas.openxmlformats.org/officeDocument/2006/relationships" id="284" r:id="Rd9100bb2950b435a"/>
    <p:sldId xmlns:r="http://schemas.openxmlformats.org/officeDocument/2006/relationships" id="285" r:id="Rc8f35c5906ee4979"/>
    <p:sldId xmlns:r="http://schemas.openxmlformats.org/officeDocument/2006/relationships" id="286" r:id="R327688215a044a93"/>
    <p:sldId xmlns:r="http://schemas.openxmlformats.org/officeDocument/2006/relationships" id="287" r:id="Re0166e393c3d423b"/>
    <p:sldId xmlns:r="http://schemas.openxmlformats.org/officeDocument/2006/relationships" id="288" r:id="R157c389991ff4b26"/>
    <p:sldId xmlns:r="http://schemas.openxmlformats.org/officeDocument/2006/relationships" id="289" r:id="Re94e97d43d134d9a"/>
    <p:sldId xmlns:r="http://schemas.openxmlformats.org/officeDocument/2006/relationships" id="290" r:id="Rb13102e6f42b44b6"/>
    <p:sldId xmlns:r="http://schemas.openxmlformats.org/officeDocument/2006/relationships" id="291" r:id="R69ba4e9f08b84fd7"/>
    <p:sldId xmlns:r="http://schemas.openxmlformats.org/officeDocument/2006/relationships" id="292" r:id="Ra34dac97d3264fd2"/>
    <p:sldId xmlns:r="http://schemas.openxmlformats.org/officeDocument/2006/relationships" id="293" r:id="Rb66ff48865484a5c"/>
    <p:sldId xmlns:r="http://schemas.openxmlformats.org/officeDocument/2006/relationships" id="294" r:id="R375fe3e2dd7a47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c611f4a8afd4bbf" /><Relationship Type="http://schemas.openxmlformats.org/officeDocument/2006/relationships/slideMaster" Target="/ppt/slideMasters/slideMaster1.xml" Id="Rd0f48c8681424dfe" /><Relationship Type="http://schemas.openxmlformats.org/officeDocument/2006/relationships/notesMaster" Target="/ppt/notesMasters/notesMaster1.xml" Id="Rd759488fd5dc4ab5" /><Relationship Type="http://schemas.openxmlformats.org/officeDocument/2006/relationships/presProps" Target="/ppt/presProps.xml" Id="Re3428d477ab04d75" /><Relationship Type="http://schemas.openxmlformats.org/officeDocument/2006/relationships/viewProps" Target="/ppt/viewProps.xml" Id="R5bdbbec82ad8447a" /><Relationship Type="http://schemas.openxmlformats.org/officeDocument/2006/relationships/tableStyles" Target="/ppt/tableStyles.xml" Id="R7f489c2a848d4657" /><Relationship Type="http://schemas.openxmlformats.org/officeDocument/2006/relationships/slide" Target="/ppt/slides/slide1.xml" Id="Ref6bb41ab65943ef" /><Relationship Type="http://schemas.openxmlformats.org/officeDocument/2006/relationships/slide" Target="/ppt/slides/slide2.xml" Id="R337d087e5a29478f" /><Relationship Type="http://schemas.openxmlformats.org/officeDocument/2006/relationships/slide" Target="/ppt/slides/slide3.xml" Id="Rf49069a0add343ac" /><Relationship Type="http://schemas.openxmlformats.org/officeDocument/2006/relationships/slide" Target="/ppt/slides/slide4.xml" Id="R84db59e4e4f44ec0" /><Relationship Type="http://schemas.openxmlformats.org/officeDocument/2006/relationships/slide" Target="/ppt/slides/slide5.xml" Id="Reff7c0a721d84ff6" /><Relationship Type="http://schemas.openxmlformats.org/officeDocument/2006/relationships/slide" Target="/ppt/slides/slide6.xml" Id="R52438794c9c548c3" /><Relationship Type="http://schemas.openxmlformats.org/officeDocument/2006/relationships/slide" Target="/ppt/slides/slide7.xml" Id="R53891420517143ee" /><Relationship Type="http://schemas.openxmlformats.org/officeDocument/2006/relationships/slide" Target="/ppt/slides/slide8.xml" Id="Rc08910f9937341a6" /><Relationship Type="http://schemas.openxmlformats.org/officeDocument/2006/relationships/slide" Target="/ppt/slides/slide9.xml" Id="R3709f3845fc144a7" /><Relationship Type="http://schemas.openxmlformats.org/officeDocument/2006/relationships/slide" Target="/ppt/slides/slide10.xml" Id="R46ca3215bca949f9" /><Relationship Type="http://schemas.openxmlformats.org/officeDocument/2006/relationships/slide" Target="/ppt/slides/slide11.xml" Id="R7aa361202b6a47b0" /><Relationship Type="http://schemas.openxmlformats.org/officeDocument/2006/relationships/slide" Target="/ppt/slides/slide12.xml" Id="R79d84a4be7f14abf" /><Relationship Type="http://schemas.openxmlformats.org/officeDocument/2006/relationships/slide" Target="/ppt/slides/slide13.xml" Id="R4a34c878a70b4d2f" /><Relationship Type="http://schemas.openxmlformats.org/officeDocument/2006/relationships/slide" Target="/ppt/slides/slide14.xml" Id="R9a5c3a5682a94247" /><Relationship Type="http://schemas.openxmlformats.org/officeDocument/2006/relationships/slide" Target="/ppt/slides/slide15.xml" Id="R567b6512ff624acc" /><Relationship Type="http://schemas.openxmlformats.org/officeDocument/2006/relationships/slide" Target="/ppt/slides/slide16.xml" Id="R56465bb7cbd947c9" /><Relationship Type="http://schemas.openxmlformats.org/officeDocument/2006/relationships/slide" Target="/ppt/slides/slide17.xml" Id="R5ac27c97053f4c0d" /><Relationship Type="http://schemas.openxmlformats.org/officeDocument/2006/relationships/slide" Target="/ppt/slides/slide18.xml" Id="R3ea2986179224239" /><Relationship Type="http://schemas.openxmlformats.org/officeDocument/2006/relationships/slide" Target="/ppt/slides/slide19.xml" Id="R7032a94afbc14e98" /><Relationship Type="http://schemas.openxmlformats.org/officeDocument/2006/relationships/slide" Target="/ppt/slides/slide20.xml" Id="R6eb6715b501f43d4" /><Relationship Type="http://schemas.openxmlformats.org/officeDocument/2006/relationships/slide" Target="/ppt/slides/slide21.xml" Id="R8060aeb1dbba4630" /><Relationship Type="http://schemas.openxmlformats.org/officeDocument/2006/relationships/slide" Target="/ppt/slides/slide22.xml" Id="Recba0278eb4c4550" /><Relationship Type="http://schemas.openxmlformats.org/officeDocument/2006/relationships/slide" Target="/ppt/slides/slide23.xml" Id="R7d42cc912bee422c" /><Relationship Type="http://schemas.openxmlformats.org/officeDocument/2006/relationships/slide" Target="/ppt/slides/slide24.xml" Id="Rd533904cd26d47f8" /><Relationship Type="http://schemas.openxmlformats.org/officeDocument/2006/relationships/slide" Target="/ppt/slides/slide25.xml" Id="Rfc3b1caee72a4ab8" /><Relationship Type="http://schemas.openxmlformats.org/officeDocument/2006/relationships/slide" Target="/ppt/slides/slide26.xml" Id="R58115adadd0442e3" /><Relationship Type="http://schemas.openxmlformats.org/officeDocument/2006/relationships/slide" Target="/ppt/slides/slide27.xml" Id="R09b40f5ec2da426b" /><Relationship Type="http://schemas.openxmlformats.org/officeDocument/2006/relationships/slide" Target="/ppt/slides/slide28.xml" Id="R18d009bcb32b4a3b" /><Relationship Type="http://schemas.openxmlformats.org/officeDocument/2006/relationships/slide" Target="/ppt/slides/slide29.xml" Id="Rd9100bb2950b435a" /><Relationship Type="http://schemas.openxmlformats.org/officeDocument/2006/relationships/slide" Target="/ppt/slides/slide30.xml" Id="Rc8f35c5906ee4979" /><Relationship Type="http://schemas.openxmlformats.org/officeDocument/2006/relationships/slide" Target="/ppt/slides/slide31.xml" Id="R327688215a044a93" /><Relationship Type="http://schemas.openxmlformats.org/officeDocument/2006/relationships/slide" Target="/ppt/slides/slide32.xml" Id="Re0166e393c3d423b" /><Relationship Type="http://schemas.openxmlformats.org/officeDocument/2006/relationships/slide" Target="/ppt/slides/slide33.xml" Id="R157c389991ff4b26" /><Relationship Type="http://schemas.openxmlformats.org/officeDocument/2006/relationships/slide" Target="/ppt/slides/slide34.xml" Id="Re94e97d43d134d9a" /><Relationship Type="http://schemas.openxmlformats.org/officeDocument/2006/relationships/slide" Target="/ppt/slides/slide35.xml" Id="Rb13102e6f42b44b6" /><Relationship Type="http://schemas.openxmlformats.org/officeDocument/2006/relationships/slide" Target="/ppt/slides/slide36.xml" Id="R69ba4e9f08b84fd7" /><Relationship Type="http://schemas.openxmlformats.org/officeDocument/2006/relationships/slide" Target="/ppt/slides/slide37.xml" Id="Ra34dac97d3264fd2" /><Relationship Type="http://schemas.openxmlformats.org/officeDocument/2006/relationships/slide" Target="/ppt/slides/slide38.xml" Id="Rb66ff48865484a5c" /><Relationship Type="http://schemas.openxmlformats.org/officeDocument/2006/relationships/slide" Target="/ppt/slides/slide39.xml" Id="R375fe3e2dd7a47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dbca9533a04f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37f2f09dd945cb" /><Relationship Type="http://schemas.openxmlformats.org/officeDocument/2006/relationships/notesMaster" Target="/ppt/notesMasters/notesMaster1.xml" Id="R108a2637a8f149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f40a34790f475d" /><Relationship Type="http://schemas.openxmlformats.org/officeDocument/2006/relationships/notesMaster" Target="/ppt/notesMasters/notesMaster1.xml" Id="R3138d2fe0a984a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a2b07ddae34a09" /><Relationship Type="http://schemas.openxmlformats.org/officeDocument/2006/relationships/notesMaster" Target="/ppt/notesMasters/notesMaster1.xml" Id="Raca86566f4b445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713be479b441b7" /><Relationship Type="http://schemas.openxmlformats.org/officeDocument/2006/relationships/notesMaster" Target="/ppt/notesMasters/notesMaster1.xml" Id="R9a795dfdcac041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a741a4a9db4a8b" /><Relationship Type="http://schemas.openxmlformats.org/officeDocument/2006/relationships/notesMaster" Target="/ppt/notesMasters/notesMaster1.xml" Id="R55c2488b35984b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47e5b6fc4b4994" /><Relationship Type="http://schemas.openxmlformats.org/officeDocument/2006/relationships/notesMaster" Target="/ppt/notesMasters/notesMaster1.xml" Id="Rd6159ffd545e42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08dee2049b44e0" /><Relationship Type="http://schemas.openxmlformats.org/officeDocument/2006/relationships/notesMaster" Target="/ppt/notesMasters/notesMaster1.xml" Id="Ra2f8595441ef47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9971dbf7f84208" /><Relationship Type="http://schemas.openxmlformats.org/officeDocument/2006/relationships/notesMaster" Target="/ppt/notesMasters/notesMaster1.xml" Id="Re09c62f3cfc240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e2e6ca207a473a" /><Relationship Type="http://schemas.openxmlformats.org/officeDocument/2006/relationships/notesMaster" Target="/ppt/notesMasters/notesMaster1.xml" Id="R3ad874c2b4f64a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d0adf798d94edd" /><Relationship Type="http://schemas.openxmlformats.org/officeDocument/2006/relationships/notesMaster" Target="/ppt/notesMasters/notesMaster1.xml" Id="R7f826b02b19942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d8b9ede5f84539" /><Relationship Type="http://schemas.openxmlformats.org/officeDocument/2006/relationships/notesMaster" Target="/ppt/notesMasters/notesMaster1.xml" Id="R29378068ee8940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7227dfccd6c4563" /><Relationship Type="http://schemas.openxmlformats.org/officeDocument/2006/relationships/notesMaster" Target="/ppt/notesMasters/notesMaster1.xml" Id="Rc5df72ed26a641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e7a28acb6f543fc" /><Relationship Type="http://schemas.openxmlformats.org/officeDocument/2006/relationships/notesMaster" Target="/ppt/notesMasters/notesMaster1.xml" Id="Rab2cd4e383d446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caec98e46441ff" /><Relationship Type="http://schemas.openxmlformats.org/officeDocument/2006/relationships/notesMaster" Target="/ppt/notesMasters/notesMaster1.xml" Id="Rf6758eac52284d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d82023fa6614846" /><Relationship Type="http://schemas.openxmlformats.org/officeDocument/2006/relationships/notesMaster" Target="/ppt/notesMasters/notesMaster1.xml" Id="R72f6f75d92cb41f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27b62b41f924a09" /><Relationship Type="http://schemas.openxmlformats.org/officeDocument/2006/relationships/notesMaster" Target="/ppt/notesMasters/notesMaster1.xml" Id="Rced762954f9c41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6001626c144c66" /><Relationship Type="http://schemas.openxmlformats.org/officeDocument/2006/relationships/notesMaster" Target="/ppt/notesMasters/notesMaster1.xml" Id="R24673ed9b21d4c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b1ed7633c1943f4" /><Relationship Type="http://schemas.openxmlformats.org/officeDocument/2006/relationships/notesMaster" Target="/ppt/notesMasters/notesMaster1.xml" Id="Ra6f976730a7645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06820a8b8ad42b6" /><Relationship Type="http://schemas.openxmlformats.org/officeDocument/2006/relationships/notesMaster" Target="/ppt/notesMasters/notesMaster1.xml" Id="R4924754499224b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2d8ccebe6f41b2" /><Relationship Type="http://schemas.openxmlformats.org/officeDocument/2006/relationships/notesMaster" Target="/ppt/notesMasters/notesMaster1.xml" Id="R9acdbaebc9ee44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13ec320623d4de8" /><Relationship Type="http://schemas.openxmlformats.org/officeDocument/2006/relationships/notesMaster" Target="/ppt/notesMasters/notesMaster1.xml" Id="R2e8ff977eb8442f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771af3d210f4d73" /><Relationship Type="http://schemas.openxmlformats.org/officeDocument/2006/relationships/notesMaster" Target="/ppt/notesMasters/notesMaster1.xml" Id="R93eae16b4e1e44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9b4bd20bbad4bdd" /><Relationship Type="http://schemas.openxmlformats.org/officeDocument/2006/relationships/notesMaster" Target="/ppt/notesMasters/notesMaster1.xml" Id="R57c4e4412a7d4d5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111e78dede24e66" /><Relationship Type="http://schemas.openxmlformats.org/officeDocument/2006/relationships/notesMaster" Target="/ppt/notesMasters/notesMaster1.xml" Id="Rf719363097464c0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06e4452fa21491e" /><Relationship Type="http://schemas.openxmlformats.org/officeDocument/2006/relationships/notesMaster" Target="/ppt/notesMasters/notesMaster1.xml" Id="R748f96f84e0c450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96b1bcb23c04d39" /><Relationship Type="http://schemas.openxmlformats.org/officeDocument/2006/relationships/notesMaster" Target="/ppt/notesMasters/notesMaster1.xml" Id="R626b6c638d294db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f958773b5a4fd9" /><Relationship Type="http://schemas.openxmlformats.org/officeDocument/2006/relationships/notesMaster" Target="/ppt/notesMasters/notesMaster1.xml" Id="Ra56f93bc619f449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0c313a818f4a4b" /><Relationship Type="http://schemas.openxmlformats.org/officeDocument/2006/relationships/notesMaster" Target="/ppt/notesMasters/notesMaster1.xml" Id="R1a775e84070c422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26e8e00f2d405f" /><Relationship Type="http://schemas.openxmlformats.org/officeDocument/2006/relationships/notesMaster" Target="/ppt/notesMasters/notesMaster1.xml" Id="R5326f93cdc8c462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f7902dc4c244b09" /><Relationship Type="http://schemas.openxmlformats.org/officeDocument/2006/relationships/notesMaster" Target="/ppt/notesMasters/notesMaster1.xml" Id="Rf09de1ec716c48b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e5dbaa5b8934915" /><Relationship Type="http://schemas.openxmlformats.org/officeDocument/2006/relationships/notesMaster" Target="/ppt/notesMasters/notesMaster1.xml" Id="R6aaf7aed7bba48e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209abe136e24b0b" /><Relationship Type="http://schemas.openxmlformats.org/officeDocument/2006/relationships/notesMaster" Target="/ppt/notesMasters/notesMaster1.xml" Id="R150c99db4a6948e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89958e3a5db4cca" /><Relationship Type="http://schemas.openxmlformats.org/officeDocument/2006/relationships/notesMaster" Target="/ppt/notesMasters/notesMaster1.xml" Id="R32318d3861b04aa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8ad75c274664089" /><Relationship Type="http://schemas.openxmlformats.org/officeDocument/2006/relationships/notesMaster" Target="/ppt/notesMasters/notesMaster1.xml" Id="Ra501fad357c742e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30cd960ae6e4724" /><Relationship Type="http://schemas.openxmlformats.org/officeDocument/2006/relationships/notesMaster" Target="/ppt/notesMasters/notesMaster1.xml" Id="Rd4209e9c059d4c2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2512ea95c874b91" /><Relationship Type="http://schemas.openxmlformats.org/officeDocument/2006/relationships/notesMaster" Target="/ppt/notesMasters/notesMaster1.xml" Id="R00023353b4964c0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8753a461e7a4bd7" /><Relationship Type="http://schemas.openxmlformats.org/officeDocument/2006/relationships/notesMaster" Target="/ppt/notesMasters/notesMaster1.xml" Id="R684b9592cc0a426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3c1f2c839ad471f" /><Relationship Type="http://schemas.openxmlformats.org/officeDocument/2006/relationships/notesMaster" Target="/ppt/notesMasters/notesMaster1.xml" Id="R000999c6b34a43f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6ad86270e054ffc" /><Relationship Type="http://schemas.openxmlformats.org/officeDocument/2006/relationships/notesMaster" Target="/ppt/notesMasters/notesMaster1.xml" Id="R22c30cf17e714f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conceptual framework links the research problem to the proposed intervention and the evaluation plan. Distributed hospital data, non-IID partitions, privacy threats, poisoning risk, and encrypted communication cost define the research context. The hybrid intervention combines record-level differential privacy, CAABC-FL block compression, CKKS-protected updates, and governance controls. These mechanisms support protected local training, authenticated update exchange, verified homomorphic aggregation, and threshold-governed release. The study evaluates predictive utility, privacy exposure, poisoning resilience, communication cost, and runtime overhead under the stated threat and trust assumptions.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32c49fb5f141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05f617deaa4f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aed44f7eda4e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068aef468341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6cfea2adc447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b4771369b041a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5bf1fad986b4eb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7e8977c49be4f2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30a5c1ba394446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c8c621cc69f4ff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2eca71fa9a54e17"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43"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35"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d6b9bebe9d46ea" /><Relationship Type="http://schemas.openxmlformats.org/officeDocument/2006/relationships/slideLayout" Target="/ppt/slideLayouts/slideLayout1.xml" Id="Recdd1b72fe7e48fe" /><Relationship Type="http://schemas.openxmlformats.org/officeDocument/2006/relationships/slideLayout" Target="/ppt/slideLayouts/slideLayout2.xml" Id="Ra73f3e888b7c4c22" /><Relationship Type="http://schemas.openxmlformats.org/officeDocument/2006/relationships/slideLayout" Target="/ppt/slideLayouts/slideLayout3.xml" Id="R06dda648c4a24703" /><Relationship Type="http://schemas.openxmlformats.org/officeDocument/2006/relationships/slideLayout" Target="/ppt/slideLayouts/slideLayout4.xml" Id="Rd643e4e30ad84c1d" /><Relationship Type="http://schemas.openxmlformats.org/officeDocument/2006/relationships/slideLayout" Target="/ppt/slideLayouts/slideLayout5.xml" Id="R7e16018c550545d5" /><Relationship Type="http://schemas.openxmlformats.org/officeDocument/2006/relationships/slideLayout" Target="/ppt/slideLayouts/slideLayout6.xml" Id="Rb6e83c82cdfa4613" /><Relationship Type="http://schemas.openxmlformats.org/officeDocument/2006/relationships/slideLayout" Target="/ppt/slideLayouts/slideLayout7.xml" Id="Ra4b4b92122c44501" /><Relationship Type="http://schemas.openxmlformats.org/officeDocument/2006/relationships/slideLayout" Target="/ppt/slideLayouts/slideLayout8.xml" Id="R117b5dc36f2c41a3" /><Relationship Type="http://schemas.openxmlformats.org/officeDocument/2006/relationships/slideLayout" Target="/ppt/slideLayouts/slideLayout9.xml" Id="Rc8b8be46fc1a49bb" /><Relationship Type="http://schemas.openxmlformats.org/officeDocument/2006/relationships/slideLayout" Target="/ppt/slideLayouts/slideLayout10.xml" Id="R7051b670ccc5433d" /><Relationship Type="http://schemas.openxmlformats.org/officeDocument/2006/relationships/slideLayout" Target="/ppt/slideLayouts/slideLayout11.xml" Id="R4872697e5dc748b2"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cdd1b72fe7e48fe"/>
    <p:sldLayoutId xmlns:r="http://schemas.openxmlformats.org/officeDocument/2006/relationships" id="2147483650" r:id="Ra73f3e888b7c4c22"/>
    <p:sldLayoutId xmlns:r="http://schemas.openxmlformats.org/officeDocument/2006/relationships" id="2147483651" r:id="R06dda648c4a24703"/>
    <p:sldLayoutId xmlns:r="http://schemas.openxmlformats.org/officeDocument/2006/relationships" id="2147483652" r:id="Rd643e4e30ad84c1d"/>
    <p:sldLayoutId xmlns:r="http://schemas.openxmlformats.org/officeDocument/2006/relationships" id="2147483653" r:id="R7e16018c550545d5"/>
    <p:sldLayoutId xmlns:r="http://schemas.openxmlformats.org/officeDocument/2006/relationships" id="2147483654" r:id="Rb6e83c82cdfa4613"/>
    <p:sldLayoutId xmlns:r="http://schemas.openxmlformats.org/officeDocument/2006/relationships" id="2147483655" r:id="Ra4b4b92122c44501"/>
    <p:sldLayoutId xmlns:r="http://schemas.openxmlformats.org/officeDocument/2006/relationships" id="2147483656" r:id="R117b5dc36f2c41a3"/>
    <p:sldLayoutId xmlns:r="http://schemas.openxmlformats.org/officeDocument/2006/relationships" id="2147483657" r:id="Rc8b8be46fc1a49bb"/>
    <p:sldLayoutId xmlns:r="http://schemas.openxmlformats.org/officeDocument/2006/relationships" id="2147483658" r:id="R7051b670ccc5433d"/>
    <p:sldLayoutId xmlns:r="http://schemas.openxmlformats.org/officeDocument/2006/relationships" id="2147483659" r:id="R4872697e5dc748b2"/>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37dbad10634096" /><Relationship Type="http://schemas.openxmlformats.org/officeDocument/2006/relationships/image" Target="/ppt/media/image.png" Id="Rd73b4df5f1814d27" /><Relationship Type="http://schemas.openxmlformats.org/officeDocument/2006/relationships/image" Target="/ppt/media/image2.png" Id="R809c63f882f440f0" /><Relationship Type="http://schemas.openxmlformats.org/officeDocument/2006/relationships/notesSlide" Target="/ppt/notesSlides/notesSlide1.xml" Id="Raabe2614c51745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b449088ae74b0d" /><Relationship Type="http://schemas.openxmlformats.org/officeDocument/2006/relationships/image" Target="/ppt/media/image.jpeg" Id="Rbb28d5d79a684816" /><Relationship Type="http://schemas.openxmlformats.org/officeDocument/2006/relationships/image" Target="/ppt/media/image2.png" Id="Rf5db9ec7671847f7" /><Relationship Type="http://schemas.openxmlformats.org/officeDocument/2006/relationships/notesSlide" Target="/ppt/notesSlides/notesSlide2.xml" Id="R015f7c47cd5e43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38f8894fb944141" /><Relationship Type="http://schemas.openxmlformats.org/officeDocument/2006/relationships/image" Target="/ppt/media/image.jpeg" Id="Rae0d776e4e014dae" /><Relationship Type="http://schemas.openxmlformats.org/officeDocument/2006/relationships/image" Target="/ppt/media/image2.png" Id="R467a5e08b0964123" /><Relationship Type="http://schemas.openxmlformats.org/officeDocument/2006/relationships/image" Target="/ppt/media/image3.png" Id="R4c42d09ad40d4b28" /><Relationship Type="http://schemas.openxmlformats.org/officeDocument/2006/relationships/image" Target="/ppt/media/image4.png" Id="Ra7979ab885414665" /><Relationship Type="http://schemas.openxmlformats.org/officeDocument/2006/relationships/notesSlide" Target="/ppt/notesSlides/notesSlide3.xml" Id="R3164dd5725984c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44e309c85f4bcb" /><Relationship Type="http://schemas.openxmlformats.org/officeDocument/2006/relationships/image" Target="/ppt/media/image.jpeg" Id="R70929d13c3e34342" /><Relationship Type="http://schemas.openxmlformats.org/officeDocument/2006/relationships/image" Target="/ppt/media/image2.png" Id="Ra9db6779cd9f42db" /><Relationship Type="http://schemas.openxmlformats.org/officeDocument/2006/relationships/image" Target="/ppt/media/image5.png" Id="R0f4cff639ffc40da" /><Relationship Type="http://schemas.openxmlformats.org/officeDocument/2006/relationships/notesSlide" Target="/ppt/notesSlides/notesSlide4.xml" Id="R224d28fd47344b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9cfc6dea8a4dd4" /><Relationship Type="http://schemas.openxmlformats.org/officeDocument/2006/relationships/image" Target="/ppt/media/image.jpeg" Id="R1946f77733464226" /><Relationship Type="http://schemas.openxmlformats.org/officeDocument/2006/relationships/image" Target="/ppt/media/image2.png" Id="R58843473de6241ec" /><Relationship Type="http://schemas.openxmlformats.org/officeDocument/2006/relationships/notesSlide" Target="/ppt/notesSlides/notesSlide5.xml" Id="R996671608de443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06f94b13fc4b66" /><Relationship Type="http://schemas.openxmlformats.org/officeDocument/2006/relationships/image" Target="/ppt/media/image.jpeg" Id="Rb56ee6828e274aec" /><Relationship Type="http://schemas.openxmlformats.org/officeDocument/2006/relationships/image" Target="/ppt/media/image2.png" Id="Rafce2f2f891643b3" /><Relationship Type="http://schemas.openxmlformats.org/officeDocument/2006/relationships/notesSlide" Target="/ppt/notesSlides/notesSlide6.xml" Id="Re41f318f07694c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dfc13a1bdc4b6e" /><Relationship Type="http://schemas.openxmlformats.org/officeDocument/2006/relationships/image" Target="/ppt/media/image.jpeg" Id="R2a6bdfc3db894187" /><Relationship Type="http://schemas.openxmlformats.org/officeDocument/2006/relationships/image" Target="/ppt/media/image2.png" Id="R79bf5efc93094bd2" /><Relationship Type="http://schemas.openxmlformats.org/officeDocument/2006/relationships/chart" Target="/ppt/slides/charts/chart1.xml" Id="Re3f9c64b596145a4" /><Relationship Type="http://schemas.openxmlformats.org/officeDocument/2006/relationships/notesSlide" Target="/ppt/notesSlides/notesSlide7.xml" Id="Rf8fa1613cde140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1e0fca307c4f56" /><Relationship Type="http://schemas.openxmlformats.org/officeDocument/2006/relationships/image" Target="/ppt/media/image.jpeg" Id="Ra5a1a4de7bdc4673" /><Relationship Type="http://schemas.openxmlformats.org/officeDocument/2006/relationships/image" Target="/ppt/media/image2.png" Id="R8c18003143dd4276" /><Relationship Type="http://schemas.openxmlformats.org/officeDocument/2006/relationships/notesSlide" Target="/ppt/notesSlides/notesSlide8.xml" Id="Re4b26dc818e24f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6977f182874583" /><Relationship Type="http://schemas.openxmlformats.org/officeDocument/2006/relationships/image" Target="/ppt/media/image.jpeg" Id="R62ad7c0ccc314213" /><Relationship Type="http://schemas.openxmlformats.org/officeDocument/2006/relationships/image" Target="/ppt/media/image2.png" Id="Reb3e222e742c49e6" /><Relationship Type="http://schemas.openxmlformats.org/officeDocument/2006/relationships/notesSlide" Target="/ppt/notesSlides/notesSlide9.xml" Id="Rad611bd075b749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5eb0ee2c9ee4b55" /><Relationship Type="http://schemas.openxmlformats.org/officeDocument/2006/relationships/image" Target="/ppt/media/image.jpeg" Id="Rba2c579178de4937" /><Relationship Type="http://schemas.openxmlformats.org/officeDocument/2006/relationships/image" Target="/ppt/media/image2.png" Id="R6320f55f2543436b" /><Relationship Type="http://schemas.openxmlformats.org/officeDocument/2006/relationships/image" Target="/ppt/media/image3.png" Id="R84d430d6a57344bc" /><Relationship Type="http://schemas.openxmlformats.org/officeDocument/2006/relationships/image" Target="/ppt/media/image6.png" Id="R57805a0d70c648e7" /><Relationship Type="http://schemas.openxmlformats.org/officeDocument/2006/relationships/notesSlide" Target="/ppt/notesSlides/notesSlide10.xml" Id="R6a0b0490d1674a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9b185b30c04a2e" /><Relationship Type="http://schemas.openxmlformats.org/officeDocument/2006/relationships/image" Target="/ppt/media/image.jpeg" Id="R9f0b888768da4ace" /><Relationship Type="http://schemas.openxmlformats.org/officeDocument/2006/relationships/image" Target="/ppt/media/image2.png" Id="Rdf22bc574e164838" /><Relationship Type="http://schemas.openxmlformats.org/officeDocument/2006/relationships/notesSlide" Target="/ppt/notesSlides/notesSlide11.xml" Id="R86931ea6d00a44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c9306655304dc5" /><Relationship Type="http://schemas.openxmlformats.org/officeDocument/2006/relationships/image" Target="/ppt/media/image.jpeg" Id="Rd39ef8a1079d447c" /><Relationship Type="http://schemas.openxmlformats.org/officeDocument/2006/relationships/image" Target="/ppt/media/image2.png" Id="R7309d34467e4413e" /><Relationship Type="http://schemas.openxmlformats.org/officeDocument/2006/relationships/notesSlide" Target="/ppt/notesSlides/notesSlide12.xml" Id="R48824a20e9084c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71cb8d0a954ea1" /><Relationship Type="http://schemas.openxmlformats.org/officeDocument/2006/relationships/image" Target="/ppt/media/image.jpeg" Id="R765fcd9de33942bd" /><Relationship Type="http://schemas.openxmlformats.org/officeDocument/2006/relationships/image" Target="/ppt/media/image2.png" Id="R0880d3869a674bae" /><Relationship Type="http://schemas.openxmlformats.org/officeDocument/2006/relationships/notesSlide" Target="/ppt/notesSlides/notesSlide13.xml" Id="Rba313df319ad42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19360f0b6fb4685" /><Relationship Type="http://schemas.openxmlformats.org/officeDocument/2006/relationships/image" Target="/ppt/media/image.jpeg" Id="R33aa9b363ea14db4" /><Relationship Type="http://schemas.openxmlformats.org/officeDocument/2006/relationships/image" Target="/ppt/media/image2.png" Id="R27ee08f83a7443aa" /><Relationship Type="http://schemas.openxmlformats.org/officeDocument/2006/relationships/notesSlide" Target="/ppt/notesSlides/notesSlide14.xml" Id="R7bf8c9a559dd47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c872c89fc3f49ef" /><Relationship Type="http://schemas.openxmlformats.org/officeDocument/2006/relationships/image" Target="/ppt/media/image.jpeg" Id="R640bd64191f14806" /><Relationship Type="http://schemas.openxmlformats.org/officeDocument/2006/relationships/image" Target="/ppt/media/image2.png" Id="R1a992065ebbd47c1" /><Relationship Type="http://schemas.openxmlformats.org/officeDocument/2006/relationships/notesSlide" Target="/ppt/notesSlides/notesSlide15.xml" Id="R5f0675586f1140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0960243b57434d" /><Relationship Type="http://schemas.openxmlformats.org/officeDocument/2006/relationships/image" Target="/ppt/media/image.jpeg" Id="R28fde04e549d49bd" /><Relationship Type="http://schemas.openxmlformats.org/officeDocument/2006/relationships/image" Target="/ppt/media/image2.png" Id="Rb4f9298413a7441c" /><Relationship Type="http://schemas.openxmlformats.org/officeDocument/2006/relationships/notesSlide" Target="/ppt/notesSlides/notesSlide16.xml" Id="R3db4accddc3045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f59c9b675dd4c62" /><Relationship Type="http://schemas.openxmlformats.org/officeDocument/2006/relationships/image" Target="/ppt/media/image.jpeg" Id="R8808888017be4b77" /><Relationship Type="http://schemas.openxmlformats.org/officeDocument/2006/relationships/image" Target="/ppt/media/image2.png" Id="Rc976a01459fa4bd3" /><Relationship Type="http://schemas.openxmlformats.org/officeDocument/2006/relationships/image" Target="/ppt/media/image3.png" Id="R5373e34363ca4ffe" /><Relationship Type="http://schemas.openxmlformats.org/officeDocument/2006/relationships/image" Target="/ppt/media/image7.png" Id="R25b1dc3cc877484f" /><Relationship Type="http://schemas.openxmlformats.org/officeDocument/2006/relationships/notesSlide" Target="/ppt/notesSlides/notesSlide17.xml" Id="R2280333af6f246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c9791fcd7f74cb3" /><Relationship Type="http://schemas.openxmlformats.org/officeDocument/2006/relationships/image" Target="/ppt/media/image.jpeg" Id="R8e5a6655a0f1487e" /><Relationship Type="http://schemas.openxmlformats.org/officeDocument/2006/relationships/image" Target="/ppt/media/image2.png" Id="R3973d44674ac4ab6" /><Relationship Type="http://schemas.openxmlformats.org/officeDocument/2006/relationships/image" Target="/ppt/media/image8.png" Id="R9d345b558f5d4479" /><Relationship Type="http://schemas.openxmlformats.org/officeDocument/2006/relationships/image" Target="/ppt/media/image9.png" Id="Rd04f3be963984f61" /><Relationship Type="http://schemas.openxmlformats.org/officeDocument/2006/relationships/notesSlide" Target="/ppt/notesSlides/notesSlide18.xml" Id="R5cc875a9d53149c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dd07bc76c404653" /><Relationship Type="http://schemas.openxmlformats.org/officeDocument/2006/relationships/image" Target="/ppt/media/image.jpeg" Id="R217da436519e4609" /><Relationship Type="http://schemas.openxmlformats.org/officeDocument/2006/relationships/image" Target="/ppt/media/image2.png" Id="R5f2a7dd7791f43c8" /><Relationship Type="http://schemas.openxmlformats.org/officeDocument/2006/relationships/image" Target="/ppt/media/image8.png" Id="R9240613189fd4cd6" /><Relationship Type="http://schemas.openxmlformats.org/officeDocument/2006/relationships/image" Target="/ppt/media/image10.png" Id="Re631ea09bde4481f" /><Relationship Type="http://schemas.openxmlformats.org/officeDocument/2006/relationships/notesSlide" Target="/ppt/notesSlides/notesSlide19.xml" Id="Rd3ecee1e97a0481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f101c71c1d48e7" /><Relationship Type="http://schemas.openxmlformats.org/officeDocument/2006/relationships/image" Target="/ppt/media/image.jpeg" Id="R10f18d0105bb413e" /><Relationship Type="http://schemas.openxmlformats.org/officeDocument/2006/relationships/image" Target="/ppt/media/image2.png" Id="R9cd0176a7c954539" /><Relationship Type="http://schemas.openxmlformats.org/officeDocument/2006/relationships/notesSlide" Target="/ppt/notesSlides/notesSlide20.xml" Id="R4b98745fc5da427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e0d4bc33bfc4f01" /><Relationship Type="http://schemas.openxmlformats.org/officeDocument/2006/relationships/image" Target="/ppt/media/image.jpeg" Id="Rb443d5dc11514bfb" /><Relationship Type="http://schemas.openxmlformats.org/officeDocument/2006/relationships/image" Target="/ppt/media/image2.png" Id="R85a8aa201a8742c0" /><Relationship Type="http://schemas.openxmlformats.org/officeDocument/2006/relationships/notesSlide" Target="/ppt/notesSlides/notesSlide21.xml" Id="R7fcb2da2c81d443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378ccdddee84833" /><Relationship Type="http://schemas.openxmlformats.org/officeDocument/2006/relationships/image" Target="/ppt/media/image.jpeg" Id="R29bf9d33d332460e" /><Relationship Type="http://schemas.openxmlformats.org/officeDocument/2006/relationships/image" Target="/ppt/media/image2.png" Id="R43f72aed656f4b86" /><Relationship Type="http://schemas.openxmlformats.org/officeDocument/2006/relationships/notesSlide" Target="/ppt/notesSlides/notesSlide22.xml" Id="Rf6dd898a90174d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1ddd8288b6c4442" /><Relationship Type="http://schemas.openxmlformats.org/officeDocument/2006/relationships/image" Target="/ppt/media/image.jpeg" Id="Rc80aa2fd2b884eb7" /><Relationship Type="http://schemas.openxmlformats.org/officeDocument/2006/relationships/image" Target="/ppt/media/image2.png" Id="Rddd997c4fae346b8" /><Relationship Type="http://schemas.openxmlformats.org/officeDocument/2006/relationships/notesSlide" Target="/ppt/notesSlides/notesSlide23.xml" Id="R26010d4f79644bc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1ad93fe14df4bb9" /><Relationship Type="http://schemas.openxmlformats.org/officeDocument/2006/relationships/image" Target="/ppt/media/image.jpeg" Id="Rca46bd1663494107" /><Relationship Type="http://schemas.openxmlformats.org/officeDocument/2006/relationships/image" Target="/ppt/media/image2.png" Id="Re4c844221e0f43ae" /><Relationship Type="http://schemas.openxmlformats.org/officeDocument/2006/relationships/notesSlide" Target="/ppt/notesSlides/notesSlide24.xml" Id="R58b083f52844409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7a936ccae3134b74" /><Relationship Type="http://schemas.openxmlformats.org/officeDocument/2006/relationships/image" Target="/ppt/media/image.jpeg" Id="R58a188f86999437d" /><Relationship Type="http://schemas.openxmlformats.org/officeDocument/2006/relationships/image" Target="/ppt/media/image2.png" Id="R6a73412a7bc64ac1" /><Relationship Type="http://schemas.openxmlformats.org/officeDocument/2006/relationships/image" Target="/ppt/media/image3.png" Id="Ra612596fbb894846" /><Relationship Type="http://schemas.openxmlformats.org/officeDocument/2006/relationships/image" Target="/ppt/media/image11.png" Id="R72a5e552ff00405c" /><Relationship Type="http://schemas.openxmlformats.org/officeDocument/2006/relationships/notesSlide" Target="/ppt/notesSlides/notesSlide25.xml" Id="Rf8ed07b3af7d4a3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b50eff737844034" /><Relationship Type="http://schemas.openxmlformats.org/officeDocument/2006/relationships/image" Target="/ppt/media/image.jpeg" Id="Rd70e264cedde4a78" /><Relationship Type="http://schemas.openxmlformats.org/officeDocument/2006/relationships/image" Target="/ppt/media/image2.png" Id="Rf4806c4da1074eff" /><Relationship Type="http://schemas.openxmlformats.org/officeDocument/2006/relationships/notesSlide" Target="/ppt/notesSlides/notesSlide26.xml" Id="R097a68038f36499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4fae2c54c054660" /><Relationship Type="http://schemas.openxmlformats.org/officeDocument/2006/relationships/image" Target="/ppt/media/image.jpeg" Id="R7c1afd75213f4d8f" /><Relationship Type="http://schemas.openxmlformats.org/officeDocument/2006/relationships/image" Target="/ppt/media/image2.png" Id="Rf08a7d271c3343c7" /><Relationship Type="http://schemas.openxmlformats.org/officeDocument/2006/relationships/chart" Target="/ppt/slides/charts/chart2.xml" Id="R3a6aea8830144158" /><Relationship Type="http://schemas.openxmlformats.org/officeDocument/2006/relationships/notesSlide" Target="/ppt/notesSlides/notesSlide27.xml" Id="R95de33f75090437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37c5cc1f455413c" /><Relationship Type="http://schemas.openxmlformats.org/officeDocument/2006/relationships/image" Target="/ppt/media/image.jpeg" Id="Rf0ac1158db7146fc" /><Relationship Type="http://schemas.openxmlformats.org/officeDocument/2006/relationships/image" Target="/ppt/media/image2.png" Id="Rdd8528654a1342ef" /><Relationship Type="http://schemas.openxmlformats.org/officeDocument/2006/relationships/image" Target="/ppt/media/image12.png" Id="R0f2205da9f524e70" /><Relationship Type="http://schemas.openxmlformats.org/officeDocument/2006/relationships/image" Target="/ppt/media/image13.png" Id="R61f359a8ed194932" /><Relationship Type="http://schemas.openxmlformats.org/officeDocument/2006/relationships/notesSlide" Target="/ppt/notesSlides/notesSlide28.xml" Id="R5b0e286c4ef9487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70f857640f44cb6" /><Relationship Type="http://schemas.openxmlformats.org/officeDocument/2006/relationships/image" Target="/ppt/media/image.jpeg" Id="Raae9f43d3f1a4bc0" /><Relationship Type="http://schemas.openxmlformats.org/officeDocument/2006/relationships/image" Target="/ppt/media/image2.png" Id="R4fe71dd5ee8d48e2" /><Relationship Type="http://schemas.openxmlformats.org/officeDocument/2006/relationships/image" Target="/ppt/media/image3.png" Id="R87a0d7d4cfe74e48" /><Relationship Type="http://schemas.openxmlformats.org/officeDocument/2006/relationships/image" Target="/ppt/media/image14.png" Id="Rc1940b8e6fa44e99" /><Relationship Type="http://schemas.openxmlformats.org/officeDocument/2006/relationships/notesSlide" Target="/ppt/notesSlides/notesSlide29.xml" Id="R989bfea169b2461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3eaebc02314410f" /><Relationship Type="http://schemas.openxmlformats.org/officeDocument/2006/relationships/image" Target="/ppt/media/image.jpeg" Id="R85381fc6991045da" /><Relationship Type="http://schemas.openxmlformats.org/officeDocument/2006/relationships/image" Target="/ppt/media/image2.png" Id="R9b969f462a9a433d" /><Relationship Type="http://schemas.openxmlformats.org/officeDocument/2006/relationships/notesSlide" Target="/ppt/notesSlides/notesSlide30.xml" Id="R1c6f4f54044348f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b86b5145c3f4fba" /><Relationship Type="http://schemas.openxmlformats.org/officeDocument/2006/relationships/image" Target="/ppt/media/image.jpeg" Id="Rc08384cccb944a17" /><Relationship Type="http://schemas.openxmlformats.org/officeDocument/2006/relationships/image" Target="/ppt/media/image2.png" Id="R2c52d21e1841406d" /><Relationship Type="http://schemas.openxmlformats.org/officeDocument/2006/relationships/notesSlide" Target="/ppt/notesSlides/notesSlide31.xml" Id="Rae8b5e9c0bf74cf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740e306d06745e7" /><Relationship Type="http://schemas.openxmlformats.org/officeDocument/2006/relationships/image" Target="/ppt/media/image.jpeg" Id="Ra62fa4e13b7f4788" /><Relationship Type="http://schemas.openxmlformats.org/officeDocument/2006/relationships/image" Target="/ppt/media/image2.png" Id="Rbf414792b15d4dbf" /><Relationship Type="http://schemas.openxmlformats.org/officeDocument/2006/relationships/notesSlide" Target="/ppt/notesSlides/notesSlide32.xml" Id="R647918ac796b4f9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41bdd6c93314674" /><Relationship Type="http://schemas.openxmlformats.org/officeDocument/2006/relationships/image" Target="/ppt/media/image.jpeg" Id="R99499457d6974507" /><Relationship Type="http://schemas.openxmlformats.org/officeDocument/2006/relationships/image" Target="/ppt/media/image2.png" Id="R148c275a6b794ec4" /><Relationship Type="http://schemas.openxmlformats.org/officeDocument/2006/relationships/notesSlide" Target="/ppt/notesSlides/notesSlide33.xml" Id="R19414d2fcf4f41d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49650b975b146b1" /><Relationship Type="http://schemas.openxmlformats.org/officeDocument/2006/relationships/image" Target="/ppt/media/image.jpeg" Id="R14fcfccc07b148b6" /><Relationship Type="http://schemas.openxmlformats.org/officeDocument/2006/relationships/image" Target="/ppt/media/image2.png" Id="R474ad44053404d6c" /><Relationship Type="http://schemas.openxmlformats.org/officeDocument/2006/relationships/notesSlide" Target="/ppt/notesSlides/notesSlide34.xml" Id="R03f0c0c06c3f4fe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ef67356f989490e" /><Relationship Type="http://schemas.openxmlformats.org/officeDocument/2006/relationships/image" Target="/ppt/media/image.jpeg" Id="Rcc7d38461f24425d" /><Relationship Type="http://schemas.openxmlformats.org/officeDocument/2006/relationships/image" Target="/ppt/media/image2.png" Id="Rdd72b563853f4630" /><Relationship Type="http://schemas.openxmlformats.org/officeDocument/2006/relationships/notesSlide" Target="/ppt/notesSlides/notesSlide35.xml" Id="Ra6e41958128349f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f8649180f2f4ed8" /><Relationship Type="http://schemas.openxmlformats.org/officeDocument/2006/relationships/image" Target="/ppt/media/image.jpeg" Id="R12bbda3f70364af1" /><Relationship Type="http://schemas.openxmlformats.org/officeDocument/2006/relationships/image" Target="/ppt/media/image2.png" Id="Rc0f58b4332804a05" /><Relationship Type="http://schemas.openxmlformats.org/officeDocument/2006/relationships/notesSlide" Target="/ppt/notesSlides/notesSlide36.xml" Id="Rb4f44900a1174c2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ed95e797fb746de" /><Relationship Type="http://schemas.openxmlformats.org/officeDocument/2006/relationships/image" Target="/ppt/media/image.jpeg" Id="R11625b6477a841a0" /><Relationship Type="http://schemas.openxmlformats.org/officeDocument/2006/relationships/image" Target="/ppt/media/image2.png" Id="R45ebdaf0b33a4de4" /><Relationship Type="http://schemas.openxmlformats.org/officeDocument/2006/relationships/notesSlide" Target="/ppt/notesSlides/notesSlide37.xml" Id="Re66c42ad82e1407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5cf84a21beb4d45" /><Relationship Type="http://schemas.openxmlformats.org/officeDocument/2006/relationships/image" Target="/ppt/media/image.jpeg" Id="R39991f8175c54dfc" /><Relationship Type="http://schemas.openxmlformats.org/officeDocument/2006/relationships/image" Target="/ppt/media/image2.png" Id="R08505c2be97a4dad" /><Relationship Type="http://schemas.openxmlformats.org/officeDocument/2006/relationships/image" Target="/ppt/media/image15.png" Id="R831d62bee7d846f8" /><Relationship Type="http://schemas.openxmlformats.org/officeDocument/2006/relationships/notesSlide" Target="/ppt/notesSlides/notesSlide38.xml" Id="R698f1ccf3470497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944ebab6dc93456c" /><Relationship Type="http://schemas.openxmlformats.org/officeDocument/2006/relationships/image" Target="/ppt/media/image.jpeg" Id="R6bc8c83ee4134f34" /><Relationship Type="http://schemas.openxmlformats.org/officeDocument/2006/relationships/image" Target="/ppt/media/image.gif" Id="R75a7d966891a4991" /><Relationship Type="http://schemas.openxmlformats.org/officeDocument/2006/relationships/image" Target="/ppt/media/image2.png" Id="R4ca4c85cc9664625" /><Relationship Type="http://schemas.openxmlformats.org/officeDocument/2006/relationships/notesSlide" Target="/ppt/notesSlides/notesSlide39.xml" Id="Raced4f2e3d854edf"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d73b4df5f1814d27">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809c63f882f440f0">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7" name="Picture 67"/>
          <p:cNvPicPr>
            <a:picLocks xmlns:a="http://schemas.openxmlformats.org/drawingml/2006/main" noChangeAspect="1"/>
          </p:cNvPicPr>
          <p:nvPr/>
        </p:nvPicPr>
        <p:blipFill>
          <a:blip xmlns:r="http://schemas.openxmlformats.org/officeDocument/2006/relationships" xmlns:a="http://schemas.openxmlformats.org/drawingml/2006/main" r:embed="Rbb28d5d79a68481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68" name="Picture 68"/>
          <p:cNvPicPr>
            <a:picLocks xmlns:a="http://schemas.openxmlformats.org/drawingml/2006/main" noChangeAspect="1"/>
          </p:cNvPicPr>
          <p:nvPr/>
        </p:nvPicPr>
        <p:blipFill>
          <a:blip xmlns:r="http://schemas.openxmlformats.org/officeDocument/2006/relationships" xmlns:a="http://schemas.openxmlformats.org/drawingml/2006/main" r:embed="Rf5db9ec7671847f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ae0d776e4e014da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467a5e08b096412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4c42d09ad40d4b28">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5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a7979ab885414665">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5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0929d13c3e343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db6779cd9f42d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6" name="Picture 236"/>
          <p:cNvPicPr>
            <a:picLocks xmlns:a="http://schemas.openxmlformats.org/drawingml/2006/main" noChangeAspect="1"/>
          </p:cNvPicPr>
          <p:nvPr/>
        </p:nvPicPr>
        <p:blipFill>
          <a:blip xmlns:r="http://schemas.openxmlformats.org/officeDocument/2006/relationships" xmlns:a="http://schemas.openxmlformats.org/drawingml/2006/main" r:embed="R0f4cff639ffc40da"/>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946f7773346422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8843473de6241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r>
              <a:rPr sz="4000" b="1">
                <a:solidFill>
                  <a:srgbClr val="002060"/>
                </a:solidFill>
                <a:latin typeface="Arial"/>
                <a:ea typeface="Arial"/>
                <a:cs typeface="Arial"/>
              </a:rPr>
              <a:t>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56ee6828e274ae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fce2f2f891643b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a6bdfc3db89418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9bf5efc93094bd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0"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e3f9c64b596145a4"/>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5a1a4de7bdc467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18003143dd427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2ad7c0ccc3142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b3e222e742c49e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1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ba2c579178de49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2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6320f55f2543436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2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84d430d6a57344bc">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2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57805a0d70c648e7">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2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f0b888768da4ac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f22bc574e16483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0"/>
          <p:cNvPicPr>
            <a:picLocks xmlns:a="http://schemas.openxmlformats.org/drawingml/2006/main" noChangeAspect="1"/>
          </p:cNvPicPr>
          <p:nvPr/>
        </p:nvPicPr>
        <p:blipFill>
          <a:blip xmlns:r="http://schemas.openxmlformats.org/officeDocument/2006/relationships" xmlns:a="http://schemas.openxmlformats.org/drawingml/2006/main" r:embed="Rd39ef8a1079d447c"/>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Picture 41"/>
          <p:cNvPicPr>
            <a:picLocks xmlns:a="http://schemas.openxmlformats.org/drawingml/2006/main" noChangeAspect="1"/>
          </p:cNvPicPr>
          <p:nvPr/>
        </p:nvPicPr>
        <p:blipFill>
          <a:blip xmlns:r="http://schemas.openxmlformats.org/officeDocument/2006/relationships" xmlns:a="http://schemas.openxmlformats.org/drawingml/2006/main" r:embed="R7309d34467e4413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7"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lnSpcReduction="1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65fcd9de33942b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880d3869a674b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aa9b363ea14db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ee08f83a7443a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0"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1"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4" name="Picture 295"/>
          <p:cNvPicPr>
            <a:picLocks xmlns:a="http://schemas.openxmlformats.org/drawingml/2006/main" noChangeAspect="1"/>
          </p:cNvPicPr>
          <p:nvPr/>
        </p:nvPicPr>
        <p:blipFill>
          <a:blip xmlns:r="http://schemas.openxmlformats.org/officeDocument/2006/relationships" xmlns:a="http://schemas.openxmlformats.org/drawingml/2006/main" r:embed="R33aa9b363ea14db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5" name="Picture 296"/>
          <p:cNvPicPr>
            <a:picLocks xmlns:a="http://schemas.openxmlformats.org/drawingml/2006/main" noChangeAspect="1"/>
          </p:cNvPicPr>
          <p:nvPr/>
        </p:nvPicPr>
        <p:blipFill>
          <a:blip xmlns:r="http://schemas.openxmlformats.org/officeDocument/2006/relationships" xmlns:a="http://schemas.openxmlformats.org/drawingml/2006/main" r:embed="R27ee08f83a7443a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40bd64191f1480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a992065ebbd47c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5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8fde04e549d49b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4f9298413a7441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281" name=""/>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282" name=""/>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283" name=""/>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lgn="ctr">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lgn="ctr">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554"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8808888017be4b7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55"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c976a01459fa4bd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56"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5373e34363ca4ff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58"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25b1dc3cc877484f">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cxnSp>
        <p:nvCxnSpPr>
          <p:cNvPr id="56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51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e5a6655a0f1487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1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73d44674ac4ab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516" name="Picture 458"/>
          <p:cNvPicPr>
            <a:picLocks xmlns:a="http://schemas.openxmlformats.org/drawingml/2006/main" noChangeAspect="1"/>
          </p:cNvPicPr>
          <p:nvPr/>
        </p:nvPicPr>
        <p:blipFill>
          <a:blip xmlns:r="http://schemas.openxmlformats.org/officeDocument/2006/relationships" xmlns:a="http://schemas.openxmlformats.org/drawingml/2006/main" r:embed="R9d345b558f5d4479"/>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20" name="Picture 462"/>
          <p:cNvPicPr>
            <a:picLocks xmlns:a="http://schemas.openxmlformats.org/drawingml/2006/main" noChangeAspect="1"/>
          </p:cNvPicPr>
          <p:nvPr/>
        </p:nvPicPr>
        <p:blipFill>
          <a:blip xmlns:r="http://schemas.openxmlformats.org/officeDocument/2006/relationships" xmlns:a="http://schemas.openxmlformats.org/drawingml/2006/main" r:embed="Rd04f3be963984f61"/>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535"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36"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541"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42"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43"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548"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49"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0"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556"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7"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8"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59"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60"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61"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62"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63"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58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17da436519e460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8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f2a7dd7791f43c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591" name="Picture 518"/>
          <p:cNvPicPr>
            <a:picLocks xmlns:a="http://schemas.openxmlformats.org/drawingml/2006/main" noChangeAspect="1"/>
          </p:cNvPicPr>
          <p:nvPr/>
        </p:nvPicPr>
        <p:blipFill>
          <a:blip xmlns:r="http://schemas.openxmlformats.org/officeDocument/2006/relationships" xmlns:a="http://schemas.openxmlformats.org/drawingml/2006/main" r:embed="R9240613189fd4cd6"/>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95" name="Picture 522"/>
          <p:cNvPicPr>
            <a:picLocks xmlns:a="http://schemas.openxmlformats.org/drawingml/2006/main" noChangeAspect="1"/>
          </p:cNvPicPr>
          <p:nvPr/>
        </p:nvPicPr>
        <p:blipFill>
          <a:blip xmlns:r="http://schemas.openxmlformats.org/officeDocument/2006/relationships" xmlns:a="http://schemas.openxmlformats.org/drawingml/2006/main" r:embed="Re631ea09bde4481f"/>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598" name="Picture 526"/>
          <p:cNvPicPr>
            <a:picLocks xmlns:a="http://schemas.openxmlformats.org/drawingml/2006/main" noChangeAspect="1"/>
          </p:cNvPicPr>
          <p:nvPr/>
        </p:nvPicPr>
        <p:blipFill>
          <a:blip xmlns:r="http://schemas.openxmlformats.org/officeDocument/2006/relationships" xmlns:a="http://schemas.openxmlformats.org/drawingml/2006/main" r:embed="R217da436519e460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599" name="Picture 527"/>
          <p:cNvPicPr>
            <a:picLocks xmlns:a="http://schemas.openxmlformats.org/drawingml/2006/main" noChangeAspect="1"/>
          </p:cNvPicPr>
          <p:nvPr/>
        </p:nvPicPr>
        <p:blipFill>
          <a:blip xmlns:r="http://schemas.openxmlformats.org/officeDocument/2006/relationships" xmlns:a="http://schemas.openxmlformats.org/drawingml/2006/main" r:embed="R5f2a7dd7791f43c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614"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15"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16"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622"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23"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24"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25"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628"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629"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777" lnSpcReduction="1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636"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37"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38"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644"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45"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46"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47"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48"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649" name="Connector: Elbow 577"/>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650"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0f18d0105bb41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cd0176a7c95453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443d5dc11514bf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5a8aa201a8742c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9bf9d33d33246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3f72aed656f4b8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80aa2fd2b884eb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dd997c4fae346b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a46bd166349410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4c844221e0f43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63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58a188f86999437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3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6a73412a7bc64ac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3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a612596fbb894846">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4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72a5e552ff00405c">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4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70e264cedde4a7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806c4da1074ef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c1afd75213f4d8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08a7d271c3343c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9"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0"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3a6aea8830144158"/>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0ac1158db7146f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d8528654a1342e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9" name="Picture 239"/>
          <p:cNvPicPr>
            <a:picLocks xmlns:a="http://schemas.openxmlformats.org/drawingml/2006/main" noChangeAspect="1"/>
          </p:cNvPicPr>
          <p:nvPr/>
        </p:nvPicPr>
        <p:blipFill>
          <a:blip xmlns:r="http://schemas.openxmlformats.org/officeDocument/2006/relationships" xmlns:a="http://schemas.openxmlformats.org/drawingml/2006/main" r:embed="R0f2205da9f524e70"/>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0" name="Picture 240"/>
          <p:cNvPicPr>
            <a:picLocks xmlns:a="http://schemas.openxmlformats.org/drawingml/2006/main" noChangeAspect="1"/>
          </p:cNvPicPr>
          <p:nvPr/>
        </p:nvPicPr>
        <p:blipFill>
          <a:blip xmlns:r="http://schemas.openxmlformats.org/officeDocument/2006/relationships" xmlns:a="http://schemas.openxmlformats.org/drawingml/2006/main" r:embed="R61f359a8ed194932"/>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a:t>
            </a:r>
            <a:r>
              <a:rPr sz="1538" b="1" i="0">
                <a:solidFill>
                  <a:srgbClr val="17365D"/>
                </a:solidFill>
                <a:latin typeface="Arial"/>
                <a:ea typeface="Arial"/>
                <a:cs typeface="Arial"/>
              </a:rPr>
              <a:t>OpenFHE</a:t>
            </a:r>
            <a:r>
              <a:rPr sz="1538" b="1" i="0">
                <a:solidFill>
                  <a:srgbClr val="17365D"/>
                </a:solidFill>
                <a:latin typeface="Arial"/>
                <a:ea typeface="Arial"/>
                <a:cs typeface="Arial"/>
              </a:rPr>
              <a:t>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68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aae9f43d3f1a4bc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8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4fe71dd5ee8d48e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8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87a0d7d4cfe74e4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9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c1940b8e6fa44e99">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69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5381fc6991045d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b969f462a9a43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8384cccb944a1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52d21e1841406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62fa4e13b7f478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f414792b15d4db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9499457d697450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48c275a6b794ec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4fcfccc07b148b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74ad44053404d6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c7d38461f24425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d72b563853f463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a:t>
            </a:r>
            <a:r>
              <a:rPr sz="4000" b="1">
                <a:solidFill>
                  <a:srgbClr val="002060"/>
                </a:solidFill>
                <a:latin typeface="Arial"/>
                <a:ea typeface="Arial"/>
                <a:cs typeface="Arial"/>
              </a:rPr>
              <a: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2bbda3f70364af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0f58b4332804a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1625b6477a841a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5ebdaf0b33a4de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9991f8175c54df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8505c2be97a4da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0"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831d62bee7d846f8">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6bc8c83ee4134f3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3"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75a7d966891a4991">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ca4c85cc966462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39</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2026-09-24T05:01:42.8700000Z</dcterms:created>
  <dcterms:modified xsi:type="dcterms:W3CDTF">2026-09-24T05:01:42.8700000Z</dcterms:modified>
</coreProperties>
</file>