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32363bd35f4ff2" /><Relationship Type="http://schemas.openxmlformats.org/officeDocument/2006/relationships/extended-properties" Target="/docProps/app.xml" Id="R10c9ccb92308453b" /><Relationship Type="http://schemas.openxmlformats.org/officeDocument/2006/relationships/officeDocument" Target="/ppt/presentation.xml" Id="Rff374d22f55a4348" /></Relationships>
</file>

<file path=ppt/presentation.xml><?xml version="1.0" encoding="utf-8"?>
<p:presentation xmlns:p="http://schemas.openxmlformats.org/presentationml/2006/main">
  <p:sldMasterIdLst>
    <p:sldMasterId xmlns:r="http://schemas.openxmlformats.org/officeDocument/2006/relationships" id="2147483648" r:id="R697b892b80d24add"/>
  </p:sldMasterIdLst>
  <p:notesMasterIdLst>
    <p:notesMasterId xmlns:r="http://schemas.openxmlformats.org/officeDocument/2006/relationships" r:id="Rad1b430d549f4d53"/>
  </p:notesMasterIdLst>
  <p:sldIdLst>
    <p:sldId xmlns:r="http://schemas.openxmlformats.org/officeDocument/2006/relationships" id="256" r:id="R027a45abfa3f4570"/>
    <p:sldId xmlns:r="http://schemas.openxmlformats.org/officeDocument/2006/relationships" id="257" r:id="R471cdec606b94eb8"/>
    <p:sldId xmlns:r="http://schemas.openxmlformats.org/officeDocument/2006/relationships" id="258" r:id="Rb2beaebf361d4b18"/>
    <p:sldId xmlns:r="http://schemas.openxmlformats.org/officeDocument/2006/relationships" id="259" r:id="Rdb848acec9ac4c27"/>
    <p:sldId xmlns:r="http://schemas.openxmlformats.org/officeDocument/2006/relationships" id="260" r:id="R5e090cd631324ef6"/>
    <p:sldId xmlns:r="http://schemas.openxmlformats.org/officeDocument/2006/relationships" id="261" r:id="R7b0eba54a9e647b4"/>
    <p:sldId xmlns:r="http://schemas.openxmlformats.org/officeDocument/2006/relationships" id="262" r:id="R088c4c49069d40ec"/>
    <p:sldId xmlns:r="http://schemas.openxmlformats.org/officeDocument/2006/relationships" id="263" r:id="Rb50d2d798afa4349"/>
    <p:sldId xmlns:r="http://schemas.openxmlformats.org/officeDocument/2006/relationships" id="264" r:id="R97a3dd93e6934b7e"/>
    <p:sldId xmlns:r="http://schemas.openxmlformats.org/officeDocument/2006/relationships" id="265" r:id="R37900cee1b484b48"/>
    <p:sldId xmlns:r="http://schemas.openxmlformats.org/officeDocument/2006/relationships" id="266" r:id="Rbf53a4c496564089"/>
    <p:sldId xmlns:r="http://schemas.openxmlformats.org/officeDocument/2006/relationships" id="267" r:id="R917fc7d88f314482"/>
    <p:sldId xmlns:r="http://schemas.openxmlformats.org/officeDocument/2006/relationships" id="268" r:id="Ra8bb72b98ff443bf"/>
    <p:sldId xmlns:r="http://schemas.openxmlformats.org/officeDocument/2006/relationships" id="269" r:id="R9240b1955e2a4b13"/>
    <p:sldId xmlns:r="http://schemas.openxmlformats.org/officeDocument/2006/relationships" id="270" r:id="R57c56f5c5ce94507"/>
    <p:sldId xmlns:r="http://schemas.openxmlformats.org/officeDocument/2006/relationships" id="271" r:id="R2d3eca55c84147ac"/>
    <p:sldId xmlns:r="http://schemas.openxmlformats.org/officeDocument/2006/relationships" id="272" r:id="R065a269f6d244b08"/>
    <p:sldId xmlns:r="http://schemas.openxmlformats.org/officeDocument/2006/relationships" id="273" r:id="Rc9c1ae2357d644ba"/>
    <p:sldId xmlns:r="http://schemas.openxmlformats.org/officeDocument/2006/relationships" id="274" r:id="Rad6fbbb0f9334f8c"/>
    <p:sldId xmlns:r="http://schemas.openxmlformats.org/officeDocument/2006/relationships" id="275" r:id="R6de599f1d2ea4fbc"/>
    <p:sldId xmlns:r="http://schemas.openxmlformats.org/officeDocument/2006/relationships" id="276" r:id="R99d24d16efeb4e56"/>
    <p:sldId xmlns:r="http://schemas.openxmlformats.org/officeDocument/2006/relationships" id="277" r:id="R9529271bfa164f5b"/>
    <p:sldId xmlns:r="http://schemas.openxmlformats.org/officeDocument/2006/relationships" id="278" r:id="R2de95cd317774e96"/>
    <p:sldId xmlns:r="http://schemas.openxmlformats.org/officeDocument/2006/relationships" id="279" r:id="R870cf7349aab413a"/>
    <p:sldId xmlns:r="http://schemas.openxmlformats.org/officeDocument/2006/relationships" id="280" r:id="R5ad25178c3b84e02"/>
    <p:sldId xmlns:r="http://schemas.openxmlformats.org/officeDocument/2006/relationships" id="281" r:id="R32610a17f09b470d"/>
    <p:sldId xmlns:r="http://schemas.openxmlformats.org/officeDocument/2006/relationships" id="282" r:id="R51c9914595d64909"/>
    <p:sldId xmlns:r="http://schemas.openxmlformats.org/officeDocument/2006/relationships" id="283" r:id="R19a245ebbd7e4597"/>
    <p:sldId xmlns:r="http://schemas.openxmlformats.org/officeDocument/2006/relationships" id="284" r:id="Rb0897ed71c06438a"/>
    <p:sldId xmlns:r="http://schemas.openxmlformats.org/officeDocument/2006/relationships" id="285" r:id="Ra1719c26d7f94a07"/>
    <p:sldId xmlns:r="http://schemas.openxmlformats.org/officeDocument/2006/relationships" id="286" r:id="R16589165b2844c8b"/>
    <p:sldId xmlns:r="http://schemas.openxmlformats.org/officeDocument/2006/relationships" id="287" r:id="R3bd0eba413bb452d"/>
    <p:sldId xmlns:r="http://schemas.openxmlformats.org/officeDocument/2006/relationships" id="288" r:id="Re1f0b7d7de024b0d"/>
    <p:sldId xmlns:r="http://schemas.openxmlformats.org/officeDocument/2006/relationships" id="289" r:id="R21bbd8817f06464a"/>
    <p:sldId xmlns:r="http://schemas.openxmlformats.org/officeDocument/2006/relationships" id="290" r:id="R01a3bad9b90e43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4d0e462fa2a4733" /><Relationship Type="http://schemas.openxmlformats.org/officeDocument/2006/relationships/slideMaster" Target="/ppt/slideMasters/slideMaster1.xml" Id="R697b892b80d24add" /><Relationship Type="http://schemas.openxmlformats.org/officeDocument/2006/relationships/notesMaster" Target="/ppt/notesMasters/notesMaster1.xml" Id="Rad1b430d549f4d53" /><Relationship Type="http://schemas.openxmlformats.org/officeDocument/2006/relationships/presProps" Target="/ppt/presProps.xml" Id="R568eea42596a4422" /><Relationship Type="http://schemas.openxmlformats.org/officeDocument/2006/relationships/viewProps" Target="/ppt/viewProps.xml" Id="Rbed36cc2afcb4fca" /><Relationship Type="http://schemas.openxmlformats.org/officeDocument/2006/relationships/tableStyles" Target="/ppt/tableStyles.xml" Id="R1a68cb9c4f8a49bd" /><Relationship Type="http://schemas.openxmlformats.org/officeDocument/2006/relationships/slide" Target="/ppt/slides/slide1.xml" Id="R027a45abfa3f4570" /><Relationship Type="http://schemas.openxmlformats.org/officeDocument/2006/relationships/slide" Target="/ppt/slides/slide2.xml" Id="R471cdec606b94eb8" /><Relationship Type="http://schemas.openxmlformats.org/officeDocument/2006/relationships/slide" Target="/ppt/slides/slide3.xml" Id="Rb2beaebf361d4b18" /><Relationship Type="http://schemas.openxmlformats.org/officeDocument/2006/relationships/slide" Target="/ppt/slides/slide4.xml" Id="Rdb848acec9ac4c27" /><Relationship Type="http://schemas.openxmlformats.org/officeDocument/2006/relationships/slide" Target="/ppt/slides/slide5.xml" Id="R5e090cd631324ef6" /><Relationship Type="http://schemas.openxmlformats.org/officeDocument/2006/relationships/slide" Target="/ppt/slides/slide6.xml" Id="R7b0eba54a9e647b4" /><Relationship Type="http://schemas.openxmlformats.org/officeDocument/2006/relationships/slide" Target="/ppt/slides/slide7.xml" Id="R088c4c49069d40ec" /><Relationship Type="http://schemas.openxmlformats.org/officeDocument/2006/relationships/slide" Target="/ppt/slides/slide8.xml" Id="Rb50d2d798afa4349" /><Relationship Type="http://schemas.openxmlformats.org/officeDocument/2006/relationships/slide" Target="/ppt/slides/slide9.xml" Id="R97a3dd93e6934b7e" /><Relationship Type="http://schemas.openxmlformats.org/officeDocument/2006/relationships/slide" Target="/ppt/slides/slide10.xml" Id="R37900cee1b484b48" /><Relationship Type="http://schemas.openxmlformats.org/officeDocument/2006/relationships/slide" Target="/ppt/slides/slide11.xml" Id="Rbf53a4c496564089" /><Relationship Type="http://schemas.openxmlformats.org/officeDocument/2006/relationships/slide" Target="/ppt/slides/slide12.xml" Id="R917fc7d88f314482" /><Relationship Type="http://schemas.openxmlformats.org/officeDocument/2006/relationships/slide" Target="/ppt/slides/slide13.xml" Id="Ra8bb72b98ff443bf" /><Relationship Type="http://schemas.openxmlformats.org/officeDocument/2006/relationships/slide" Target="/ppt/slides/slide14.xml" Id="R9240b1955e2a4b13" /><Relationship Type="http://schemas.openxmlformats.org/officeDocument/2006/relationships/slide" Target="/ppt/slides/slide15.xml" Id="R57c56f5c5ce94507" /><Relationship Type="http://schemas.openxmlformats.org/officeDocument/2006/relationships/slide" Target="/ppt/slides/slide16.xml" Id="R2d3eca55c84147ac" /><Relationship Type="http://schemas.openxmlformats.org/officeDocument/2006/relationships/slide" Target="/ppt/slides/slide17.xml" Id="R065a269f6d244b08" /><Relationship Type="http://schemas.openxmlformats.org/officeDocument/2006/relationships/slide" Target="/ppt/slides/slide18.xml" Id="Rc9c1ae2357d644ba" /><Relationship Type="http://schemas.openxmlformats.org/officeDocument/2006/relationships/slide" Target="/ppt/slides/slide19.xml" Id="Rad6fbbb0f9334f8c" /><Relationship Type="http://schemas.openxmlformats.org/officeDocument/2006/relationships/slide" Target="/ppt/slides/slide20.xml" Id="R6de599f1d2ea4fbc" /><Relationship Type="http://schemas.openxmlformats.org/officeDocument/2006/relationships/slide" Target="/ppt/slides/slide21.xml" Id="R99d24d16efeb4e56" /><Relationship Type="http://schemas.openxmlformats.org/officeDocument/2006/relationships/slide" Target="/ppt/slides/slide22.xml" Id="R9529271bfa164f5b" /><Relationship Type="http://schemas.openxmlformats.org/officeDocument/2006/relationships/slide" Target="/ppt/slides/slide23.xml" Id="R2de95cd317774e96" /><Relationship Type="http://schemas.openxmlformats.org/officeDocument/2006/relationships/slide" Target="/ppt/slides/slide24.xml" Id="R870cf7349aab413a" /><Relationship Type="http://schemas.openxmlformats.org/officeDocument/2006/relationships/slide" Target="/ppt/slides/slide25.xml" Id="R5ad25178c3b84e02" /><Relationship Type="http://schemas.openxmlformats.org/officeDocument/2006/relationships/slide" Target="/ppt/slides/slide26.xml" Id="R32610a17f09b470d" /><Relationship Type="http://schemas.openxmlformats.org/officeDocument/2006/relationships/slide" Target="/ppt/slides/slide27.xml" Id="R51c9914595d64909" /><Relationship Type="http://schemas.openxmlformats.org/officeDocument/2006/relationships/slide" Target="/ppt/slides/slide28.xml" Id="R19a245ebbd7e4597" /><Relationship Type="http://schemas.openxmlformats.org/officeDocument/2006/relationships/slide" Target="/ppt/slides/slide29.xml" Id="Rb0897ed71c06438a" /><Relationship Type="http://schemas.openxmlformats.org/officeDocument/2006/relationships/slide" Target="/ppt/slides/slide30.xml" Id="Ra1719c26d7f94a07" /><Relationship Type="http://schemas.openxmlformats.org/officeDocument/2006/relationships/slide" Target="/ppt/slides/slide31.xml" Id="R16589165b2844c8b" /><Relationship Type="http://schemas.openxmlformats.org/officeDocument/2006/relationships/slide" Target="/ppt/slides/slide32.xml" Id="R3bd0eba413bb452d" /><Relationship Type="http://schemas.openxmlformats.org/officeDocument/2006/relationships/slide" Target="/ppt/slides/slide33.xml" Id="Re1f0b7d7de024b0d" /><Relationship Type="http://schemas.openxmlformats.org/officeDocument/2006/relationships/slide" Target="/ppt/slides/slide34.xml" Id="R21bbd8817f06464a" /><Relationship Type="http://schemas.openxmlformats.org/officeDocument/2006/relationships/slide" Target="/ppt/slides/slide35.xml" Id="R01a3bad9b90e43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7026c66e6241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e69f766a1143f2" /><Relationship Type="http://schemas.openxmlformats.org/officeDocument/2006/relationships/notesMaster" Target="/ppt/notesMasters/notesMaster1.xml" Id="R060bb1f780714e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00b0f9505741dd" /><Relationship Type="http://schemas.openxmlformats.org/officeDocument/2006/relationships/notesMaster" Target="/ppt/notesMasters/notesMaster1.xml" Id="Rf46a0552846747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824bdb636c4de4" /><Relationship Type="http://schemas.openxmlformats.org/officeDocument/2006/relationships/notesMaster" Target="/ppt/notesMasters/notesMaster1.xml" Id="R9c73ce9b919743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c90a53c06d4611" /><Relationship Type="http://schemas.openxmlformats.org/officeDocument/2006/relationships/notesMaster" Target="/ppt/notesMasters/notesMaster1.xml" Id="R587f5860cfa243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8e0a660276475a" /><Relationship Type="http://schemas.openxmlformats.org/officeDocument/2006/relationships/notesMaster" Target="/ppt/notesMasters/notesMaster1.xml" Id="Ra96cfe3c955a4c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bde37f9dad4cee" /><Relationship Type="http://schemas.openxmlformats.org/officeDocument/2006/relationships/notesMaster" Target="/ppt/notesMasters/notesMaster1.xml" Id="Rafee5f025d6841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3adcd831c64797" /><Relationship Type="http://schemas.openxmlformats.org/officeDocument/2006/relationships/notesMaster" Target="/ppt/notesMasters/notesMaster1.xml" Id="Rfc8ce71e11224c1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1573c8777643d2" /><Relationship Type="http://schemas.openxmlformats.org/officeDocument/2006/relationships/notesMaster" Target="/ppt/notesMasters/notesMaster1.xml" Id="R1db5173211a94e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d50399f64b4782" /><Relationship Type="http://schemas.openxmlformats.org/officeDocument/2006/relationships/notesMaster" Target="/ppt/notesMasters/notesMaster1.xml" Id="R32c30d7b666a4f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ecf6d859df4a1f" /><Relationship Type="http://schemas.openxmlformats.org/officeDocument/2006/relationships/notesMaster" Target="/ppt/notesMasters/notesMaster1.xml" Id="R7b1492aff6eb4f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534a050aa34853" /><Relationship Type="http://schemas.openxmlformats.org/officeDocument/2006/relationships/notesMaster" Target="/ppt/notesMasters/notesMaster1.xml" Id="Rbf1cacb7f1ea4e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88186d89dd4753" /><Relationship Type="http://schemas.openxmlformats.org/officeDocument/2006/relationships/notesMaster" Target="/ppt/notesMasters/notesMaster1.xml" Id="R15a5e53e52014e2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f1d4958a42240f1" /><Relationship Type="http://schemas.openxmlformats.org/officeDocument/2006/relationships/notesMaster" Target="/ppt/notesMasters/notesMaster1.xml" Id="R907be423b7e948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6cb9f5942dd43df" /><Relationship Type="http://schemas.openxmlformats.org/officeDocument/2006/relationships/notesMaster" Target="/ppt/notesMasters/notesMaster1.xml" Id="R25c53c911c214c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f0d1dd6d684a64" /><Relationship Type="http://schemas.openxmlformats.org/officeDocument/2006/relationships/notesMaster" Target="/ppt/notesMasters/notesMaster1.xml" Id="R2773fadbe0464c7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eb0412f38f048d0" /><Relationship Type="http://schemas.openxmlformats.org/officeDocument/2006/relationships/notesMaster" Target="/ppt/notesMasters/notesMaster1.xml" Id="R9330afcd375242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32f7191ec44818" /><Relationship Type="http://schemas.openxmlformats.org/officeDocument/2006/relationships/notesMaster" Target="/ppt/notesMasters/notesMaster1.xml" Id="Rc21ddb06e9dc41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ce154e86dae4409" /><Relationship Type="http://schemas.openxmlformats.org/officeDocument/2006/relationships/notesMaster" Target="/ppt/notesMasters/notesMaster1.xml" Id="R8d58f5f8fe5a4e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125e6f732344349" /><Relationship Type="http://schemas.openxmlformats.org/officeDocument/2006/relationships/notesMaster" Target="/ppt/notesMasters/notesMaster1.xml" Id="R48612dff64fc4b9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154d13680ad4120" /><Relationship Type="http://schemas.openxmlformats.org/officeDocument/2006/relationships/notesMaster" Target="/ppt/notesMasters/notesMaster1.xml" Id="Rdcdf9c7322e346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153f911debb4738" /><Relationship Type="http://schemas.openxmlformats.org/officeDocument/2006/relationships/notesMaster" Target="/ppt/notesMasters/notesMaster1.xml" Id="R3fd2a1d68da54eb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529e6ac17c4fa1" /><Relationship Type="http://schemas.openxmlformats.org/officeDocument/2006/relationships/notesMaster" Target="/ppt/notesMasters/notesMaster1.xml" Id="R75713630ecf64f9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6e7282b6714929" /><Relationship Type="http://schemas.openxmlformats.org/officeDocument/2006/relationships/notesMaster" Target="/ppt/notesMasters/notesMaster1.xml" Id="Rc1a07295b631484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d49734f2efa4d27" /><Relationship Type="http://schemas.openxmlformats.org/officeDocument/2006/relationships/notesMaster" Target="/ppt/notesMasters/notesMaster1.xml" Id="R56129e5d9d394ea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ca163d80e26443d" /><Relationship Type="http://schemas.openxmlformats.org/officeDocument/2006/relationships/notesMaster" Target="/ppt/notesMasters/notesMaster1.xml" Id="R21b3e4e8ceeb460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a39306230e4b2d" /><Relationship Type="http://schemas.openxmlformats.org/officeDocument/2006/relationships/notesMaster" Target="/ppt/notesMasters/notesMaster1.xml" Id="R8233ca3b6e414f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3dde4c5ea1a4947" /><Relationship Type="http://schemas.openxmlformats.org/officeDocument/2006/relationships/notesMaster" Target="/ppt/notesMasters/notesMaster1.xml" Id="R4429960ef16b4d6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6420cf0d48f4d5b" /><Relationship Type="http://schemas.openxmlformats.org/officeDocument/2006/relationships/notesMaster" Target="/ppt/notesMasters/notesMaster1.xml" Id="Rc6d51732d02c440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82b111a0b7f4f3c" /><Relationship Type="http://schemas.openxmlformats.org/officeDocument/2006/relationships/notesMaster" Target="/ppt/notesMasters/notesMaster1.xml" Id="R3ae491c82547489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5f9f3899f9b4bb9" /><Relationship Type="http://schemas.openxmlformats.org/officeDocument/2006/relationships/notesMaster" Target="/ppt/notesMasters/notesMaster1.xml" Id="Rcf0dcc4e3cfc42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9a1b52f164b4dd7" /><Relationship Type="http://schemas.openxmlformats.org/officeDocument/2006/relationships/notesMaster" Target="/ppt/notesMasters/notesMaster1.xml" Id="Rf910be0d173d4db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53152b231d84ec7" /><Relationship Type="http://schemas.openxmlformats.org/officeDocument/2006/relationships/notesMaster" Target="/ppt/notesMasters/notesMaster1.xml" Id="R9a856a13e58f492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7537596605345d3" /><Relationship Type="http://schemas.openxmlformats.org/officeDocument/2006/relationships/notesMaster" Target="/ppt/notesMasters/notesMaster1.xml" Id="Raad365326b24476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f3a232f489b42de" /><Relationship Type="http://schemas.openxmlformats.org/officeDocument/2006/relationships/notesMaster" Target="/ppt/notesMasters/notesMaster1.xml" Id="R960c13a409934d5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75434e79d5d4d4f" /><Relationship Type="http://schemas.openxmlformats.org/officeDocument/2006/relationships/notesMaster" Target="/ppt/notesMasters/notesMaster1.xml" Id="R6176c97466a849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fce2d5934d47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184e7a584e64b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6d107edfee42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9c2b7e4ab441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3d20b0cc9f46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0b4371eb0e400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d7341acd42541b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a4874d430c2406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4a6fdcac41e4af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082dbb6dd70455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52a98650d754667"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73"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75"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530cebf07e4656" /><Relationship Type="http://schemas.openxmlformats.org/officeDocument/2006/relationships/slideLayout" Target="/ppt/slideLayouts/slideLayout1.xml" Id="R967fc63f227945c0" /><Relationship Type="http://schemas.openxmlformats.org/officeDocument/2006/relationships/slideLayout" Target="/ppt/slideLayouts/slideLayout2.xml" Id="Rfe8cbf1361e44010" /><Relationship Type="http://schemas.openxmlformats.org/officeDocument/2006/relationships/slideLayout" Target="/ppt/slideLayouts/slideLayout3.xml" Id="Rcecaa5ee42944b8f" /><Relationship Type="http://schemas.openxmlformats.org/officeDocument/2006/relationships/slideLayout" Target="/ppt/slideLayouts/slideLayout4.xml" Id="Rec982aff22274819" /><Relationship Type="http://schemas.openxmlformats.org/officeDocument/2006/relationships/slideLayout" Target="/ppt/slideLayouts/slideLayout5.xml" Id="Rc436ef2e9a7e4046" /><Relationship Type="http://schemas.openxmlformats.org/officeDocument/2006/relationships/slideLayout" Target="/ppt/slideLayouts/slideLayout6.xml" Id="R503407f54eec483a" /><Relationship Type="http://schemas.openxmlformats.org/officeDocument/2006/relationships/slideLayout" Target="/ppt/slideLayouts/slideLayout7.xml" Id="R8aa745e3a7314c4d" /><Relationship Type="http://schemas.openxmlformats.org/officeDocument/2006/relationships/slideLayout" Target="/ppt/slideLayouts/slideLayout8.xml" Id="Rda968dffcb0b4d2a" /><Relationship Type="http://schemas.openxmlformats.org/officeDocument/2006/relationships/slideLayout" Target="/ppt/slideLayouts/slideLayout9.xml" Id="Rb5e4f796b8024fe2" /><Relationship Type="http://schemas.openxmlformats.org/officeDocument/2006/relationships/slideLayout" Target="/ppt/slideLayouts/slideLayout10.xml" Id="Rd4df948453984476" /><Relationship Type="http://schemas.openxmlformats.org/officeDocument/2006/relationships/slideLayout" Target="/ppt/slideLayouts/slideLayout11.xml" Id="R25b8a1cb34b64daf"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67fc63f227945c0"/>
    <p:sldLayoutId xmlns:r="http://schemas.openxmlformats.org/officeDocument/2006/relationships" id="2147483650" r:id="Rfe8cbf1361e44010"/>
    <p:sldLayoutId xmlns:r="http://schemas.openxmlformats.org/officeDocument/2006/relationships" id="2147483651" r:id="Rcecaa5ee42944b8f"/>
    <p:sldLayoutId xmlns:r="http://schemas.openxmlformats.org/officeDocument/2006/relationships" id="2147483652" r:id="Rec982aff22274819"/>
    <p:sldLayoutId xmlns:r="http://schemas.openxmlformats.org/officeDocument/2006/relationships" id="2147483653" r:id="Rc436ef2e9a7e4046"/>
    <p:sldLayoutId xmlns:r="http://schemas.openxmlformats.org/officeDocument/2006/relationships" id="2147483654" r:id="R503407f54eec483a"/>
    <p:sldLayoutId xmlns:r="http://schemas.openxmlformats.org/officeDocument/2006/relationships" id="2147483655" r:id="R8aa745e3a7314c4d"/>
    <p:sldLayoutId xmlns:r="http://schemas.openxmlformats.org/officeDocument/2006/relationships" id="2147483656" r:id="Rda968dffcb0b4d2a"/>
    <p:sldLayoutId xmlns:r="http://schemas.openxmlformats.org/officeDocument/2006/relationships" id="2147483657" r:id="Rb5e4f796b8024fe2"/>
    <p:sldLayoutId xmlns:r="http://schemas.openxmlformats.org/officeDocument/2006/relationships" id="2147483658" r:id="Rd4df948453984476"/>
    <p:sldLayoutId xmlns:r="http://schemas.openxmlformats.org/officeDocument/2006/relationships" id="2147483659" r:id="R25b8a1cb34b64daf"/>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47c8303f3743ef" /><Relationship Type="http://schemas.openxmlformats.org/officeDocument/2006/relationships/image" Target="/ppt/media/image.png" Id="Rfddc12461a3e4c1d" /><Relationship Type="http://schemas.openxmlformats.org/officeDocument/2006/relationships/image" Target="/ppt/media/image2.png" Id="R095159c6d7d44950" /><Relationship Type="http://schemas.openxmlformats.org/officeDocument/2006/relationships/notesSlide" Target="/ppt/notesSlides/notesSlide1.xml" Id="R121fe05696a047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89bd67d4ba4fc8" /><Relationship Type="http://schemas.openxmlformats.org/officeDocument/2006/relationships/image" Target="/ppt/media/image.jpeg" Id="R4c48f825e65e47b0" /><Relationship Type="http://schemas.openxmlformats.org/officeDocument/2006/relationships/image" Target="/ppt/media/image3.png" Id="Rf2843c4b04db45b7" /><Relationship Type="http://schemas.openxmlformats.org/officeDocument/2006/relationships/notesSlide" Target="/ppt/notesSlides/notesSlide2.xml" Id="R362a171339a94a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38abb6461da448e" /><Relationship Type="http://schemas.openxmlformats.org/officeDocument/2006/relationships/image" Target="/ppt/media/image2.jpeg" Id="Rd68726f7d8a24e04" /><Relationship Type="http://schemas.openxmlformats.org/officeDocument/2006/relationships/image" Target="/ppt/media/image2.png" Id="R9d2e8d8f2af24c88" /><Relationship Type="http://schemas.openxmlformats.org/officeDocument/2006/relationships/image" Target="/ppt/media/image4.png" Id="R69e21e332138448e" /><Relationship Type="http://schemas.openxmlformats.org/officeDocument/2006/relationships/image" Target="/ppt/media/image5.png" Id="R2914939aec2449f4" /><Relationship Type="http://schemas.openxmlformats.org/officeDocument/2006/relationships/notesSlide" Target="/ppt/notesSlides/notesSlide3.xml" Id="Re00c3c732db241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a0df36b2204456" /><Relationship Type="http://schemas.openxmlformats.org/officeDocument/2006/relationships/image" Target="/ppt/media/image2.jpeg" Id="R6b79d0eaf8d94331" /><Relationship Type="http://schemas.openxmlformats.org/officeDocument/2006/relationships/image" Target="/ppt/media/image2.png" Id="R830a309a1752484a" /><Relationship Type="http://schemas.openxmlformats.org/officeDocument/2006/relationships/image" Target="/ppt/media/image6.png" Id="R825ac41571224763" /><Relationship Type="http://schemas.openxmlformats.org/officeDocument/2006/relationships/notesSlide" Target="/ppt/notesSlides/notesSlide4.xml" Id="R045a460ec3584c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43ca94d31d4876" /><Relationship Type="http://schemas.openxmlformats.org/officeDocument/2006/relationships/image" Target="/ppt/media/image2.jpeg" Id="R4d0b362d2e4149d8" /><Relationship Type="http://schemas.openxmlformats.org/officeDocument/2006/relationships/image" Target="/ppt/media/image2.png" Id="R0994c20e72084b28" /><Relationship Type="http://schemas.openxmlformats.org/officeDocument/2006/relationships/notesSlide" Target="/ppt/notesSlides/notesSlide5.xml" Id="R8c762e5d861e40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ba9132ac25f4b0b" /><Relationship Type="http://schemas.openxmlformats.org/officeDocument/2006/relationships/image" Target="/ppt/media/image2.jpeg" Id="R9a37f36f213d42c6" /><Relationship Type="http://schemas.openxmlformats.org/officeDocument/2006/relationships/image" Target="/ppt/media/image2.png" Id="Re471988bca4e4a8f" /><Relationship Type="http://schemas.openxmlformats.org/officeDocument/2006/relationships/notesSlide" Target="/ppt/notesSlides/notesSlide6.xml" Id="Rfe9d46e385cc43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6c950574ae54525" /><Relationship Type="http://schemas.openxmlformats.org/officeDocument/2006/relationships/image" Target="/ppt/media/image2.jpeg" Id="R2032db220b974e6a" /><Relationship Type="http://schemas.openxmlformats.org/officeDocument/2006/relationships/image" Target="/ppt/media/image2.png" Id="R66a73cb94e174796" /><Relationship Type="http://schemas.openxmlformats.org/officeDocument/2006/relationships/notesSlide" Target="/ppt/notesSlides/notesSlide7.xml" Id="R2b43da8b75ac4b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3a0d02540142f8" /><Relationship Type="http://schemas.openxmlformats.org/officeDocument/2006/relationships/image" Target="/ppt/media/image2.jpeg" Id="Rcaf3e169b3d54101" /><Relationship Type="http://schemas.openxmlformats.org/officeDocument/2006/relationships/image" Target="/ppt/media/image2.png" Id="R845713590f9d4258" /><Relationship Type="http://schemas.openxmlformats.org/officeDocument/2006/relationships/notesSlide" Target="/ppt/notesSlides/notesSlide8.xml" Id="R5eee785d3ad845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9aea70b70d2949f4" /><Relationship Type="http://schemas.openxmlformats.org/officeDocument/2006/relationships/image" Target="/ppt/media/image2.jpeg" Id="R78b8726962774fd1" /><Relationship Type="http://schemas.openxmlformats.org/officeDocument/2006/relationships/image" Target="/ppt/media/image2.png" Id="Reca0aca978c1401c" /><Relationship Type="http://schemas.openxmlformats.org/officeDocument/2006/relationships/image" Target="/ppt/media/image4.png" Id="Rbf2afee792944e59" /><Relationship Type="http://schemas.openxmlformats.org/officeDocument/2006/relationships/image" Target="/ppt/media/image7.png" Id="R3fe064362def4ef3" /><Relationship Type="http://schemas.openxmlformats.org/officeDocument/2006/relationships/notesSlide" Target="/ppt/notesSlides/notesSlide9.xml" Id="R05ce9ccf6f244e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02c68d31e8a4ee4" /><Relationship Type="http://schemas.openxmlformats.org/officeDocument/2006/relationships/image" Target="/ppt/media/image2.jpeg" Id="R0f6a258848514788" /><Relationship Type="http://schemas.openxmlformats.org/officeDocument/2006/relationships/image" Target="/ppt/media/image2.png" Id="R6ea087c5e518461f" /><Relationship Type="http://schemas.openxmlformats.org/officeDocument/2006/relationships/notesSlide" Target="/ppt/notesSlides/notesSlide10.xml" Id="R518df296141d45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7b1b10a5a947fe" /><Relationship Type="http://schemas.openxmlformats.org/officeDocument/2006/relationships/image" Target="/ppt/media/image3.jpeg" Id="Rd9e4a6cb68b44936" /><Relationship Type="http://schemas.openxmlformats.org/officeDocument/2006/relationships/image" Target="/ppt/media/image8.png" Id="Ra89d6ba83ef1403c" /><Relationship Type="http://schemas.openxmlformats.org/officeDocument/2006/relationships/notesSlide" Target="/ppt/notesSlides/notesSlide11.xml" Id="Rcfbf825bdec34d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32bb3adcf24751" /><Relationship Type="http://schemas.openxmlformats.org/officeDocument/2006/relationships/image" Target="/ppt/media/image2.jpeg" Id="R0fb5349f0f4b42c7" /><Relationship Type="http://schemas.openxmlformats.org/officeDocument/2006/relationships/image" Target="/ppt/media/image2.png" Id="Rdf7e91d90f40460e" /><Relationship Type="http://schemas.openxmlformats.org/officeDocument/2006/relationships/notesSlide" Target="/ppt/notesSlides/notesSlide12.xml" Id="R008c8ffa33004b4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a29269838fa47b0" /><Relationship Type="http://schemas.openxmlformats.org/officeDocument/2006/relationships/image" Target="/ppt/media/image2.jpeg" Id="Radfbc89a26ec43ee" /><Relationship Type="http://schemas.openxmlformats.org/officeDocument/2006/relationships/image" Target="/ppt/media/image2.png" Id="R59b7957bff2741b5" /><Relationship Type="http://schemas.openxmlformats.org/officeDocument/2006/relationships/notesSlide" Target="/ppt/notesSlides/notesSlide13.xml" Id="R78b1db7e913546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33cff2b56dc4981" /><Relationship Type="http://schemas.openxmlformats.org/officeDocument/2006/relationships/image" Target="/ppt/media/image2.jpeg" Id="R77b6e113c6af4001" /><Relationship Type="http://schemas.openxmlformats.org/officeDocument/2006/relationships/image" Target="/ppt/media/image2.png" Id="R5fa07796cdc14dbd" /><Relationship Type="http://schemas.openxmlformats.org/officeDocument/2006/relationships/image" Target="/ppt/media/image4.png" Id="R0a50e830e38d4175" /><Relationship Type="http://schemas.openxmlformats.org/officeDocument/2006/relationships/image" Target="/ppt/media/image9.png" Id="Rc9d64ddc96574290" /><Relationship Type="http://schemas.openxmlformats.org/officeDocument/2006/relationships/notesSlide" Target="/ppt/notesSlides/notesSlide14.xml" Id="Rc95906bba2fc43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222e8e97bdd4b8f" /><Relationship Type="http://schemas.openxmlformats.org/officeDocument/2006/relationships/image" Target="/ppt/media/image2.jpeg" Id="R2aeb2d535d574d15" /><Relationship Type="http://schemas.openxmlformats.org/officeDocument/2006/relationships/image" Target="/ppt/media/image2.png" Id="R65c33a0b21174cc4" /><Relationship Type="http://schemas.openxmlformats.org/officeDocument/2006/relationships/image" Target="/ppt/media/image10.png" Id="Rd882f5802d93469a" /><Relationship Type="http://schemas.openxmlformats.org/officeDocument/2006/relationships/notesSlide" Target="/ppt/notesSlides/notesSlide15.xml" Id="Re115daa5d1b643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16b69e187d5450b" /><Relationship Type="http://schemas.openxmlformats.org/officeDocument/2006/relationships/image" Target="/ppt/media/image2.jpeg" Id="R4a832de697104718" /><Relationship Type="http://schemas.openxmlformats.org/officeDocument/2006/relationships/image" Target="/ppt/media/image2.png" Id="Rca508142961e4b3d" /><Relationship Type="http://schemas.openxmlformats.org/officeDocument/2006/relationships/notesSlide" Target="/ppt/notesSlides/notesSlide16.xml" Id="Rec32f3565d2246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17b8bef0f84710" /><Relationship Type="http://schemas.openxmlformats.org/officeDocument/2006/relationships/image" Target="/ppt/media/image2.jpeg" Id="R769feb11aedb4612" /><Relationship Type="http://schemas.openxmlformats.org/officeDocument/2006/relationships/image" Target="/ppt/media/image2.png" Id="R641c49cd8ac648f8" /><Relationship Type="http://schemas.openxmlformats.org/officeDocument/2006/relationships/notesSlide" Target="/ppt/notesSlides/notesSlide17.xml" Id="R94ba9d6c80ba45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c9190c94ac84f59" /><Relationship Type="http://schemas.openxmlformats.org/officeDocument/2006/relationships/image" Target="/ppt/media/image2.jpeg" Id="Rbf549caaaf7a4f32" /><Relationship Type="http://schemas.openxmlformats.org/officeDocument/2006/relationships/image" Target="/ppt/media/image2.png" Id="R0a0bd9bb7716435f" /><Relationship Type="http://schemas.openxmlformats.org/officeDocument/2006/relationships/notesSlide" Target="/ppt/notesSlides/notesSlide18.xml" Id="R634f366b8e014f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98019910d804859" /><Relationship Type="http://schemas.openxmlformats.org/officeDocument/2006/relationships/image" Target="/ppt/media/image2.jpeg" Id="R772a9b2f01ee435e" /><Relationship Type="http://schemas.openxmlformats.org/officeDocument/2006/relationships/image" Target="/ppt/media/image2.png" Id="Rf1b9c41017684fbd" /><Relationship Type="http://schemas.openxmlformats.org/officeDocument/2006/relationships/notesSlide" Target="/ppt/notesSlides/notesSlide19.xml" Id="R0ff413a695e941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38b3b3a88b54cee" /><Relationship Type="http://schemas.openxmlformats.org/officeDocument/2006/relationships/image" Target="/ppt/media/image2.jpeg" Id="Rbaea2b83d81349ae" /><Relationship Type="http://schemas.openxmlformats.org/officeDocument/2006/relationships/image" Target="/ppt/media/image2.png" Id="R0cabb1e8fcc14abe" /><Relationship Type="http://schemas.openxmlformats.org/officeDocument/2006/relationships/notesSlide" Target="/ppt/notesSlides/notesSlide20.xml" Id="Rb847c7c0381645d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7f1188e1a70441d" /><Relationship Type="http://schemas.openxmlformats.org/officeDocument/2006/relationships/image" Target="/ppt/media/image2.jpeg" Id="R085bcb212c1148b5" /><Relationship Type="http://schemas.openxmlformats.org/officeDocument/2006/relationships/image" Target="/ppt/media/image2.png" Id="R8331bcdea7bf467b" /><Relationship Type="http://schemas.openxmlformats.org/officeDocument/2006/relationships/image" Target="/ppt/media/image4.png" Id="R5ac651ce6e8e4c5c" /><Relationship Type="http://schemas.openxmlformats.org/officeDocument/2006/relationships/image" Target="/ppt/media/image11.png" Id="R1b36c3d434cf42ec" /><Relationship Type="http://schemas.openxmlformats.org/officeDocument/2006/relationships/notesSlide" Target="/ppt/notesSlides/notesSlide21.xml" Id="R1e31af02f55e483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641bf41584f49d3" /><Relationship Type="http://schemas.openxmlformats.org/officeDocument/2006/relationships/image" Target="/ppt/media/image2.jpeg" Id="R9782df1e081f42a0" /><Relationship Type="http://schemas.openxmlformats.org/officeDocument/2006/relationships/image" Target="/ppt/media/image2.png" Id="Re49c191daae94c24" /><Relationship Type="http://schemas.openxmlformats.org/officeDocument/2006/relationships/notesSlide" Target="/ppt/notesSlides/notesSlide22.xml" Id="R1f76f5e3578844c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986ace637864245" /><Relationship Type="http://schemas.openxmlformats.org/officeDocument/2006/relationships/image" Target="/ppt/media/image2.jpeg" Id="R9145a756114447f3" /><Relationship Type="http://schemas.openxmlformats.org/officeDocument/2006/relationships/image" Target="/ppt/media/image2.png" Id="R1266ee5fbeec4e89" /><Relationship Type="http://schemas.openxmlformats.org/officeDocument/2006/relationships/chart" Target="/ppt/slides/charts/chart1.xml" Id="R02b4284146754cf4" /><Relationship Type="http://schemas.openxmlformats.org/officeDocument/2006/relationships/notesSlide" Target="/ppt/notesSlides/notesSlide23.xml" Id="R57b0c3dc63aa4e2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b5b5848516842b3" /><Relationship Type="http://schemas.openxmlformats.org/officeDocument/2006/relationships/image" Target="/ppt/media/image2.jpeg" Id="R173f4b40b4354401" /><Relationship Type="http://schemas.openxmlformats.org/officeDocument/2006/relationships/image" Target="/ppt/media/image2.png" Id="R2656b141665c448c" /><Relationship Type="http://schemas.openxmlformats.org/officeDocument/2006/relationships/image" Target="/ppt/media/image12.png" Id="R822aa2cb7e3241e5" /><Relationship Type="http://schemas.openxmlformats.org/officeDocument/2006/relationships/image" Target="/ppt/media/image13.png" Id="R5eb56f4356244fa7" /><Relationship Type="http://schemas.openxmlformats.org/officeDocument/2006/relationships/notesSlide" Target="/ppt/notesSlides/notesSlide24.xml" Id="Rc67a79dc2eab48c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39f635c8f4d24fce" /><Relationship Type="http://schemas.openxmlformats.org/officeDocument/2006/relationships/image" Target="/ppt/media/image2.jpeg" Id="R1b23c77a74c2421e" /><Relationship Type="http://schemas.openxmlformats.org/officeDocument/2006/relationships/image" Target="/ppt/media/image2.png" Id="R4706e7d2a8a64a5e" /><Relationship Type="http://schemas.openxmlformats.org/officeDocument/2006/relationships/image" Target="/ppt/media/image4.png" Id="R0acfec17b45244f7" /><Relationship Type="http://schemas.openxmlformats.org/officeDocument/2006/relationships/image" Target="/ppt/media/image14.png" Id="Rec76ca7d4e1d4f53" /><Relationship Type="http://schemas.openxmlformats.org/officeDocument/2006/relationships/notesSlide" Target="/ppt/notesSlides/notesSlide25.xml" Id="R5bd9fb92f1d44a3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81d4835042a43ca" /><Relationship Type="http://schemas.openxmlformats.org/officeDocument/2006/relationships/image" Target="/ppt/media/image2.jpeg" Id="Rb1a0728061a24b65" /><Relationship Type="http://schemas.openxmlformats.org/officeDocument/2006/relationships/image" Target="/ppt/media/image2.png" Id="Ra9fad96ccd6c4719" /><Relationship Type="http://schemas.openxmlformats.org/officeDocument/2006/relationships/notesSlide" Target="/ppt/notesSlides/notesSlide26.xml" Id="R757c3eedddd8459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f99ed049e4e498b" /><Relationship Type="http://schemas.openxmlformats.org/officeDocument/2006/relationships/image" Target="/ppt/media/image2.jpeg" Id="Rc20344150c424502" /><Relationship Type="http://schemas.openxmlformats.org/officeDocument/2006/relationships/image" Target="/ppt/media/image2.png" Id="R8462915931da42e9" /><Relationship Type="http://schemas.openxmlformats.org/officeDocument/2006/relationships/notesSlide" Target="/ppt/notesSlides/notesSlide27.xml" Id="R8c5efbeaa6e34ff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b05423124994fc2" /><Relationship Type="http://schemas.openxmlformats.org/officeDocument/2006/relationships/image" Target="/ppt/media/image2.jpeg" Id="R7f37ab82a10b4a81" /><Relationship Type="http://schemas.openxmlformats.org/officeDocument/2006/relationships/image" Target="/ppt/media/image2.png" Id="Rae8d29b1aafb4c26" /><Relationship Type="http://schemas.openxmlformats.org/officeDocument/2006/relationships/notesSlide" Target="/ppt/notesSlides/notesSlide28.xml" Id="R87c964a7f88440e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d3013f0e1844f12" /><Relationship Type="http://schemas.openxmlformats.org/officeDocument/2006/relationships/image" Target="/ppt/media/image2.jpeg" Id="Rf82c9e36e7a84c83" /><Relationship Type="http://schemas.openxmlformats.org/officeDocument/2006/relationships/image" Target="/ppt/media/image2.png" Id="R279a9dfaa06e49d8" /><Relationship Type="http://schemas.openxmlformats.org/officeDocument/2006/relationships/notesSlide" Target="/ppt/notesSlides/notesSlide29.xml" Id="R0c2363187e214c9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2059a08f251432c" /><Relationship Type="http://schemas.openxmlformats.org/officeDocument/2006/relationships/image" Target="/ppt/media/image2.jpeg" Id="Rffedc4bb225744c9" /><Relationship Type="http://schemas.openxmlformats.org/officeDocument/2006/relationships/image" Target="/ppt/media/image2.png" Id="R55ec3f0f681b49db" /><Relationship Type="http://schemas.openxmlformats.org/officeDocument/2006/relationships/notesSlide" Target="/ppt/notesSlides/notesSlide30.xml" Id="Rdcf0635a7f684e6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8660b1e6b8b4fc4" /><Relationship Type="http://schemas.openxmlformats.org/officeDocument/2006/relationships/image" Target="/ppt/media/image2.jpeg" Id="R481b4470a9a34b94" /><Relationship Type="http://schemas.openxmlformats.org/officeDocument/2006/relationships/image" Target="/ppt/media/image2.png" Id="R9b5f438d624b475e" /><Relationship Type="http://schemas.openxmlformats.org/officeDocument/2006/relationships/notesSlide" Target="/ppt/notesSlides/notesSlide31.xml" Id="Ra8654d725b344be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7378bcee5e5452b" /><Relationship Type="http://schemas.openxmlformats.org/officeDocument/2006/relationships/image" Target="/ppt/media/image2.jpeg" Id="R3971e6e1a74341ad" /><Relationship Type="http://schemas.openxmlformats.org/officeDocument/2006/relationships/image" Target="/ppt/media/image2.png" Id="R566b8db231d5445f" /><Relationship Type="http://schemas.openxmlformats.org/officeDocument/2006/relationships/notesSlide" Target="/ppt/notesSlides/notesSlide32.xml" Id="R5ee64d161756491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93c5507a1ee49b3" /><Relationship Type="http://schemas.openxmlformats.org/officeDocument/2006/relationships/image" Target="/ppt/media/image2.jpeg" Id="R471223bd201147e1" /><Relationship Type="http://schemas.openxmlformats.org/officeDocument/2006/relationships/image" Target="/ppt/media/image2.png" Id="Rb107460b9ab645a3" /><Relationship Type="http://schemas.openxmlformats.org/officeDocument/2006/relationships/notesSlide" Target="/ppt/notesSlides/notesSlide33.xml" Id="R99adb2981222453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512fb680d2a44aa" /><Relationship Type="http://schemas.openxmlformats.org/officeDocument/2006/relationships/image" Target="/ppt/media/image2.jpeg" Id="R2812de6be2dd475e" /><Relationship Type="http://schemas.openxmlformats.org/officeDocument/2006/relationships/image" Target="/ppt/media/image2.png" Id="R937f623462554785" /><Relationship Type="http://schemas.openxmlformats.org/officeDocument/2006/relationships/image" Target="/ppt/media/image15.png" Id="Rea6429fa565b4474" /><Relationship Type="http://schemas.openxmlformats.org/officeDocument/2006/relationships/notesSlide" Target="/ppt/notesSlides/notesSlide34.xml" Id="R5e068e01f33640c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f2ab5ea7e2074a30" /><Relationship Type="http://schemas.openxmlformats.org/officeDocument/2006/relationships/image" Target="/ppt/media/image2.jpeg" Id="Rbf6e1fcb0a2c490c" /><Relationship Type="http://schemas.openxmlformats.org/officeDocument/2006/relationships/image" Target="/ppt/media/image.gif" Id="R01d7254b65b74be7" /><Relationship Type="http://schemas.openxmlformats.org/officeDocument/2006/relationships/image" Target="/ppt/media/image2.png" Id="R3fd085462bba4ed1" /><Relationship Type="http://schemas.openxmlformats.org/officeDocument/2006/relationships/notesSlide" Target="/ppt/notesSlides/notesSlide35.xml" Id="R0e45e4f022cf4359"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fddc12461a3e4c1d">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095159c6d7d44950">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c48f825e65e47b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2843c4b04db45b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4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d68726f7d8a24e0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9d2e8d8f2af24c8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5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69e21e332138448e">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5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2914939aec2449f4">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5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b79d0eaf8d9433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0a309a1752484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221"/>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 Hospitals hold complementary clinical data, but direct pooling raises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 Federated learning keeps patient records local, yet model updates may still expose membership or training features [1]–[6].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 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825ac41571224763"/>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d0b362d2e4149d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94c20e72084b2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a37f36f213d42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471988bca4e4a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032db220b974e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6a73cb94e17479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af3e169b3d541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5713590f9d425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31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78b8726962774fd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2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eca0aca978c1401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2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bf2afee792944e5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2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3fe064362def4ef3">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2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6a25884851478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ea087c5e518461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9e4a6cb68b44936"/>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89d6ba83ef1403c"/>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11</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fb5349f0f4b42c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f7e91d90f40460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dfbc89a26ec43e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9b7957bff2741b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424"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77b6e113c6af40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25"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5fa07796cdc14d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26"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0a50e830e38d4175">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28"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c9d64ddc96574290">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cxnSp>
        <p:nvCxnSpPr>
          <p:cNvPr id="432"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aeb2d535d574d1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5c33a0b21174c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d882f5802d93469a"/>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a832de69710471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a508142961e4b3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9feb11aedb461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41c49cd8ac648f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f549caaaf7a4f3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a0bd9bb7716435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72a9b2f01ee43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1b9c41017684f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aea2b83d81349a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cabb1e8fcc14a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53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085bcb212c1148b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3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8331bcdea7bf467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3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5ac651ce6e8e4c5c">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4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1b36c3d434cf42ec">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4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782df1e081f42a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49c191daae94c2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145a756114447f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266ee5fbeec4e8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02b4284146754cf4"/>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73f4b40b43544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56b141665c448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822aa2cb7e3241e5"/>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5eb56f4356244fa7"/>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57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1b23c77a74c2421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7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4706e7d2a8a64a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7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0acfec17b45244f7">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8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ec76ca7d4e1d4f53">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83"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1a0728061a24b6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fad96ccd6c471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20344150c42450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62915931da42e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f37ab82a10b4a8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e8d29b1aafb4c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82c9e36e7a84c8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79a9dfaa06e49d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fedc4bb225744c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ec3f0f681b49d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81b4470a9a34b9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b5f438d624b47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971e6e1a74341a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66b8db231d5445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71223bd201147e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107460b9ab645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812de6be2dd475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37f62346255478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ea6429fa565b4474">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bf6e1fcb0a2c490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01d7254b65b74be7">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fd085462bba4ed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2026-09-24T01:30:32.6950000Z</dcterms:created>
  <dcterms:modified xsi:type="dcterms:W3CDTF">2026-09-24T01:30:32.6950000Z</dcterms:modified>
</coreProperties>
</file>