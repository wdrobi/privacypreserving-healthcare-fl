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adb6c1fd2d44fd" /><Relationship Type="http://schemas.openxmlformats.org/officeDocument/2006/relationships/extended-properties" Target="/docProps/app.xml" Id="R7364a249a418401d" /><Relationship Type="http://schemas.openxmlformats.org/officeDocument/2006/relationships/officeDocument" Target="/ppt/presentation.xml" Id="Rfd956c1fbb534069" /></Relationships>
</file>

<file path=ppt/presentation.xml><?xml version="1.0" encoding="utf-8"?>
<p:presentation xmlns:p="http://schemas.openxmlformats.org/presentationml/2006/main">
  <p:sldMasterIdLst>
    <p:sldMasterId xmlns:r="http://schemas.openxmlformats.org/officeDocument/2006/relationships" id="2147483648" r:id="R692283e014c74c09"/>
  </p:sldMasterIdLst>
  <p:notesMasterIdLst>
    <p:notesMasterId xmlns:r="http://schemas.openxmlformats.org/officeDocument/2006/relationships" r:id="R4064762a4b984448"/>
  </p:notesMasterIdLst>
  <p:sldIdLst>
    <p:sldId xmlns:r="http://schemas.openxmlformats.org/officeDocument/2006/relationships" id="256" r:id="R3a08f8be6a3c491a"/>
    <p:sldId xmlns:r="http://schemas.openxmlformats.org/officeDocument/2006/relationships" id="257" r:id="Rd98646fdde894888"/>
    <p:sldId xmlns:r="http://schemas.openxmlformats.org/officeDocument/2006/relationships" id="258" r:id="R6d19ae03465449c7"/>
    <p:sldId xmlns:r="http://schemas.openxmlformats.org/officeDocument/2006/relationships" id="259" r:id="Rb25e086b59ab40d6"/>
    <p:sldId xmlns:r="http://schemas.openxmlformats.org/officeDocument/2006/relationships" id="260" r:id="R1fc0550d8d1a483f"/>
    <p:sldId xmlns:r="http://schemas.openxmlformats.org/officeDocument/2006/relationships" id="261" r:id="R2cc827f4357a499a"/>
    <p:sldId xmlns:r="http://schemas.openxmlformats.org/officeDocument/2006/relationships" id="262" r:id="Re168aab192cc4fd9"/>
    <p:sldId xmlns:r="http://schemas.openxmlformats.org/officeDocument/2006/relationships" id="263" r:id="R78a2d58252f6442a"/>
    <p:sldId xmlns:r="http://schemas.openxmlformats.org/officeDocument/2006/relationships" id="264" r:id="R9f4c2f7f3e1545d6"/>
    <p:sldId xmlns:r="http://schemas.openxmlformats.org/officeDocument/2006/relationships" id="265" r:id="Rb87a5cb2243046b9"/>
    <p:sldId xmlns:r="http://schemas.openxmlformats.org/officeDocument/2006/relationships" id="266" r:id="Rece84724cf4340eb"/>
    <p:sldId xmlns:r="http://schemas.openxmlformats.org/officeDocument/2006/relationships" id="267" r:id="Rb7c7c231a9b54fa9"/>
    <p:sldId xmlns:r="http://schemas.openxmlformats.org/officeDocument/2006/relationships" id="268" r:id="Ra7526e052bb646d3"/>
    <p:sldId xmlns:r="http://schemas.openxmlformats.org/officeDocument/2006/relationships" id="269" r:id="R487119491df84c50"/>
    <p:sldId xmlns:r="http://schemas.openxmlformats.org/officeDocument/2006/relationships" id="270" r:id="R69ebf156193b4fbf"/>
    <p:sldId xmlns:r="http://schemas.openxmlformats.org/officeDocument/2006/relationships" id="271" r:id="Rd8267b26bfcf46d3"/>
    <p:sldId xmlns:r="http://schemas.openxmlformats.org/officeDocument/2006/relationships" id="272" r:id="Rc2e29506d1714e51"/>
    <p:sldId xmlns:r="http://schemas.openxmlformats.org/officeDocument/2006/relationships" id="273" r:id="Ree9e6e0e10a946a6"/>
    <p:sldId xmlns:r="http://schemas.openxmlformats.org/officeDocument/2006/relationships" id="274" r:id="Re3bc7c95a0ee4b46"/>
    <p:sldId xmlns:r="http://schemas.openxmlformats.org/officeDocument/2006/relationships" id="275" r:id="Rab90346cf1db4d89"/>
    <p:sldId xmlns:r="http://schemas.openxmlformats.org/officeDocument/2006/relationships" id="276" r:id="Rdf9d4c4ab5d14c15"/>
    <p:sldId xmlns:r="http://schemas.openxmlformats.org/officeDocument/2006/relationships" id="277" r:id="R641c15ce7f1841ed"/>
    <p:sldId xmlns:r="http://schemas.openxmlformats.org/officeDocument/2006/relationships" id="278" r:id="R7664ce0787a94cdc"/>
    <p:sldId xmlns:r="http://schemas.openxmlformats.org/officeDocument/2006/relationships" id="279" r:id="R71faa35d121d4a57"/>
    <p:sldId xmlns:r="http://schemas.openxmlformats.org/officeDocument/2006/relationships" id="280" r:id="Re928845563434cf0"/>
    <p:sldId xmlns:r="http://schemas.openxmlformats.org/officeDocument/2006/relationships" id="281" r:id="Rc55772a1d78f48b3"/>
    <p:sldId xmlns:r="http://schemas.openxmlformats.org/officeDocument/2006/relationships" id="282" r:id="R456f6011cbe54b55"/>
    <p:sldId xmlns:r="http://schemas.openxmlformats.org/officeDocument/2006/relationships" id="283" r:id="Rc1454499f2f14e86"/>
    <p:sldId xmlns:r="http://schemas.openxmlformats.org/officeDocument/2006/relationships" id="284" r:id="R155701bbf7924ee8"/>
    <p:sldId xmlns:r="http://schemas.openxmlformats.org/officeDocument/2006/relationships" id="285" r:id="Rd9c65a3182724f62"/>
    <p:sldId xmlns:r="http://schemas.openxmlformats.org/officeDocument/2006/relationships" id="286" r:id="Rb48c26b1d16d47b0"/>
    <p:sldId xmlns:r="http://schemas.openxmlformats.org/officeDocument/2006/relationships" id="287" r:id="R44c4d6059ab740a8"/>
    <p:sldId xmlns:r="http://schemas.openxmlformats.org/officeDocument/2006/relationships" id="288" r:id="R50cdc3cbc3334166"/>
    <p:sldId xmlns:r="http://schemas.openxmlformats.org/officeDocument/2006/relationships" id="289" r:id="R5776e05bf9694a7d"/>
    <p:sldId xmlns:r="http://schemas.openxmlformats.org/officeDocument/2006/relationships" id="290" r:id="Rcce1081ca9e74c48"/>
    <p:sldId xmlns:r="http://schemas.openxmlformats.org/officeDocument/2006/relationships" id="291" r:id="Ra8389de75cc14200"/>
    <p:sldId xmlns:r="http://schemas.openxmlformats.org/officeDocument/2006/relationships" id="292" r:id="R4d8c4733a5b14db0"/>
    <p:sldId xmlns:r="http://schemas.openxmlformats.org/officeDocument/2006/relationships" id="293" r:id="R7d9fa6d99f134502"/>
    <p:sldId xmlns:r="http://schemas.openxmlformats.org/officeDocument/2006/relationships" id="294" r:id="R23ea82b14ebd41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64b6b9936394a23" /><Relationship Type="http://schemas.openxmlformats.org/officeDocument/2006/relationships/slideMaster" Target="/ppt/slideMasters/slideMaster1.xml" Id="R692283e014c74c09" /><Relationship Type="http://schemas.openxmlformats.org/officeDocument/2006/relationships/notesMaster" Target="/ppt/notesMasters/notesMaster1.xml" Id="R4064762a4b984448" /><Relationship Type="http://schemas.openxmlformats.org/officeDocument/2006/relationships/presProps" Target="/ppt/presProps.xml" Id="Rde317f3ede144c0d" /><Relationship Type="http://schemas.openxmlformats.org/officeDocument/2006/relationships/viewProps" Target="/ppt/viewProps.xml" Id="Rea13a774269c4298" /><Relationship Type="http://schemas.openxmlformats.org/officeDocument/2006/relationships/tableStyles" Target="/ppt/tableStyles.xml" Id="R9933982a26dd42a1" /><Relationship Type="http://schemas.openxmlformats.org/officeDocument/2006/relationships/slide" Target="/ppt/slides/slide1.xml" Id="R3a08f8be6a3c491a" /><Relationship Type="http://schemas.openxmlformats.org/officeDocument/2006/relationships/slide" Target="/ppt/slides/slide2.xml" Id="Rd98646fdde894888" /><Relationship Type="http://schemas.openxmlformats.org/officeDocument/2006/relationships/slide" Target="/ppt/slides/slide3.xml" Id="R6d19ae03465449c7" /><Relationship Type="http://schemas.openxmlformats.org/officeDocument/2006/relationships/slide" Target="/ppt/slides/slide4.xml" Id="Rb25e086b59ab40d6" /><Relationship Type="http://schemas.openxmlformats.org/officeDocument/2006/relationships/slide" Target="/ppt/slides/slide5.xml" Id="R1fc0550d8d1a483f" /><Relationship Type="http://schemas.openxmlformats.org/officeDocument/2006/relationships/slide" Target="/ppt/slides/slide6.xml" Id="R2cc827f4357a499a" /><Relationship Type="http://schemas.openxmlformats.org/officeDocument/2006/relationships/slide" Target="/ppt/slides/slide7.xml" Id="Re168aab192cc4fd9" /><Relationship Type="http://schemas.openxmlformats.org/officeDocument/2006/relationships/slide" Target="/ppt/slides/slide8.xml" Id="R78a2d58252f6442a" /><Relationship Type="http://schemas.openxmlformats.org/officeDocument/2006/relationships/slide" Target="/ppt/slides/slide9.xml" Id="R9f4c2f7f3e1545d6" /><Relationship Type="http://schemas.openxmlformats.org/officeDocument/2006/relationships/slide" Target="/ppt/slides/slide10.xml" Id="Rb87a5cb2243046b9" /><Relationship Type="http://schemas.openxmlformats.org/officeDocument/2006/relationships/slide" Target="/ppt/slides/slide11.xml" Id="Rece84724cf4340eb" /><Relationship Type="http://schemas.openxmlformats.org/officeDocument/2006/relationships/slide" Target="/ppt/slides/slide12.xml" Id="Rb7c7c231a9b54fa9" /><Relationship Type="http://schemas.openxmlformats.org/officeDocument/2006/relationships/slide" Target="/ppt/slides/slide13.xml" Id="Ra7526e052bb646d3" /><Relationship Type="http://schemas.openxmlformats.org/officeDocument/2006/relationships/slide" Target="/ppt/slides/slide14.xml" Id="R487119491df84c50" /><Relationship Type="http://schemas.openxmlformats.org/officeDocument/2006/relationships/slide" Target="/ppt/slides/slide15.xml" Id="R69ebf156193b4fbf" /><Relationship Type="http://schemas.openxmlformats.org/officeDocument/2006/relationships/slide" Target="/ppt/slides/slide16.xml" Id="Rd8267b26bfcf46d3" /><Relationship Type="http://schemas.openxmlformats.org/officeDocument/2006/relationships/slide" Target="/ppt/slides/slide17.xml" Id="Rc2e29506d1714e51" /><Relationship Type="http://schemas.openxmlformats.org/officeDocument/2006/relationships/slide" Target="/ppt/slides/slide18.xml" Id="Ree9e6e0e10a946a6" /><Relationship Type="http://schemas.openxmlformats.org/officeDocument/2006/relationships/slide" Target="/ppt/slides/slide19.xml" Id="Re3bc7c95a0ee4b46" /><Relationship Type="http://schemas.openxmlformats.org/officeDocument/2006/relationships/slide" Target="/ppt/slides/slide20.xml" Id="Rab90346cf1db4d89" /><Relationship Type="http://schemas.openxmlformats.org/officeDocument/2006/relationships/slide" Target="/ppt/slides/slide21.xml" Id="Rdf9d4c4ab5d14c15" /><Relationship Type="http://schemas.openxmlformats.org/officeDocument/2006/relationships/slide" Target="/ppt/slides/slide22.xml" Id="R641c15ce7f1841ed" /><Relationship Type="http://schemas.openxmlformats.org/officeDocument/2006/relationships/slide" Target="/ppt/slides/slide23.xml" Id="R7664ce0787a94cdc" /><Relationship Type="http://schemas.openxmlformats.org/officeDocument/2006/relationships/slide" Target="/ppt/slides/slide24.xml" Id="R71faa35d121d4a57" /><Relationship Type="http://schemas.openxmlformats.org/officeDocument/2006/relationships/slide" Target="/ppt/slides/slide25.xml" Id="Re928845563434cf0" /><Relationship Type="http://schemas.openxmlformats.org/officeDocument/2006/relationships/slide" Target="/ppt/slides/slide26.xml" Id="Rc55772a1d78f48b3" /><Relationship Type="http://schemas.openxmlformats.org/officeDocument/2006/relationships/slide" Target="/ppt/slides/slide27.xml" Id="R456f6011cbe54b55" /><Relationship Type="http://schemas.openxmlformats.org/officeDocument/2006/relationships/slide" Target="/ppt/slides/slide28.xml" Id="Rc1454499f2f14e86" /><Relationship Type="http://schemas.openxmlformats.org/officeDocument/2006/relationships/slide" Target="/ppt/slides/slide29.xml" Id="R155701bbf7924ee8" /><Relationship Type="http://schemas.openxmlformats.org/officeDocument/2006/relationships/slide" Target="/ppt/slides/slide30.xml" Id="Rd9c65a3182724f62" /><Relationship Type="http://schemas.openxmlformats.org/officeDocument/2006/relationships/slide" Target="/ppt/slides/slide31.xml" Id="Rb48c26b1d16d47b0" /><Relationship Type="http://schemas.openxmlformats.org/officeDocument/2006/relationships/slide" Target="/ppt/slides/slide32.xml" Id="R44c4d6059ab740a8" /><Relationship Type="http://schemas.openxmlformats.org/officeDocument/2006/relationships/slide" Target="/ppt/slides/slide33.xml" Id="R50cdc3cbc3334166" /><Relationship Type="http://schemas.openxmlformats.org/officeDocument/2006/relationships/slide" Target="/ppt/slides/slide34.xml" Id="R5776e05bf9694a7d" /><Relationship Type="http://schemas.openxmlformats.org/officeDocument/2006/relationships/slide" Target="/ppt/slides/slide35.xml" Id="Rcce1081ca9e74c48" /><Relationship Type="http://schemas.openxmlformats.org/officeDocument/2006/relationships/slide" Target="/ppt/slides/slide36.xml" Id="Ra8389de75cc14200" /><Relationship Type="http://schemas.openxmlformats.org/officeDocument/2006/relationships/slide" Target="/ppt/slides/slide37.xml" Id="R4d8c4733a5b14db0" /><Relationship Type="http://schemas.openxmlformats.org/officeDocument/2006/relationships/slide" Target="/ppt/slides/slide38.xml" Id="R7d9fa6d99f134502" /><Relationship Type="http://schemas.openxmlformats.org/officeDocument/2006/relationships/slide" Target="/ppt/slides/slide39.xml" Id="R23ea82b14ebd41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e3bd7be81349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acd9e3cbe142ab" /><Relationship Type="http://schemas.openxmlformats.org/officeDocument/2006/relationships/notesMaster" Target="/ppt/notesMasters/notesMaster1.xml" Id="R56d12e00685f4f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86c3632f154df0" /><Relationship Type="http://schemas.openxmlformats.org/officeDocument/2006/relationships/notesMaster" Target="/ppt/notesMasters/notesMaster1.xml" Id="R42b5a75e424c4d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9011fc7c71474e" /><Relationship Type="http://schemas.openxmlformats.org/officeDocument/2006/relationships/notesMaster" Target="/ppt/notesMasters/notesMaster1.xml" Id="Rb4a649f78a6249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c03f22c3d54a80" /><Relationship Type="http://schemas.openxmlformats.org/officeDocument/2006/relationships/notesMaster" Target="/ppt/notesMasters/notesMaster1.xml" Id="R8cd8210a82ea48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5df392e9db470a" /><Relationship Type="http://schemas.openxmlformats.org/officeDocument/2006/relationships/notesMaster" Target="/ppt/notesMasters/notesMaster1.xml" Id="Re0bc4f0c548c45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caed8b93ae4f70" /><Relationship Type="http://schemas.openxmlformats.org/officeDocument/2006/relationships/notesMaster" Target="/ppt/notesMasters/notesMaster1.xml" Id="Ra146afc0f34842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f0ce51732b42d3" /><Relationship Type="http://schemas.openxmlformats.org/officeDocument/2006/relationships/notesMaster" Target="/ppt/notesMasters/notesMaster1.xml" Id="Rc83d8dcceb7547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30d14ab660494d" /><Relationship Type="http://schemas.openxmlformats.org/officeDocument/2006/relationships/notesMaster" Target="/ppt/notesMasters/notesMaster1.xml" Id="Rc15b4e26b78041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a288cf2daa49cf" /><Relationship Type="http://schemas.openxmlformats.org/officeDocument/2006/relationships/notesMaster" Target="/ppt/notesMasters/notesMaster1.xml" Id="Rccf01a6ded634f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bdc8e234d64183" /><Relationship Type="http://schemas.openxmlformats.org/officeDocument/2006/relationships/notesMaster" Target="/ppt/notesMasters/notesMaster1.xml" Id="R5f6354e9d64d48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4df587e9a04db4" /><Relationship Type="http://schemas.openxmlformats.org/officeDocument/2006/relationships/notesMaster" Target="/ppt/notesMasters/notesMaster1.xml" Id="Rff2811b4096042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277bfe4581460b" /><Relationship Type="http://schemas.openxmlformats.org/officeDocument/2006/relationships/notesMaster" Target="/ppt/notesMasters/notesMaster1.xml" Id="R49f1880b04eb45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daad0f07a04a22" /><Relationship Type="http://schemas.openxmlformats.org/officeDocument/2006/relationships/notesMaster" Target="/ppt/notesMasters/notesMaster1.xml" Id="R1dc318b731a84c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8334aaf385496f" /><Relationship Type="http://schemas.openxmlformats.org/officeDocument/2006/relationships/notesMaster" Target="/ppt/notesMasters/notesMaster1.xml" Id="R06f8d4f1cbe54e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80d5c314f54201" /><Relationship Type="http://schemas.openxmlformats.org/officeDocument/2006/relationships/notesMaster" Target="/ppt/notesMasters/notesMaster1.xml" Id="Red0a25cbb57e40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5c286d08b1494b" /><Relationship Type="http://schemas.openxmlformats.org/officeDocument/2006/relationships/notesMaster" Target="/ppt/notesMasters/notesMaster1.xml" Id="R80e21d31b2f541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63077c94ef43b1" /><Relationship Type="http://schemas.openxmlformats.org/officeDocument/2006/relationships/notesMaster" Target="/ppt/notesMasters/notesMaster1.xml" Id="Rc9561d66c41e4a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556b95266a4d7b" /><Relationship Type="http://schemas.openxmlformats.org/officeDocument/2006/relationships/notesMaster" Target="/ppt/notesMasters/notesMaster1.xml" Id="R90408c1b17b447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282035654a4ca4" /><Relationship Type="http://schemas.openxmlformats.org/officeDocument/2006/relationships/notesMaster" Target="/ppt/notesMasters/notesMaster1.xml" Id="R8869f37063ba4a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8884856df14fef" /><Relationship Type="http://schemas.openxmlformats.org/officeDocument/2006/relationships/notesMaster" Target="/ppt/notesMasters/notesMaster1.xml" Id="R52285a73f51846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1ee84c62504700" /><Relationship Type="http://schemas.openxmlformats.org/officeDocument/2006/relationships/notesMaster" Target="/ppt/notesMasters/notesMaster1.xml" Id="R84daf42a75a546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48140180c446f6" /><Relationship Type="http://schemas.openxmlformats.org/officeDocument/2006/relationships/notesMaster" Target="/ppt/notesMasters/notesMaster1.xml" Id="R5ea13325ddbe44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1137be0222f43c0" /><Relationship Type="http://schemas.openxmlformats.org/officeDocument/2006/relationships/notesMaster" Target="/ppt/notesMasters/notesMaster1.xml" Id="R570f8b76fd5c4fb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774c064af74433" /><Relationship Type="http://schemas.openxmlformats.org/officeDocument/2006/relationships/notesMaster" Target="/ppt/notesMasters/notesMaster1.xml" Id="R38a83b696b2e429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025b5f20e842b6" /><Relationship Type="http://schemas.openxmlformats.org/officeDocument/2006/relationships/notesMaster" Target="/ppt/notesMasters/notesMaster1.xml" Id="R274bba3cedfb4a1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3162f29d0b4e4a" /><Relationship Type="http://schemas.openxmlformats.org/officeDocument/2006/relationships/notesMaster" Target="/ppt/notesMasters/notesMaster1.xml" Id="R42edc426961047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6d3545ff2974d87" /><Relationship Type="http://schemas.openxmlformats.org/officeDocument/2006/relationships/notesMaster" Target="/ppt/notesMasters/notesMaster1.xml" Id="R10b46b42076845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082829e7384c63" /><Relationship Type="http://schemas.openxmlformats.org/officeDocument/2006/relationships/notesMaster" Target="/ppt/notesMasters/notesMaster1.xml" Id="R77728f700cdf4e6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3d4f76c51074731" /><Relationship Type="http://schemas.openxmlformats.org/officeDocument/2006/relationships/notesMaster" Target="/ppt/notesMasters/notesMaster1.xml" Id="R28e36bdb114448e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c802af9eb6402e" /><Relationship Type="http://schemas.openxmlformats.org/officeDocument/2006/relationships/notesMaster" Target="/ppt/notesMasters/notesMaster1.xml" Id="R3cf23a66bbd648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c7f3e52fbfb4ec2" /><Relationship Type="http://schemas.openxmlformats.org/officeDocument/2006/relationships/notesMaster" Target="/ppt/notesMasters/notesMaster1.xml" Id="R05fae38946e948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ce207fa8a234f7a" /><Relationship Type="http://schemas.openxmlformats.org/officeDocument/2006/relationships/notesMaster" Target="/ppt/notesMasters/notesMaster1.xml" Id="Rdb2c6d03ac23464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8a5842e5e984e6a" /><Relationship Type="http://schemas.openxmlformats.org/officeDocument/2006/relationships/notesMaster" Target="/ppt/notesMasters/notesMaster1.xml" Id="R1b8f13f289fe4c8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07171d23f2147f1" /><Relationship Type="http://schemas.openxmlformats.org/officeDocument/2006/relationships/notesMaster" Target="/ppt/notesMasters/notesMaster1.xml" Id="R4ac86c7de17a4e3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282d225cac04fa3" /><Relationship Type="http://schemas.openxmlformats.org/officeDocument/2006/relationships/notesMaster" Target="/ppt/notesMasters/notesMaster1.xml" Id="R0e67ce328750441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0ef07214aca434c" /><Relationship Type="http://schemas.openxmlformats.org/officeDocument/2006/relationships/notesMaster" Target="/ppt/notesMasters/notesMaster1.xml" Id="Rdd37aefe07ae48e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4be96f5c9444a49" /><Relationship Type="http://schemas.openxmlformats.org/officeDocument/2006/relationships/notesMaster" Target="/ppt/notesMasters/notesMaster1.xml" Id="Rb00e19123bd5430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04e92a404444ae1" /><Relationship Type="http://schemas.openxmlformats.org/officeDocument/2006/relationships/notesMaster" Target="/ppt/notesMasters/notesMaster1.xml" Id="R259a403018864ba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512c015117a441f" /><Relationship Type="http://schemas.openxmlformats.org/officeDocument/2006/relationships/notesMaster" Target="/ppt/notesMasters/notesMaster1.xml" Id="Rc6b8b4fe4ae545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cd150334884d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db9f1121cc44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25ff71c91048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fdd376662e46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8ec6f836d445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29a13dabbf4f8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0e68408614d4d1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e89c24b30cb4ab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69e9016834241a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7356429734a4a2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6b55cfef6e04564"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43"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3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c57e01bc3f422a" /><Relationship Type="http://schemas.openxmlformats.org/officeDocument/2006/relationships/slideLayout" Target="/ppt/slideLayouts/slideLayout1.xml" Id="Rbe81a37b6e1b43df" /><Relationship Type="http://schemas.openxmlformats.org/officeDocument/2006/relationships/slideLayout" Target="/ppt/slideLayouts/slideLayout2.xml" Id="R24848c1952494530" /><Relationship Type="http://schemas.openxmlformats.org/officeDocument/2006/relationships/slideLayout" Target="/ppt/slideLayouts/slideLayout3.xml" Id="Rcf62898f009c4bf2" /><Relationship Type="http://schemas.openxmlformats.org/officeDocument/2006/relationships/slideLayout" Target="/ppt/slideLayouts/slideLayout4.xml" Id="Rda453b0de86a44e1" /><Relationship Type="http://schemas.openxmlformats.org/officeDocument/2006/relationships/slideLayout" Target="/ppt/slideLayouts/slideLayout5.xml" Id="R3b8ffb6b3eaa4281" /><Relationship Type="http://schemas.openxmlformats.org/officeDocument/2006/relationships/slideLayout" Target="/ppt/slideLayouts/slideLayout6.xml" Id="R8473743b3c164f47" /><Relationship Type="http://schemas.openxmlformats.org/officeDocument/2006/relationships/slideLayout" Target="/ppt/slideLayouts/slideLayout7.xml" Id="R05e7a5b9f5164b8f" /><Relationship Type="http://schemas.openxmlformats.org/officeDocument/2006/relationships/slideLayout" Target="/ppt/slideLayouts/slideLayout8.xml" Id="R1b0bc7f6c2e74904" /><Relationship Type="http://schemas.openxmlformats.org/officeDocument/2006/relationships/slideLayout" Target="/ppt/slideLayouts/slideLayout9.xml" Id="R44180d5a4ede4fa2" /><Relationship Type="http://schemas.openxmlformats.org/officeDocument/2006/relationships/slideLayout" Target="/ppt/slideLayouts/slideLayout10.xml" Id="Ra2ee543887134ff6" /><Relationship Type="http://schemas.openxmlformats.org/officeDocument/2006/relationships/slideLayout" Target="/ppt/slideLayouts/slideLayout11.xml" Id="R811320e988c0409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e81a37b6e1b43df"/>
    <p:sldLayoutId xmlns:r="http://schemas.openxmlformats.org/officeDocument/2006/relationships" id="2147483650" r:id="R24848c1952494530"/>
    <p:sldLayoutId xmlns:r="http://schemas.openxmlformats.org/officeDocument/2006/relationships" id="2147483651" r:id="Rcf62898f009c4bf2"/>
    <p:sldLayoutId xmlns:r="http://schemas.openxmlformats.org/officeDocument/2006/relationships" id="2147483652" r:id="Rda453b0de86a44e1"/>
    <p:sldLayoutId xmlns:r="http://schemas.openxmlformats.org/officeDocument/2006/relationships" id="2147483653" r:id="R3b8ffb6b3eaa4281"/>
    <p:sldLayoutId xmlns:r="http://schemas.openxmlformats.org/officeDocument/2006/relationships" id="2147483654" r:id="R8473743b3c164f47"/>
    <p:sldLayoutId xmlns:r="http://schemas.openxmlformats.org/officeDocument/2006/relationships" id="2147483655" r:id="R05e7a5b9f5164b8f"/>
    <p:sldLayoutId xmlns:r="http://schemas.openxmlformats.org/officeDocument/2006/relationships" id="2147483656" r:id="R1b0bc7f6c2e74904"/>
    <p:sldLayoutId xmlns:r="http://schemas.openxmlformats.org/officeDocument/2006/relationships" id="2147483657" r:id="R44180d5a4ede4fa2"/>
    <p:sldLayoutId xmlns:r="http://schemas.openxmlformats.org/officeDocument/2006/relationships" id="2147483658" r:id="Ra2ee543887134ff6"/>
    <p:sldLayoutId xmlns:r="http://schemas.openxmlformats.org/officeDocument/2006/relationships" id="2147483659" r:id="R811320e988c0409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2191aedd3a4d17" /><Relationship Type="http://schemas.openxmlformats.org/officeDocument/2006/relationships/image" Target="/ppt/media/image.png" Id="R2822e339e79b4113" /><Relationship Type="http://schemas.openxmlformats.org/officeDocument/2006/relationships/image" Target="/ppt/media/image2.png" Id="R1710f70c558542f3" /><Relationship Type="http://schemas.openxmlformats.org/officeDocument/2006/relationships/notesSlide" Target="/ppt/notesSlides/notesSlide1.xml" Id="Rae8875765e5147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6fdba4d870489f" /><Relationship Type="http://schemas.openxmlformats.org/officeDocument/2006/relationships/image" Target="/ppt/media/image.jpeg" Id="Rbc1a50ec070c42a6" /><Relationship Type="http://schemas.openxmlformats.org/officeDocument/2006/relationships/image" Target="/ppt/media/image2.png" Id="R29378a85e88a4131" /><Relationship Type="http://schemas.openxmlformats.org/officeDocument/2006/relationships/notesSlide" Target="/ppt/notesSlides/notesSlide2.xml" Id="R59aac2ce4dff4b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64c6add3b6a472c" /><Relationship Type="http://schemas.openxmlformats.org/officeDocument/2006/relationships/image" Target="/ppt/media/image.jpeg" Id="R0056ebe73dae4764" /><Relationship Type="http://schemas.openxmlformats.org/officeDocument/2006/relationships/image" Target="/ppt/media/image2.png" Id="R343a588a1f1d42ec" /><Relationship Type="http://schemas.openxmlformats.org/officeDocument/2006/relationships/image" Target="/ppt/media/image3.png" Id="R6ac31528965542c3" /><Relationship Type="http://schemas.openxmlformats.org/officeDocument/2006/relationships/image" Target="/ppt/media/image4.png" Id="R02dba6b2a26048fb" /><Relationship Type="http://schemas.openxmlformats.org/officeDocument/2006/relationships/notesSlide" Target="/ppt/notesSlides/notesSlide3.xml" Id="Rdced50894d7641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0544be3af54e35" /><Relationship Type="http://schemas.openxmlformats.org/officeDocument/2006/relationships/image" Target="/ppt/media/image.jpeg" Id="R1e46eb8f4c964248" /><Relationship Type="http://schemas.openxmlformats.org/officeDocument/2006/relationships/image" Target="/ppt/media/image2.png" Id="R7df685ec23664291" /><Relationship Type="http://schemas.openxmlformats.org/officeDocument/2006/relationships/image" Target="/ppt/media/image5.png" Id="R824e06b650c24156" /><Relationship Type="http://schemas.openxmlformats.org/officeDocument/2006/relationships/notesSlide" Target="/ppt/notesSlides/notesSlide4.xml" Id="R076b5f023f3947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5bb52ca6154d47" /><Relationship Type="http://schemas.openxmlformats.org/officeDocument/2006/relationships/image" Target="/ppt/media/image.jpeg" Id="R8834ce2d07ff4d70" /><Relationship Type="http://schemas.openxmlformats.org/officeDocument/2006/relationships/image" Target="/ppt/media/image2.png" Id="R614a41dbc64e4928" /><Relationship Type="http://schemas.openxmlformats.org/officeDocument/2006/relationships/notesSlide" Target="/ppt/notesSlides/notesSlide5.xml" Id="R4e6ec3b6548147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506088c8324ecd" /><Relationship Type="http://schemas.openxmlformats.org/officeDocument/2006/relationships/image" Target="/ppt/media/image.jpeg" Id="Rcd211f25821a40b6" /><Relationship Type="http://schemas.openxmlformats.org/officeDocument/2006/relationships/image" Target="/ppt/media/image2.png" Id="R7603971264bd4eb0" /><Relationship Type="http://schemas.openxmlformats.org/officeDocument/2006/relationships/notesSlide" Target="/ppt/notesSlides/notesSlide6.xml" Id="R804f40de242d42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6b87c623e04b64" /><Relationship Type="http://schemas.openxmlformats.org/officeDocument/2006/relationships/image" Target="/ppt/media/image.jpeg" Id="R1bbc15820a5842d0" /><Relationship Type="http://schemas.openxmlformats.org/officeDocument/2006/relationships/image" Target="/ppt/media/image2.png" Id="R5cbf507dce534c29" /><Relationship Type="http://schemas.openxmlformats.org/officeDocument/2006/relationships/chart" Target="/ppt/slides/charts/chart1.xml" Id="R5bc04d2998b642b1" /><Relationship Type="http://schemas.openxmlformats.org/officeDocument/2006/relationships/notesSlide" Target="/ppt/notesSlides/notesSlide7.xml" Id="R1a6e3a93b0c044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58184b00b3492c" /><Relationship Type="http://schemas.openxmlformats.org/officeDocument/2006/relationships/image" Target="/ppt/media/image.jpeg" Id="Rc6e76068b9744213" /><Relationship Type="http://schemas.openxmlformats.org/officeDocument/2006/relationships/image" Target="/ppt/media/image2.png" Id="Rd0bed82b7dce4cab" /><Relationship Type="http://schemas.openxmlformats.org/officeDocument/2006/relationships/notesSlide" Target="/ppt/notesSlides/notesSlide8.xml" Id="R8a2295aa26254b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a53720592742e1" /><Relationship Type="http://schemas.openxmlformats.org/officeDocument/2006/relationships/image" Target="/ppt/media/image.jpeg" Id="R0bdd914b3641456d" /><Relationship Type="http://schemas.openxmlformats.org/officeDocument/2006/relationships/image" Target="/ppt/media/image2.png" Id="Rfd298adc7f624bc2" /><Relationship Type="http://schemas.openxmlformats.org/officeDocument/2006/relationships/notesSlide" Target="/ppt/notesSlides/notesSlide9.xml" Id="R78ef7b9b474844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270a46be4f64f9a" /><Relationship Type="http://schemas.openxmlformats.org/officeDocument/2006/relationships/image" Target="/ppt/media/image.jpeg" Id="Rf21a3779042e44f7" /><Relationship Type="http://schemas.openxmlformats.org/officeDocument/2006/relationships/image" Target="/ppt/media/image2.png" Id="Rf3cbc26eb7124671" /><Relationship Type="http://schemas.openxmlformats.org/officeDocument/2006/relationships/image" Target="/ppt/media/image3.png" Id="R1d1fdf7f2b6749c4" /><Relationship Type="http://schemas.openxmlformats.org/officeDocument/2006/relationships/image" Target="/ppt/media/image6.png" Id="R542d112b123c4962" /><Relationship Type="http://schemas.openxmlformats.org/officeDocument/2006/relationships/notesSlide" Target="/ppt/notesSlides/notesSlide10.xml" Id="R122e08767f3b4f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b115e4332240b3" /><Relationship Type="http://schemas.openxmlformats.org/officeDocument/2006/relationships/image" Target="/ppt/media/image.jpeg" Id="R41a8310642924169" /><Relationship Type="http://schemas.openxmlformats.org/officeDocument/2006/relationships/image" Target="/ppt/media/image2.png" Id="Ra286d2e875784f12" /><Relationship Type="http://schemas.openxmlformats.org/officeDocument/2006/relationships/notesSlide" Target="/ppt/notesSlides/notesSlide11.xml" Id="R9faca462b1be4c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8a325b45da4040" /><Relationship Type="http://schemas.openxmlformats.org/officeDocument/2006/relationships/image" Target="/ppt/media/image.jpeg" Id="Rd115f19b15a64d59" /><Relationship Type="http://schemas.openxmlformats.org/officeDocument/2006/relationships/image" Target="/ppt/media/image2.png" Id="R7db31660e6c64f55" /><Relationship Type="http://schemas.openxmlformats.org/officeDocument/2006/relationships/notesSlide" Target="/ppt/notesSlides/notesSlide12.xml" Id="R0f804d74ea2549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4650534d734791" /><Relationship Type="http://schemas.openxmlformats.org/officeDocument/2006/relationships/image" Target="/ppt/media/image.jpeg" Id="Rf4b6fb53a7bb438b" /><Relationship Type="http://schemas.openxmlformats.org/officeDocument/2006/relationships/image" Target="/ppt/media/image2.png" Id="R1bc0c9f8af984030" /><Relationship Type="http://schemas.openxmlformats.org/officeDocument/2006/relationships/notesSlide" Target="/ppt/notesSlides/notesSlide13.xml" Id="Rb4bcce5ee9bc4c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5fad59707944ce" /><Relationship Type="http://schemas.openxmlformats.org/officeDocument/2006/relationships/image" Target="/ppt/media/image.jpeg" Id="R00fff7def7174d16" /><Relationship Type="http://schemas.openxmlformats.org/officeDocument/2006/relationships/image" Target="/ppt/media/image2.png" Id="Rf5b8ae7d24a046f4" /><Relationship Type="http://schemas.openxmlformats.org/officeDocument/2006/relationships/notesSlide" Target="/ppt/notesSlides/notesSlide14.xml" Id="R39cdfcf1567a4f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ad14be50fd46bf" /><Relationship Type="http://schemas.openxmlformats.org/officeDocument/2006/relationships/image" Target="/ppt/media/image.jpeg" Id="R6633cafa627c44a1" /><Relationship Type="http://schemas.openxmlformats.org/officeDocument/2006/relationships/image" Target="/ppt/media/image2.png" Id="Rba9668c490d84179" /><Relationship Type="http://schemas.openxmlformats.org/officeDocument/2006/relationships/notesSlide" Target="/ppt/notesSlides/notesSlide15.xml" Id="R25e0af24e4204c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e2a4d244364122" /><Relationship Type="http://schemas.openxmlformats.org/officeDocument/2006/relationships/image" Target="/ppt/media/image.jpeg" Id="Rb84345aa970a4d23" /><Relationship Type="http://schemas.openxmlformats.org/officeDocument/2006/relationships/image" Target="/ppt/media/image2.png" Id="R6bb8aced1aec45f9" /><Relationship Type="http://schemas.openxmlformats.org/officeDocument/2006/relationships/notesSlide" Target="/ppt/notesSlides/notesSlide16.xml" Id="Rbd2cc5b225ae4d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5b4363eb50b4d4c" /><Relationship Type="http://schemas.openxmlformats.org/officeDocument/2006/relationships/image" Target="/ppt/media/image.jpeg" Id="R06a4b29d34ea422f" /><Relationship Type="http://schemas.openxmlformats.org/officeDocument/2006/relationships/image" Target="/ppt/media/image2.png" Id="R70cacb43b8cf4e3c" /><Relationship Type="http://schemas.openxmlformats.org/officeDocument/2006/relationships/image" Target="/ppt/media/image3.png" Id="R7f6e6aa63a4243d7" /><Relationship Type="http://schemas.openxmlformats.org/officeDocument/2006/relationships/image" Target="/ppt/media/image7.png" Id="R2ca3ab7005f0424a" /><Relationship Type="http://schemas.openxmlformats.org/officeDocument/2006/relationships/notesSlide" Target="/ppt/notesSlides/notesSlide17.xml" Id="R0035f9ce3b6547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ea1db78c9f54fbb" /><Relationship Type="http://schemas.openxmlformats.org/officeDocument/2006/relationships/image" Target="/ppt/media/image.jpeg" Id="R37dea3e453054be9" /><Relationship Type="http://schemas.openxmlformats.org/officeDocument/2006/relationships/image" Target="/ppt/media/image2.png" Id="R65a99410a8094f6e" /><Relationship Type="http://schemas.openxmlformats.org/officeDocument/2006/relationships/image" Target="/ppt/media/image8.png" Id="R9e08193f571a49ba" /><Relationship Type="http://schemas.openxmlformats.org/officeDocument/2006/relationships/image" Target="/ppt/media/image9.png" Id="R61977db3960c4dfb" /><Relationship Type="http://schemas.openxmlformats.org/officeDocument/2006/relationships/notesSlide" Target="/ppt/notesSlides/notesSlide18.xml" Id="R67a441216fdf4b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67fe05b5954a59" /><Relationship Type="http://schemas.openxmlformats.org/officeDocument/2006/relationships/image" Target="/ppt/media/image.jpeg" Id="R1ce9933bbf4b4494" /><Relationship Type="http://schemas.openxmlformats.org/officeDocument/2006/relationships/image" Target="/ppt/media/image2.png" Id="R53e09e1745ce40f8" /><Relationship Type="http://schemas.openxmlformats.org/officeDocument/2006/relationships/image" Target="/ppt/media/image8.png" Id="Rb430df317c6b43d9" /><Relationship Type="http://schemas.openxmlformats.org/officeDocument/2006/relationships/image" Target="/ppt/media/image10.png" Id="R02ca05603af74bb5" /><Relationship Type="http://schemas.openxmlformats.org/officeDocument/2006/relationships/notesSlide" Target="/ppt/notesSlides/notesSlide19.xml" Id="Rb1db8b17972448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a318eb760d4a97" /><Relationship Type="http://schemas.openxmlformats.org/officeDocument/2006/relationships/image" Target="/ppt/media/image.jpeg" Id="R5924b0eca5fb4582" /><Relationship Type="http://schemas.openxmlformats.org/officeDocument/2006/relationships/image" Target="/ppt/media/image2.png" Id="Rb9ca2fbb13b349a3" /><Relationship Type="http://schemas.openxmlformats.org/officeDocument/2006/relationships/notesSlide" Target="/ppt/notesSlides/notesSlide20.xml" Id="R8e4e860871aa4b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2a8081b131a4500" /><Relationship Type="http://schemas.openxmlformats.org/officeDocument/2006/relationships/image" Target="/ppt/media/image.jpeg" Id="R4be7979b08a74b30" /><Relationship Type="http://schemas.openxmlformats.org/officeDocument/2006/relationships/image" Target="/ppt/media/image2.png" Id="R20c9b45b79134ef5" /><Relationship Type="http://schemas.openxmlformats.org/officeDocument/2006/relationships/notesSlide" Target="/ppt/notesSlides/notesSlide21.xml" Id="R3e884a5caf6d43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ca02ac71944481" /><Relationship Type="http://schemas.openxmlformats.org/officeDocument/2006/relationships/image" Target="/ppt/media/image.jpeg" Id="R58293aecc1de490d" /><Relationship Type="http://schemas.openxmlformats.org/officeDocument/2006/relationships/image" Target="/ppt/media/image2.png" Id="R493b786807e94b30" /><Relationship Type="http://schemas.openxmlformats.org/officeDocument/2006/relationships/notesSlide" Target="/ppt/notesSlides/notesSlide22.xml" Id="Rca6dcb013444482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6404f9c6bb84a6c" /><Relationship Type="http://schemas.openxmlformats.org/officeDocument/2006/relationships/image" Target="/ppt/media/image.jpeg" Id="Re25cfefeb0024959" /><Relationship Type="http://schemas.openxmlformats.org/officeDocument/2006/relationships/image" Target="/ppt/media/image2.png" Id="R88c12b02e32049dc" /><Relationship Type="http://schemas.openxmlformats.org/officeDocument/2006/relationships/notesSlide" Target="/ppt/notesSlides/notesSlide23.xml" Id="R2df7e0716ea84b0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184e913c1245a4" /><Relationship Type="http://schemas.openxmlformats.org/officeDocument/2006/relationships/image" Target="/ppt/media/image.jpeg" Id="R02deb017a4bf4e60" /><Relationship Type="http://schemas.openxmlformats.org/officeDocument/2006/relationships/image" Target="/ppt/media/image2.png" Id="R6490d6615d8e4806" /><Relationship Type="http://schemas.openxmlformats.org/officeDocument/2006/relationships/notesSlide" Target="/ppt/notesSlides/notesSlide24.xml" Id="Rfa346aca89dc4e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986d74285acc4a45" /><Relationship Type="http://schemas.openxmlformats.org/officeDocument/2006/relationships/image" Target="/ppt/media/image.jpeg" Id="Rf6ec6c852dd64d0e" /><Relationship Type="http://schemas.openxmlformats.org/officeDocument/2006/relationships/image" Target="/ppt/media/image2.png" Id="Rbb612c68644142f5" /><Relationship Type="http://schemas.openxmlformats.org/officeDocument/2006/relationships/image" Target="/ppt/media/image3.png" Id="R036e65ae7ed14ada" /><Relationship Type="http://schemas.openxmlformats.org/officeDocument/2006/relationships/image" Target="/ppt/media/image11.png" Id="R00ca82c6f5794139" /><Relationship Type="http://schemas.openxmlformats.org/officeDocument/2006/relationships/notesSlide" Target="/ppt/notesSlides/notesSlide25.xml" Id="Raee013a9ee3842c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0774ba209624c4a" /><Relationship Type="http://schemas.openxmlformats.org/officeDocument/2006/relationships/image" Target="/ppt/media/image.jpeg" Id="R0c3d08f3683940a7" /><Relationship Type="http://schemas.openxmlformats.org/officeDocument/2006/relationships/image" Target="/ppt/media/image2.png" Id="R7a97a6722f5a4030" /><Relationship Type="http://schemas.openxmlformats.org/officeDocument/2006/relationships/notesSlide" Target="/ppt/notesSlides/notesSlide26.xml" Id="R02b1c4f2358749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64f4217a2374dff" /><Relationship Type="http://schemas.openxmlformats.org/officeDocument/2006/relationships/image" Target="/ppt/media/image.jpeg" Id="Rfc914b18e8f6474e" /><Relationship Type="http://schemas.openxmlformats.org/officeDocument/2006/relationships/image" Target="/ppt/media/image2.png" Id="Rffcac20e74104edd" /><Relationship Type="http://schemas.openxmlformats.org/officeDocument/2006/relationships/chart" Target="/ppt/slides/charts/chart2.xml" Id="R9a1d03d4c4b04f1f" /><Relationship Type="http://schemas.openxmlformats.org/officeDocument/2006/relationships/notesSlide" Target="/ppt/notesSlides/notesSlide27.xml" Id="R5803f98be4f94ff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dc0fd95b7b24265" /><Relationship Type="http://schemas.openxmlformats.org/officeDocument/2006/relationships/image" Target="/ppt/media/image.jpeg" Id="Ra451aee148294385" /><Relationship Type="http://schemas.openxmlformats.org/officeDocument/2006/relationships/image" Target="/ppt/media/image2.png" Id="R7b1f867d1ca74ac6" /><Relationship Type="http://schemas.openxmlformats.org/officeDocument/2006/relationships/image" Target="/ppt/media/image12.png" Id="R4a5896bf6b2c46a9" /><Relationship Type="http://schemas.openxmlformats.org/officeDocument/2006/relationships/image" Target="/ppt/media/image13.png" Id="Rfc14a96f61064b22" /><Relationship Type="http://schemas.openxmlformats.org/officeDocument/2006/relationships/notesSlide" Target="/ppt/notesSlides/notesSlide28.xml" Id="R1893adeffdf94ec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22ec29ff45d245f1" /><Relationship Type="http://schemas.openxmlformats.org/officeDocument/2006/relationships/image" Target="/ppt/media/image.jpeg" Id="R466308ccd41746c1" /><Relationship Type="http://schemas.openxmlformats.org/officeDocument/2006/relationships/image" Target="/ppt/media/image2.png" Id="Rbf665a19738248f1" /><Relationship Type="http://schemas.openxmlformats.org/officeDocument/2006/relationships/image" Target="/ppt/media/image3.png" Id="R30844036b9414f6e" /><Relationship Type="http://schemas.openxmlformats.org/officeDocument/2006/relationships/image" Target="/ppt/media/image14.png" Id="R322c40ec69cc4dfc" /><Relationship Type="http://schemas.openxmlformats.org/officeDocument/2006/relationships/notesSlide" Target="/ppt/notesSlides/notesSlide29.xml" Id="R11af28b02e2645f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4fed845da0e45da" /><Relationship Type="http://schemas.openxmlformats.org/officeDocument/2006/relationships/image" Target="/ppt/media/image.jpeg" Id="R4fe4cec5bfe64555" /><Relationship Type="http://schemas.openxmlformats.org/officeDocument/2006/relationships/image" Target="/ppt/media/image2.png" Id="R066178dfc2354a83" /><Relationship Type="http://schemas.openxmlformats.org/officeDocument/2006/relationships/notesSlide" Target="/ppt/notesSlides/notesSlide30.xml" Id="R699435a1e403415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966344b48734cb4" /><Relationship Type="http://schemas.openxmlformats.org/officeDocument/2006/relationships/image" Target="/ppt/media/image.jpeg" Id="R6b42b2d597d04a80" /><Relationship Type="http://schemas.openxmlformats.org/officeDocument/2006/relationships/image" Target="/ppt/media/image2.png" Id="R19e38abaa91d4978" /><Relationship Type="http://schemas.openxmlformats.org/officeDocument/2006/relationships/notesSlide" Target="/ppt/notesSlides/notesSlide31.xml" Id="Re7ab03cc8ab34c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93f56103e464546" /><Relationship Type="http://schemas.openxmlformats.org/officeDocument/2006/relationships/image" Target="/ppt/media/image.jpeg" Id="R5101719d303c4d01" /><Relationship Type="http://schemas.openxmlformats.org/officeDocument/2006/relationships/image" Target="/ppt/media/image2.png" Id="R99810b3e6ac54705" /><Relationship Type="http://schemas.openxmlformats.org/officeDocument/2006/relationships/notesSlide" Target="/ppt/notesSlides/notesSlide32.xml" Id="Rf9183702a5c148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a2f94f9123b4c43" /><Relationship Type="http://schemas.openxmlformats.org/officeDocument/2006/relationships/image" Target="/ppt/media/image.jpeg" Id="R00c841b9f9cd4841" /><Relationship Type="http://schemas.openxmlformats.org/officeDocument/2006/relationships/image" Target="/ppt/media/image2.png" Id="R9fca1ebc3bad4011" /><Relationship Type="http://schemas.openxmlformats.org/officeDocument/2006/relationships/notesSlide" Target="/ppt/notesSlides/notesSlide33.xml" Id="Rcb36a3d48281488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00dd13c0ecd40f2" /><Relationship Type="http://schemas.openxmlformats.org/officeDocument/2006/relationships/image" Target="/ppt/media/image.jpeg" Id="Ra78ca961914a4c50" /><Relationship Type="http://schemas.openxmlformats.org/officeDocument/2006/relationships/image" Target="/ppt/media/image2.png" Id="R779c23aa095a4fbb" /><Relationship Type="http://schemas.openxmlformats.org/officeDocument/2006/relationships/notesSlide" Target="/ppt/notesSlides/notesSlide34.xml" Id="R0b1f96d2b9044ff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2e3308b395244e1" /><Relationship Type="http://schemas.openxmlformats.org/officeDocument/2006/relationships/image" Target="/ppt/media/image.jpeg" Id="Rf88047b225ca4901" /><Relationship Type="http://schemas.openxmlformats.org/officeDocument/2006/relationships/image" Target="/ppt/media/image2.png" Id="Rc7a6cbc2f36e4bcd" /><Relationship Type="http://schemas.openxmlformats.org/officeDocument/2006/relationships/notesSlide" Target="/ppt/notesSlides/notesSlide35.xml" Id="R39c5eb0876734c0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30c2ecae58d49ae" /><Relationship Type="http://schemas.openxmlformats.org/officeDocument/2006/relationships/image" Target="/ppt/media/image.jpeg" Id="Rfb833a75598d402c" /><Relationship Type="http://schemas.openxmlformats.org/officeDocument/2006/relationships/image" Target="/ppt/media/image2.png" Id="R4362f907c5c34568" /><Relationship Type="http://schemas.openxmlformats.org/officeDocument/2006/relationships/notesSlide" Target="/ppt/notesSlides/notesSlide36.xml" Id="R5bb090f9b6fb4c2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c79deb984514ab2" /><Relationship Type="http://schemas.openxmlformats.org/officeDocument/2006/relationships/image" Target="/ppt/media/image.jpeg" Id="Rb6d45ddb42b04c51" /><Relationship Type="http://schemas.openxmlformats.org/officeDocument/2006/relationships/image" Target="/ppt/media/image2.png" Id="R4661e033d8cc49cb" /><Relationship Type="http://schemas.openxmlformats.org/officeDocument/2006/relationships/notesSlide" Target="/ppt/notesSlides/notesSlide37.xml" Id="R302b4f51c013496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eee8b4a14ff4cf4" /><Relationship Type="http://schemas.openxmlformats.org/officeDocument/2006/relationships/image" Target="/ppt/media/image.jpeg" Id="Ra8f152a91de14ee3" /><Relationship Type="http://schemas.openxmlformats.org/officeDocument/2006/relationships/image" Target="/ppt/media/image2.png" Id="R27f1ebd90c4142d6" /><Relationship Type="http://schemas.openxmlformats.org/officeDocument/2006/relationships/image" Target="/ppt/media/image15.png" Id="Reb0fbd3ecd9d4b1f" /><Relationship Type="http://schemas.openxmlformats.org/officeDocument/2006/relationships/notesSlide" Target="/ppt/notesSlides/notesSlide38.xml" Id="R86fd2e350487494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fe955856d2254810" /><Relationship Type="http://schemas.openxmlformats.org/officeDocument/2006/relationships/image" Target="/ppt/media/image.jpeg" Id="R2f7c94c5e9cd495f" /><Relationship Type="http://schemas.openxmlformats.org/officeDocument/2006/relationships/image" Target="/ppt/media/image.gif" Id="R25df8789722643e1" /><Relationship Type="http://schemas.openxmlformats.org/officeDocument/2006/relationships/image" Target="/ppt/media/image2.png" Id="R616b1e580fe74987" /><Relationship Type="http://schemas.openxmlformats.org/officeDocument/2006/relationships/notesSlide" Target="/ppt/notesSlides/notesSlide39.xml" Id="R416f0e930156410e"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2822e339e79b4113">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1710f70c558542f3">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7" name="Picture 67"/>
          <p:cNvPicPr>
            <a:picLocks xmlns:a="http://schemas.openxmlformats.org/drawingml/2006/main" noChangeAspect="1"/>
          </p:cNvPicPr>
          <p:nvPr/>
        </p:nvPicPr>
        <p:blipFill>
          <a:blip xmlns:r="http://schemas.openxmlformats.org/officeDocument/2006/relationships" xmlns:a="http://schemas.openxmlformats.org/drawingml/2006/main" r:embed="Rbc1a50ec070c42a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8" name="Picture 68"/>
          <p:cNvPicPr>
            <a:picLocks xmlns:a="http://schemas.openxmlformats.org/drawingml/2006/main" noChangeAspect="1"/>
          </p:cNvPicPr>
          <p:nvPr/>
        </p:nvPicPr>
        <p:blipFill>
          <a:blip xmlns:r="http://schemas.openxmlformats.org/officeDocument/2006/relationships" xmlns:a="http://schemas.openxmlformats.org/drawingml/2006/main" r:embed="R29378a85e88a413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0056ebe73dae47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343a588a1f1d42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6ac31528965542c3">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5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2dba6b2a26048fb">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5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e46eb8f4c96424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f685ec2366429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824e06b650c24156"/>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834ce2d07ff4d7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14a41dbc64e492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r>
              <a:rPr sz="4000" b="1">
                <a:solidFill>
                  <a:srgbClr val="002060"/>
                </a:solidFill>
                <a:latin typeface="Arial"/>
                <a:ea typeface="Arial"/>
                <a:cs typeface="Arial"/>
              </a:rPr>
              <a:t>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d211f25821a40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03971264bd4eb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bbc15820a5842d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cbf507dce534c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5bc04d2998b642b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e76068b97442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0bed82b7dce4ca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bdd914b364145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d298adc7f624bc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1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f21a3779042e44f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2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f3cbc26eb71246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1d1fdf7f2b6749c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2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542d112b123c4962">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2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a83106429241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286d2e875784f1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d115f19b15a64d5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7db31660e6c64f5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4b6fb53a7bb43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bc0c9f8af9840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0fff7def7174d1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b8ae7d24a046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00fff7def7174d1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f5b8ae7d24a046f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33cafa627c44a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9668c490d841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5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84345aa970a4d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b8aced1aec45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7FABA376-8F01-4B2E-8645-D399F98688F6}"/>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A4AC70BD-D848-444F-96E4-4CAAD9FE6F23}"/>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C9872396-C27E-47BB-AD1A-F3F19330F9C7}"/>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A514381C-5403-48B6-ADE1-4D70F28ED9C2}"/>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A35F5DAF-A063-42E5-8072-1BC8E50DEF9D}"/>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B28A9100-5EB9-486B-BD6D-D03925BD64D8}"/>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D9401A3C-1863-4113-A4BD-5E9B196CCA88}"/>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25F6B589-EE7D-4F59-BFAB-E4BF2CD46D4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CC73BDC0-B3C3-4C7D-AF18-943F02DE8821}"/>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03A90760-0FD6-4161-8196-027B59ED9FE6}"/>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E4774581-F7E6-478C-85C5-0B13C7B09E2E}"/>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C710925A-44B8-4F0F-BB4D-FA14652DA920}"/>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F46F9419-EA1B-48C6-A946-79066ADC5608}"/>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F7CAC9AE-EE85-4860-9815-46AE1C0B9D54}"/>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A3245FB7-EEF1-49D8-86A3-09F1C01E0A73}"/>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9E1D98-586E-4AAF-81CA-E4A813EEE13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808359C9-6870-4C8F-AF52-EF0910A36C17}"/>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92B40B41-1B7C-440E-B229-E1C744451EEF}"/>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281" name=""/>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headEnd type="triangle" w="med" len="med"/>
          </a:ln>
        </p:spPr>
      </p:cxnSp>
      <p:cxnSp>
        <p:nvCxnSpPr>
          <p:cNvPr id="282" name=""/>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headEnd type="triangle" w="med" len="med"/>
          </a:ln>
        </p:spPr>
      </p:cxnSp>
      <p:cxnSp>
        <p:nvCxnSpPr>
          <p:cNvPr id="283" name=""/>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headEnd type="triangle" w="med" len="med"/>
          </a:ln>
        </p:spPr>
      </p:cxnSp>
      <p:sp>
        <p:nvSpPr>
          <p:cNvPr id="248" name="framework-assumptions-band">
            <a:extLst xmlns:a="http://schemas.openxmlformats.org/drawingml/2006/main">
              <a:ext uri="{FF2B5EF4-FFF2-40B4-BE49-F238E27FC236}">
                <a16:creationId xmlns:a16="http://schemas.microsoft.com/office/drawing/2014/main" id="{FDF07D41-8E3C-4DCE-8DA2-0D3181E15EA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CB47466B-9ED7-468A-AD20-C16132E6A1B8}"/>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80BC634-529C-472E-9D6D-DE91758401F5}"/>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E58B77E0-318B-4764-9EAF-D19AC96DC2BB}"/>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B96F8B6B-98B5-4F14-88AC-0F6C1B4CD683}"/>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BB25AA18-EE44-4210-B415-604CC785F0CF}"/>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765CFE38-EAF0-4EA7-8F3A-616EDB7E198C}"/>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5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06a4b29d34ea422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5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70cacb43b8cf4e3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5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7f6e6aa63a4243d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5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ca3ab7005f0424a">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cxnSp>
        <p:nvCxnSpPr>
          <p:cNvPr id="56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51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7dea3e453054be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1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a99410a8094f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516" name="Picture 458"/>
          <p:cNvPicPr>
            <a:picLocks xmlns:a="http://schemas.openxmlformats.org/drawingml/2006/main" noChangeAspect="1"/>
          </p:cNvPicPr>
          <p:nvPr/>
        </p:nvPicPr>
        <p:blipFill>
          <a:blip xmlns:r="http://schemas.openxmlformats.org/officeDocument/2006/relationships" xmlns:a="http://schemas.openxmlformats.org/drawingml/2006/main" r:embed="R9e08193f571a49b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20" name="Picture 462"/>
          <p:cNvPicPr>
            <a:picLocks xmlns:a="http://schemas.openxmlformats.org/drawingml/2006/main" noChangeAspect="1"/>
          </p:cNvPicPr>
          <p:nvPr/>
        </p:nvPicPr>
        <p:blipFill>
          <a:blip xmlns:r="http://schemas.openxmlformats.org/officeDocument/2006/relationships" xmlns:a="http://schemas.openxmlformats.org/drawingml/2006/main" r:embed="R61977db3960c4dfb"/>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535"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36"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541"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2"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3"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548"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9"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0"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556"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7"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8"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9"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60"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61"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62"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63"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58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ce9933bbf4b44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e09e1745ce40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591" name="Picture 518"/>
          <p:cNvPicPr>
            <a:picLocks xmlns:a="http://schemas.openxmlformats.org/drawingml/2006/main" noChangeAspect="1"/>
          </p:cNvPicPr>
          <p:nvPr/>
        </p:nvPicPr>
        <p:blipFill>
          <a:blip xmlns:r="http://schemas.openxmlformats.org/officeDocument/2006/relationships" xmlns:a="http://schemas.openxmlformats.org/drawingml/2006/main" r:embed="Rb430df317c6b43d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95" name="Picture 522"/>
          <p:cNvPicPr>
            <a:picLocks xmlns:a="http://schemas.openxmlformats.org/drawingml/2006/main" noChangeAspect="1"/>
          </p:cNvPicPr>
          <p:nvPr/>
        </p:nvPicPr>
        <p:blipFill>
          <a:blip xmlns:r="http://schemas.openxmlformats.org/officeDocument/2006/relationships" xmlns:a="http://schemas.openxmlformats.org/drawingml/2006/main" r:embed="R02ca05603af74bb5"/>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598" name="Picture 526"/>
          <p:cNvPicPr>
            <a:picLocks xmlns:a="http://schemas.openxmlformats.org/drawingml/2006/main" noChangeAspect="1"/>
          </p:cNvPicPr>
          <p:nvPr/>
        </p:nvPicPr>
        <p:blipFill>
          <a:blip xmlns:r="http://schemas.openxmlformats.org/officeDocument/2006/relationships" xmlns:a="http://schemas.openxmlformats.org/drawingml/2006/main" r:embed="R1ce9933bbf4b449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599" name="Picture 527"/>
          <p:cNvPicPr>
            <a:picLocks xmlns:a="http://schemas.openxmlformats.org/drawingml/2006/main" noChangeAspect="1"/>
          </p:cNvPicPr>
          <p:nvPr/>
        </p:nvPicPr>
        <p:blipFill>
          <a:blip xmlns:r="http://schemas.openxmlformats.org/officeDocument/2006/relationships" xmlns:a="http://schemas.openxmlformats.org/drawingml/2006/main" r:embed="R53e09e1745ce40f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614"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5"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6"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622"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23"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24"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25"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628"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629"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636"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37"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38"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644"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5"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6"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7"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8"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49"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650"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924b0eca5fb45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9ca2fbb13b349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be7979b08a74b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c9b45b79134ef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8293aecc1de49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93b786807e94b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25cfefeb002495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8c12b02e32049d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2deb017a4bf4e6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490d6615d8e48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63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f6ec6c852dd64d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3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bb612c68644142f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3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036e65ae7ed14ada">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4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00ca82c6f5794139">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4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c3d08f3683940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a97a6722f5a40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c914b18e8f6474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fcac20e74104e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9a1d03d4c4b04f1f"/>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451aee14829438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1f867d1ca74a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4a5896bf6b2c46a9"/>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fc14a96f61064b22"/>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a:t>
            </a:r>
            <a:r>
              <a:rPr sz="1538" b="1" i="0">
                <a:solidFill>
                  <a:srgbClr val="17365D"/>
                </a:solidFill>
                <a:latin typeface="Arial"/>
                <a:ea typeface="Arial"/>
                <a:cs typeface="Arial"/>
              </a:rPr>
              <a:t>OpenFHE</a:t>
            </a:r>
            <a:r>
              <a:rPr sz="1538" b="1" i="0">
                <a:solidFill>
                  <a:srgbClr val="17365D"/>
                </a:solidFill>
                <a:latin typeface="Arial"/>
                <a:ea typeface="Arial"/>
                <a:cs typeface="Arial"/>
              </a:rPr>
              <a:t>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68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466308ccd41746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8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bf665a19738248f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8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30844036b9414f6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9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322c40ec69cc4dfc">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69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fe4cec5bfe645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6178dfc2354a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b42b2d597d04a8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e38abaa91d497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101719d303c4d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9810b3e6ac547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0c841b9f9cd484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fca1ebc3bad401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78ca961914a4c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9c23aa095a4f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88047b225ca49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7a6cbc2f36e4bc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a:t>
            </a:r>
            <a:r>
              <a:rPr sz="4000" b="1">
                <a:solidFill>
                  <a:srgbClr val="002060"/>
                </a:solidFill>
                <a:latin typeface="Arial"/>
                <a:ea typeface="Arial"/>
                <a:cs typeface="Arial"/>
              </a:rPr>
              <a: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b833a75598d40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362f907c5c345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6d45ddb42b04c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61e033d8cc49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8f152a91de14e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f1ebd90c4142d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eb0fbd3ecd9d4b1f">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2f7c94c5e9cd49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25df8789722643e1">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16b1e580fe7498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39</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2026-09-24T04:59:41.6240000Z</dcterms:created>
  <dcterms:modified xsi:type="dcterms:W3CDTF">2026-09-24T04:59:41.6240000Z</dcterms:modified>
</coreProperties>
</file>