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1.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9ab2cc61b6b475a" /><Relationship Type="http://schemas.openxmlformats.org/officeDocument/2006/relationships/extended-properties" Target="/docProps/app.xml" Id="R5e92cf74f74344ec" /><Relationship Type="http://schemas.openxmlformats.org/officeDocument/2006/relationships/officeDocument" Target="/ppt/presentation.xml" Id="Rf6d13aad45b041c5" /></Relationships>
</file>

<file path=ppt/presentation.xml><?xml version="1.0" encoding="utf-8"?>
<p:presentation xmlns:p="http://schemas.openxmlformats.org/presentationml/2006/main">
  <p:sldMasterIdLst>
    <p:sldMasterId xmlns:r="http://schemas.openxmlformats.org/officeDocument/2006/relationships" id="2147483648" r:id="Raaeaf6d473254854"/>
  </p:sldMasterIdLst>
  <p:notesMasterIdLst>
    <p:notesMasterId xmlns:r="http://schemas.openxmlformats.org/officeDocument/2006/relationships" r:id="R1ce329a356a24073"/>
  </p:notesMasterIdLst>
  <p:sldIdLst>
    <p:sldId xmlns:r="http://schemas.openxmlformats.org/officeDocument/2006/relationships" id="256" r:id="Rf9f776ef10164797"/>
    <p:sldId xmlns:r="http://schemas.openxmlformats.org/officeDocument/2006/relationships" id="257" r:id="Reebfe3117d874f35"/>
    <p:sldId xmlns:r="http://schemas.openxmlformats.org/officeDocument/2006/relationships" id="258" r:id="Re7b5c29c816b4f01"/>
    <p:sldId xmlns:r="http://schemas.openxmlformats.org/officeDocument/2006/relationships" id="259" r:id="R6a6b1bba7cdb41b9"/>
    <p:sldId xmlns:r="http://schemas.openxmlformats.org/officeDocument/2006/relationships" id="260" r:id="R068c7f2cbac04d7d"/>
    <p:sldId xmlns:r="http://schemas.openxmlformats.org/officeDocument/2006/relationships" id="261" r:id="Re5812506f4824a6b"/>
    <p:sldId xmlns:r="http://schemas.openxmlformats.org/officeDocument/2006/relationships" id="262" r:id="Ra233822a1d5f4eaa"/>
    <p:sldId xmlns:r="http://schemas.openxmlformats.org/officeDocument/2006/relationships" id="263" r:id="Re1dd5051db994c37"/>
    <p:sldId xmlns:r="http://schemas.openxmlformats.org/officeDocument/2006/relationships" id="264" r:id="Rb7339036d25c49b0"/>
    <p:sldId xmlns:r="http://schemas.openxmlformats.org/officeDocument/2006/relationships" id="265" r:id="Rd168eccc80ed4317"/>
    <p:sldId xmlns:r="http://schemas.openxmlformats.org/officeDocument/2006/relationships" id="266" r:id="R9ac1758080ef4d34"/>
    <p:sldId xmlns:r="http://schemas.openxmlformats.org/officeDocument/2006/relationships" id="267" r:id="R8682d2dfe3f448bf"/>
    <p:sldId xmlns:r="http://schemas.openxmlformats.org/officeDocument/2006/relationships" id="268" r:id="Rd694a4d1a4504111"/>
    <p:sldId xmlns:r="http://schemas.openxmlformats.org/officeDocument/2006/relationships" id="269" r:id="Re7b626f1a8fa483f"/>
    <p:sldId xmlns:r="http://schemas.openxmlformats.org/officeDocument/2006/relationships" id="270" r:id="Rc44c581b19de40b4"/>
    <p:sldId xmlns:r="http://schemas.openxmlformats.org/officeDocument/2006/relationships" id="271" r:id="R51b88ebcfe8f4ae7"/>
    <p:sldId xmlns:r="http://schemas.openxmlformats.org/officeDocument/2006/relationships" id="272" r:id="Rd818ebf6fec44723"/>
    <p:sldId xmlns:r="http://schemas.openxmlformats.org/officeDocument/2006/relationships" id="273" r:id="R16265e34f0cd4a75"/>
    <p:sldId xmlns:r="http://schemas.openxmlformats.org/officeDocument/2006/relationships" id="274" r:id="Rbee65f6a3cc94b0d"/>
    <p:sldId xmlns:r="http://schemas.openxmlformats.org/officeDocument/2006/relationships" id="275" r:id="R1d81fe362edd4eba"/>
    <p:sldId xmlns:r="http://schemas.openxmlformats.org/officeDocument/2006/relationships" id="276" r:id="Rb756007eeb6d47fb"/>
    <p:sldId xmlns:r="http://schemas.openxmlformats.org/officeDocument/2006/relationships" id="277" r:id="R0833018d42e6424b"/>
    <p:sldId xmlns:r="http://schemas.openxmlformats.org/officeDocument/2006/relationships" id="278" r:id="R32e87546e0c04954"/>
    <p:sldId xmlns:r="http://schemas.openxmlformats.org/officeDocument/2006/relationships" id="279" r:id="Rf1e834e6124b4de4"/>
    <p:sldId xmlns:r="http://schemas.openxmlformats.org/officeDocument/2006/relationships" id="280" r:id="Re4c9eb4bc6b64f3b"/>
    <p:sldId xmlns:r="http://schemas.openxmlformats.org/officeDocument/2006/relationships" id="281" r:id="R19224bf0829d4ace"/>
    <p:sldId xmlns:r="http://schemas.openxmlformats.org/officeDocument/2006/relationships" id="282" r:id="R95ce80b03db148f7"/>
    <p:sldId xmlns:r="http://schemas.openxmlformats.org/officeDocument/2006/relationships" id="283" r:id="R90515cd9a7a14a96"/>
    <p:sldId xmlns:r="http://schemas.openxmlformats.org/officeDocument/2006/relationships" id="284" r:id="R9dd4cb6e45c94069"/>
    <p:sldId xmlns:r="http://schemas.openxmlformats.org/officeDocument/2006/relationships" id="285" r:id="R2141b75f81ed455a"/>
    <p:sldId xmlns:r="http://schemas.openxmlformats.org/officeDocument/2006/relationships" id="286" r:id="R8c3c0b1895c6422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7e8bdc0b0864d60" /><Relationship Type="http://schemas.openxmlformats.org/officeDocument/2006/relationships/slideMaster" Target="/ppt/slideMasters/slideMaster1.xml" Id="Raaeaf6d473254854" /><Relationship Type="http://schemas.openxmlformats.org/officeDocument/2006/relationships/notesMaster" Target="/ppt/notesMasters/notesMaster1.xml" Id="R1ce329a356a24073" /><Relationship Type="http://schemas.openxmlformats.org/officeDocument/2006/relationships/presProps" Target="/ppt/presProps.xml" Id="Raa137144f8324865" /><Relationship Type="http://schemas.openxmlformats.org/officeDocument/2006/relationships/viewProps" Target="/ppt/viewProps.xml" Id="R0b66be1b0ded497c" /><Relationship Type="http://schemas.openxmlformats.org/officeDocument/2006/relationships/tableStyles" Target="/ppt/tableStyles.xml" Id="R7d333240c3024bff" /><Relationship Type="http://schemas.openxmlformats.org/officeDocument/2006/relationships/slide" Target="/ppt/slides/slide1.xml" Id="Rf9f776ef10164797" /><Relationship Type="http://schemas.openxmlformats.org/officeDocument/2006/relationships/slide" Target="/ppt/slides/slide2.xml" Id="Reebfe3117d874f35" /><Relationship Type="http://schemas.openxmlformats.org/officeDocument/2006/relationships/slide" Target="/ppt/slides/slide3.xml" Id="Re7b5c29c816b4f01" /><Relationship Type="http://schemas.openxmlformats.org/officeDocument/2006/relationships/slide" Target="/ppt/slides/slide4.xml" Id="R6a6b1bba7cdb41b9" /><Relationship Type="http://schemas.openxmlformats.org/officeDocument/2006/relationships/slide" Target="/ppt/slides/slide5.xml" Id="R068c7f2cbac04d7d" /><Relationship Type="http://schemas.openxmlformats.org/officeDocument/2006/relationships/slide" Target="/ppt/slides/slide6.xml" Id="Re5812506f4824a6b" /><Relationship Type="http://schemas.openxmlformats.org/officeDocument/2006/relationships/slide" Target="/ppt/slides/slide7.xml" Id="Ra233822a1d5f4eaa" /><Relationship Type="http://schemas.openxmlformats.org/officeDocument/2006/relationships/slide" Target="/ppt/slides/slide8.xml" Id="Re1dd5051db994c37" /><Relationship Type="http://schemas.openxmlformats.org/officeDocument/2006/relationships/slide" Target="/ppt/slides/slide9.xml" Id="Rb7339036d25c49b0" /><Relationship Type="http://schemas.openxmlformats.org/officeDocument/2006/relationships/slide" Target="/ppt/slides/slide10.xml" Id="Rd168eccc80ed4317" /><Relationship Type="http://schemas.openxmlformats.org/officeDocument/2006/relationships/slide" Target="/ppt/slides/slide11.xml" Id="R9ac1758080ef4d34" /><Relationship Type="http://schemas.openxmlformats.org/officeDocument/2006/relationships/slide" Target="/ppt/slides/slide12.xml" Id="R8682d2dfe3f448bf" /><Relationship Type="http://schemas.openxmlformats.org/officeDocument/2006/relationships/slide" Target="/ppt/slides/slide13.xml" Id="Rd694a4d1a4504111" /><Relationship Type="http://schemas.openxmlformats.org/officeDocument/2006/relationships/slide" Target="/ppt/slides/slide14.xml" Id="Re7b626f1a8fa483f" /><Relationship Type="http://schemas.openxmlformats.org/officeDocument/2006/relationships/slide" Target="/ppt/slides/slide15.xml" Id="Rc44c581b19de40b4" /><Relationship Type="http://schemas.openxmlformats.org/officeDocument/2006/relationships/slide" Target="/ppt/slides/slide16.xml" Id="R51b88ebcfe8f4ae7" /><Relationship Type="http://schemas.openxmlformats.org/officeDocument/2006/relationships/slide" Target="/ppt/slides/slide17.xml" Id="Rd818ebf6fec44723" /><Relationship Type="http://schemas.openxmlformats.org/officeDocument/2006/relationships/slide" Target="/ppt/slides/slide18.xml" Id="R16265e34f0cd4a75" /><Relationship Type="http://schemas.openxmlformats.org/officeDocument/2006/relationships/slide" Target="/ppt/slides/slide19.xml" Id="Rbee65f6a3cc94b0d" /><Relationship Type="http://schemas.openxmlformats.org/officeDocument/2006/relationships/slide" Target="/ppt/slides/slide20.xml" Id="R1d81fe362edd4eba" /><Relationship Type="http://schemas.openxmlformats.org/officeDocument/2006/relationships/slide" Target="/ppt/slides/slide21.xml" Id="Rb756007eeb6d47fb" /><Relationship Type="http://schemas.openxmlformats.org/officeDocument/2006/relationships/slide" Target="/ppt/slides/slide22.xml" Id="R0833018d42e6424b" /><Relationship Type="http://schemas.openxmlformats.org/officeDocument/2006/relationships/slide" Target="/ppt/slides/slide23.xml" Id="R32e87546e0c04954" /><Relationship Type="http://schemas.openxmlformats.org/officeDocument/2006/relationships/slide" Target="/ppt/slides/slide24.xml" Id="Rf1e834e6124b4de4" /><Relationship Type="http://schemas.openxmlformats.org/officeDocument/2006/relationships/slide" Target="/ppt/slides/slide25.xml" Id="Re4c9eb4bc6b64f3b" /><Relationship Type="http://schemas.openxmlformats.org/officeDocument/2006/relationships/slide" Target="/ppt/slides/slide26.xml" Id="R19224bf0829d4ace" /><Relationship Type="http://schemas.openxmlformats.org/officeDocument/2006/relationships/slide" Target="/ppt/slides/slide27.xml" Id="R95ce80b03db148f7" /><Relationship Type="http://schemas.openxmlformats.org/officeDocument/2006/relationships/slide" Target="/ppt/slides/slide28.xml" Id="R90515cd9a7a14a96" /><Relationship Type="http://schemas.openxmlformats.org/officeDocument/2006/relationships/slide" Target="/ppt/slides/slide29.xml" Id="R9dd4cb6e45c94069" /><Relationship Type="http://schemas.openxmlformats.org/officeDocument/2006/relationships/slide" Target="/ppt/slides/slide30.xml" Id="R2141b75f81ed455a" /><Relationship Type="http://schemas.openxmlformats.org/officeDocument/2006/relationships/slide" Target="/ppt/slides/slide31.xml" Id="R8c3c0b1895c6422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32141cdf31b464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3b93fc97b9341d0" /><Relationship Type="http://schemas.openxmlformats.org/officeDocument/2006/relationships/notesMaster" Target="/ppt/notesMasters/notesMaster1.xml" Id="Ra018de0efabb45ce" /></Relationships>
</file>

<file path=ppt/notesSlides/_rels/notesSlide2.xml.rels>&#65279;<?xml version="1.0" encoding="utf-8"?><Relationships xmlns="http://schemas.openxmlformats.org/package/2006/relationships"><Relationship Type="http://schemas.openxmlformats.org/officeDocument/2006/relationships/slide" Target="/ppt/slides/slide2.xml" Id="Rec20aa806e8041fc" /><Relationship Type="http://schemas.openxmlformats.org/officeDocument/2006/relationships/notesMaster" Target="/ppt/notesMasters/notesMaster1.xml" Id="R941f7746c99342b3" /></Relationships>
</file>

<file path=ppt/notesSlides/_rels/notesSlide3.xml.rels>&#65279;<?xml version="1.0" encoding="utf-8"?><Relationships xmlns="http://schemas.openxmlformats.org/package/2006/relationships"><Relationship Type="http://schemas.openxmlformats.org/officeDocument/2006/relationships/slide" Target="/ppt/slides/slide3.xml" Id="R053edc622d6045e7" /><Relationship Type="http://schemas.openxmlformats.org/officeDocument/2006/relationships/notesMaster" Target="/ppt/notesMasters/notesMaster1.xml" Id="Re149401b9b274753" /></Relationships>
</file>

<file path=ppt/notesSlides/_rels/notesSlide4.xml.rels>&#65279;<?xml version="1.0" encoding="utf-8"?><Relationships xmlns="http://schemas.openxmlformats.org/package/2006/relationships"><Relationship Type="http://schemas.openxmlformats.org/officeDocument/2006/relationships/slide" Target="/ppt/slides/slide4.xml" Id="R7aad4fcfc2144138" /><Relationship Type="http://schemas.openxmlformats.org/officeDocument/2006/relationships/notesMaster" Target="/ppt/notesMasters/notesMaster1.xml" Id="R53b5e0ff715440d4" /></Relationships>
</file>

<file path=ppt/notesSlides/_rels/notesSlide5.xml.rels>&#65279;<?xml version="1.0" encoding="utf-8"?><Relationships xmlns="http://schemas.openxmlformats.org/package/2006/relationships"><Relationship Type="http://schemas.openxmlformats.org/officeDocument/2006/relationships/slide" Target="/ppt/slides/slide5.xml" Id="Rc8c1a600f4fe4fa6" /><Relationship Type="http://schemas.openxmlformats.org/officeDocument/2006/relationships/notesMaster" Target="/ppt/notesMasters/notesMaster1.xml" Id="R10a0ee3ab0204d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63176d710f8d4292" /><Relationship Type="http://schemas.openxmlformats.org/officeDocument/2006/relationships/notesMaster" Target="/ppt/notesMasters/notesMaster1.xml" Id="R1109b30b1b9941e7" /></Relationships>
</file>

<file path=ppt/notesSlides/_rels/notesSlide7.xml.rels>&#65279;<?xml version="1.0" encoding="utf-8"?><Relationships xmlns="http://schemas.openxmlformats.org/package/2006/relationships"><Relationship Type="http://schemas.openxmlformats.org/officeDocument/2006/relationships/slide" Target="/ppt/slides/slide7.xml" Id="R9693cd5b506444b8" /><Relationship Type="http://schemas.openxmlformats.org/officeDocument/2006/relationships/notesMaster" Target="/ppt/notesMasters/notesMaster1.xml" Id="Re4c9a387976948d5" /></Relationships>
</file>

<file path=ppt/notesSlides/_rels/notesSlide8.xml.rels>&#65279;<?xml version="1.0" encoding="utf-8"?><Relationships xmlns="http://schemas.openxmlformats.org/package/2006/relationships"><Relationship Type="http://schemas.openxmlformats.org/officeDocument/2006/relationships/slide" Target="/ppt/slides/slide8.xml" Id="Rb428f4f9904f4b72" /><Relationship Type="http://schemas.openxmlformats.org/officeDocument/2006/relationships/notesMaster" Target="/ppt/notesMasters/notesMaster1.xml" Id="R89c1fadf8f574f51" /></Relationships>
</file>

<file path=ppt/notesSlides/_rels/notesSlide9.xml.rels>&#65279;<?xml version="1.0" encoding="utf-8"?><Relationships xmlns="http://schemas.openxmlformats.org/package/2006/relationships"><Relationship Type="http://schemas.openxmlformats.org/officeDocument/2006/relationships/slide" Target="/ppt/slides/slide9.xml" Id="Readf623c0bc0437b" /><Relationship Type="http://schemas.openxmlformats.org/officeDocument/2006/relationships/notesMaster" Target="/ppt/notesMasters/notesMaster1.xml" Id="R758f0bc6787a47b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3d14ed5d3c54fdb" /><Relationship Type="http://schemas.openxmlformats.org/officeDocument/2006/relationships/notesMaster" Target="/ppt/notesMasters/notesMaster1.xml" Id="R09533a1fb67644c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95786325b4241eb" /><Relationship Type="http://schemas.openxmlformats.org/officeDocument/2006/relationships/notesMaster" Target="/ppt/notesMasters/notesMaster1.xml" Id="R2c85be7852fc4bf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2c7500fd45d44a2" /><Relationship Type="http://schemas.openxmlformats.org/officeDocument/2006/relationships/notesMaster" Target="/ppt/notesMasters/notesMaster1.xml" Id="Rc77d94fcf65a41f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38cb736a4664592" /><Relationship Type="http://schemas.openxmlformats.org/officeDocument/2006/relationships/notesMaster" Target="/ppt/notesMasters/notesMaster1.xml" Id="R0bee9dc53861474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8b3c98dbb2548a4" /><Relationship Type="http://schemas.openxmlformats.org/officeDocument/2006/relationships/notesMaster" Target="/ppt/notesMasters/notesMaster1.xml" Id="R03f55f85d19f42b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454d1da025c465e" /><Relationship Type="http://schemas.openxmlformats.org/officeDocument/2006/relationships/notesMaster" Target="/ppt/notesMasters/notesMaster1.xml" Id="Rc0c9407e015743f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115f21f4b154c9c" /><Relationship Type="http://schemas.openxmlformats.org/officeDocument/2006/relationships/notesMaster" Target="/ppt/notesMasters/notesMaster1.xml" Id="R36b278373bb94b9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1d1262b552f4ddd" /><Relationship Type="http://schemas.openxmlformats.org/officeDocument/2006/relationships/notesMaster" Target="/ppt/notesMasters/notesMaster1.xml" Id="R1070448ef2304b5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c894bef32724c93" /><Relationship Type="http://schemas.openxmlformats.org/officeDocument/2006/relationships/notesMaster" Target="/ppt/notesMasters/notesMaster1.xml" Id="R16c5f4242d0e451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511494156fc4072" /><Relationship Type="http://schemas.openxmlformats.org/officeDocument/2006/relationships/notesMaster" Target="/ppt/notesMasters/notesMaster1.xml" Id="Rab6b8b1ada2149b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1048f04e5af4974" /><Relationship Type="http://schemas.openxmlformats.org/officeDocument/2006/relationships/notesMaster" Target="/ppt/notesMasters/notesMaster1.xml" Id="R8d4b373428e84be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128cf40dc384bab" /><Relationship Type="http://schemas.openxmlformats.org/officeDocument/2006/relationships/notesMaster" Target="/ppt/notesMasters/notesMaster1.xml" Id="Rfabc356601b348f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ad9e7f36eee4c63" /><Relationship Type="http://schemas.openxmlformats.org/officeDocument/2006/relationships/notesMaster" Target="/ppt/notesMasters/notesMaster1.xml" Id="R8ce726a8f69c4cc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18544bec9444a10" /><Relationship Type="http://schemas.openxmlformats.org/officeDocument/2006/relationships/notesMaster" Target="/ppt/notesMasters/notesMaster1.xml" Id="Rafb261604ab6497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5916dbf97ac414e" /><Relationship Type="http://schemas.openxmlformats.org/officeDocument/2006/relationships/notesMaster" Target="/ppt/notesMasters/notesMaster1.xml" Id="R8c82a408b58b4be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63c84e10ea642fb" /><Relationship Type="http://schemas.openxmlformats.org/officeDocument/2006/relationships/notesMaster" Target="/ppt/notesMasters/notesMaster1.xml" Id="R18c3bc7092804cb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c738a82b8bb4b05" /><Relationship Type="http://schemas.openxmlformats.org/officeDocument/2006/relationships/notesMaster" Target="/ppt/notesMasters/notesMaster1.xml" Id="R1b72ad036927487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9dac01c43594bf7" /><Relationship Type="http://schemas.openxmlformats.org/officeDocument/2006/relationships/notesMaster" Target="/ppt/notesMasters/notesMaster1.xml" Id="Re92b7e6624854ad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a0a0dc90fff4925" /><Relationship Type="http://schemas.openxmlformats.org/officeDocument/2006/relationships/notesMaster" Target="/ppt/notesMasters/notesMaster1.xml" Id="Ra6fff9a81e9c479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3bbc85259b04cb1" /><Relationship Type="http://schemas.openxmlformats.org/officeDocument/2006/relationships/notesMaster" Target="/ppt/notesMasters/notesMaster1.xml" Id="Ra7b9a04e47254c7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1d1478e065e409a" /><Relationship Type="http://schemas.openxmlformats.org/officeDocument/2006/relationships/notesMaster" Target="/ppt/notesMasters/notesMaster1.xml" Id="Rc59b211caf024e2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5865f7c6a1e4c33" /><Relationship Type="http://schemas.openxmlformats.org/officeDocument/2006/relationships/notesMaster" Target="/ppt/notesMasters/notesMaster1.xml" Id="R195067e56182488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follows the thesis structure. We begin with the problem and prior work, explain the system and experimental protocol, then present the results, limitations, and conclusions.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This thesis studies the full training path, including update protection, encrypted transport, poisoning response, and release governance. Sources: McMahan et al. [1], Sheller et al. [2], Dayan et al. [3], Shokri et al. [4], Zhu et al. [5], and Geiping et al. [6].</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problem has four connected parts. Privacy mechanisms can hide information, but encryption makes communication expensive and removes the update geometry used by robust aggregators. Governance controls must also prevent one service from silently changing or releasing a model.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FedAvg provides the optimization baseline. Healthcare studies show that institutions can collaborate without pooling records. FLDP and FAMHE strengthen privacy, but they do not evaluate the complete privacy, compression, poisoning, and governance combination used in our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Communication and robustness methods expose a compatibility gap. Methods such as FLTrust depend on individual update geometry, while sum-only homomorphic aggregation hides that geometry. Logical sparsity also fails to save bandwidth if the system encodes a dense ciphertext afterward.</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Recent integrated methods cover more than one security objective, but their assumptions and evaluation units differ. Our comparison therefore reports capabilities and uses same-protocol reproduction for numerical results rather than comparing headline numbers from unrelated experiments.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architecture separates local data handling, privacy and cryptography, local training, trust management, encrypted aggregation, model distribution, and inference. Hospitals keep patient records. The coordinator aggregates ciphertexts, while verification and release controls prevent an unchecked model update from becoming global.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73e554bc97a437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c58d581c11040f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0390b3346ee46d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4a8199548ae4fc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60d319eb1d241a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dd4b77de1b8403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aa99dc02f08a4bc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4a49bf535f74d6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c87be95be7c7485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3caea4f7c29400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bc9621744994998"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52"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57"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f699601bc3349e9" /><Relationship Type="http://schemas.openxmlformats.org/officeDocument/2006/relationships/slideLayout" Target="/ppt/slideLayouts/slideLayout1.xml" Id="R8a6f3e47f56348d6" /><Relationship Type="http://schemas.openxmlformats.org/officeDocument/2006/relationships/slideLayout" Target="/ppt/slideLayouts/slideLayout2.xml" Id="Rdb44c2597a8744a1" /><Relationship Type="http://schemas.openxmlformats.org/officeDocument/2006/relationships/slideLayout" Target="/ppt/slideLayouts/slideLayout3.xml" Id="R1a3d4933524f4dae" /><Relationship Type="http://schemas.openxmlformats.org/officeDocument/2006/relationships/slideLayout" Target="/ppt/slideLayouts/slideLayout4.xml" Id="R07fbbd7161354701" /><Relationship Type="http://schemas.openxmlformats.org/officeDocument/2006/relationships/slideLayout" Target="/ppt/slideLayouts/slideLayout5.xml" Id="Ra6c13df0fa3c4f73" /><Relationship Type="http://schemas.openxmlformats.org/officeDocument/2006/relationships/slideLayout" Target="/ppt/slideLayouts/slideLayout6.xml" Id="R20681805e31d4fee" /><Relationship Type="http://schemas.openxmlformats.org/officeDocument/2006/relationships/slideLayout" Target="/ppt/slideLayouts/slideLayout7.xml" Id="R23e64a153ed44537" /><Relationship Type="http://schemas.openxmlformats.org/officeDocument/2006/relationships/slideLayout" Target="/ppt/slideLayouts/slideLayout8.xml" Id="R69e4d620637d4d8b" /><Relationship Type="http://schemas.openxmlformats.org/officeDocument/2006/relationships/slideLayout" Target="/ppt/slideLayouts/slideLayout9.xml" Id="R11757012de754818" /><Relationship Type="http://schemas.openxmlformats.org/officeDocument/2006/relationships/slideLayout" Target="/ppt/slideLayouts/slideLayout10.xml" Id="R578c2bc2086c48ab" /><Relationship Type="http://schemas.openxmlformats.org/officeDocument/2006/relationships/slideLayout" Target="/ppt/slideLayouts/slideLayout11.xml" Id="Rfaaa8feed7c640a6"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8a6f3e47f56348d6"/>
    <p:sldLayoutId xmlns:r="http://schemas.openxmlformats.org/officeDocument/2006/relationships" id="2147483650" r:id="Rdb44c2597a8744a1"/>
    <p:sldLayoutId xmlns:r="http://schemas.openxmlformats.org/officeDocument/2006/relationships" id="2147483651" r:id="R1a3d4933524f4dae"/>
    <p:sldLayoutId xmlns:r="http://schemas.openxmlformats.org/officeDocument/2006/relationships" id="2147483652" r:id="R07fbbd7161354701"/>
    <p:sldLayoutId xmlns:r="http://schemas.openxmlformats.org/officeDocument/2006/relationships" id="2147483653" r:id="Ra6c13df0fa3c4f73"/>
    <p:sldLayoutId xmlns:r="http://schemas.openxmlformats.org/officeDocument/2006/relationships" id="2147483654" r:id="R20681805e31d4fee"/>
    <p:sldLayoutId xmlns:r="http://schemas.openxmlformats.org/officeDocument/2006/relationships" id="2147483655" r:id="R23e64a153ed44537"/>
    <p:sldLayoutId xmlns:r="http://schemas.openxmlformats.org/officeDocument/2006/relationships" id="2147483656" r:id="R69e4d620637d4d8b"/>
    <p:sldLayoutId xmlns:r="http://schemas.openxmlformats.org/officeDocument/2006/relationships" id="2147483657" r:id="R11757012de754818"/>
    <p:sldLayoutId xmlns:r="http://schemas.openxmlformats.org/officeDocument/2006/relationships" id="2147483658" r:id="R578c2bc2086c48ab"/>
    <p:sldLayoutId xmlns:r="http://schemas.openxmlformats.org/officeDocument/2006/relationships" id="2147483659" r:id="Rfaaa8feed7c640a6"/>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dd38205a5354324" /><Relationship Type="http://schemas.openxmlformats.org/officeDocument/2006/relationships/image" Target="/ppt/media/image.jpeg" Id="Rd016ad8b90db4ee2" /><Relationship Type="http://schemas.openxmlformats.org/officeDocument/2006/relationships/image" Target="/ppt/media/image.png" Id="Rcc60513c66bc4bd2" /><Relationship Type="http://schemas.openxmlformats.org/officeDocument/2006/relationships/notesSlide" Target="/ppt/notesSlides/notesSlide1.xml" Id="R243e28d5de8f4e8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e604d4a22134d05" /><Relationship Type="http://schemas.openxmlformats.org/officeDocument/2006/relationships/image" Target="/ppt/media/image2.jpeg" Id="R022a1566ea914749" /><Relationship Type="http://schemas.openxmlformats.org/officeDocument/2006/relationships/image" Target="/ppt/media/image2.png" Id="Rdf7c175c16344f4f" /><Relationship Type="http://schemas.openxmlformats.org/officeDocument/2006/relationships/notesSlide" Target="/ppt/notesSlides/notesSlide2.xml" Id="Re70405fc8c4640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599366ae23d241a3" /><Relationship Type="http://schemas.openxmlformats.org/officeDocument/2006/relationships/image" Target="/ppt/media/image3.jpeg" Id="Raded3e7f8e4a491a" /><Relationship Type="http://schemas.openxmlformats.org/officeDocument/2006/relationships/image" Target="/ppt/media/image.png" Id="R067a6044787240ff" /><Relationship Type="http://schemas.openxmlformats.org/officeDocument/2006/relationships/image" Target="/ppt/media/image3.png" Id="Rba1a9374fce34158" /><Relationship Type="http://schemas.openxmlformats.org/officeDocument/2006/relationships/image" Target="/ppt/media/image4.png" Id="Ra5fd5c97cc764a6a" /><Relationship Type="http://schemas.openxmlformats.org/officeDocument/2006/relationships/notesSlide" Target="/ppt/notesSlides/notesSlide3.xml" Id="R20795963e1d142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f95ad4f169341c9" /><Relationship Type="http://schemas.openxmlformats.org/officeDocument/2006/relationships/image" Target="/ppt/media/image3.jpeg" Id="Rd83b875473c84d6b" /><Relationship Type="http://schemas.openxmlformats.org/officeDocument/2006/relationships/image" Target="/ppt/media/image.png" Id="R66330bfc0c454a67" /><Relationship Type="http://schemas.openxmlformats.org/officeDocument/2006/relationships/notesSlide" Target="/ppt/notesSlides/notesSlide4.xml" Id="R446bd474c3d547a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6b1e7939e1b4c97" /><Relationship Type="http://schemas.openxmlformats.org/officeDocument/2006/relationships/image" Target="/ppt/media/image3.jpeg" Id="R33df7cbf34774da8" /><Relationship Type="http://schemas.openxmlformats.org/officeDocument/2006/relationships/image" Target="/ppt/media/image.png" Id="R6d7cafbb54754e53" /><Relationship Type="http://schemas.openxmlformats.org/officeDocument/2006/relationships/notesSlide" Target="/ppt/notesSlides/notesSlide5.xml" Id="R89147a53479f410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c30ce1834214dc9" /><Relationship Type="http://schemas.openxmlformats.org/officeDocument/2006/relationships/image" Target="/ppt/media/image3.jpeg" Id="R493063a9e85a466c" /><Relationship Type="http://schemas.openxmlformats.org/officeDocument/2006/relationships/image" Target="/ppt/media/image.png" Id="R1de5bada90f84e10" /><Relationship Type="http://schemas.openxmlformats.org/officeDocument/2006/relationships/notesSlide" Target="/ppt/notesSlides/notesSlide6.xml" Id="R62459906be05446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f2c952ad328473e" /><Relationship Type="http://schemas.openxmlformats.org/officeDocument/2006/relationships/image" Target="/ppt/media/image3.jpeg" Id="Rc9c4e4f531da4027" /><Relationship Type="http://schemas.openxmlformats.org/officeDocument/2006/relationships/image" Target="/ppt/media/image.png" Id="R0a179becb90f4f08" /><Relationship Type="http://schemas.openxmlformats.org/officeDocument/2006/relationships/notesSlide" Target="/ppt/notesSlides/notesSlide7.xml" Id="R27f41bbac59147ec"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6725831714784699" /><Relationship Type="http://schemas.openxmlformats.org/officeDocument/2006/relationships/image" Target="/ppt/media/image3.jpeg" Id="Rbd7caaab17ea4a6f" /><Relationship Type="http://schemas.openxmlformats.org/officeDocument/2006/relationships/image" Target="/ppt/media/image.png" Id="Rc28522d096ff414b" /><Relationship Type="http://schemas.openxmlformats.org/officeDocument/2006/relationships/image" Target="/ppt/media/image3.png" Id="R5ba3c1e761194ebd" /><Relationship Type="http://schemas.openxmlformats.org/officeDocument/2006/relationships/image" Target="/ppt/media/image5.png" Id="R5d4ed0c7ef594dae" /><Relationship Type="http://schemas.openxmlformats.org/officeDocument/2006/relationships/notesSlide" Target="/ppt/notesSlides/notesSlide8.xml" Id="R62d14caee7334e3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51f5112823949ce" /><Relationship Type="http://schemas.openxmlformats.org/officeDocument/2006/relationships/image" Target="/ppt/media/image3.jpeg" Id="R6d80883a12304f79" /><Relationship Type="http://schemas.openxmlformats.org/officeDocument/2006/relationships/image" Target="/ppt/media/image.png" Id="Rced313cbf00340f8" /><Relationship Type="http://schemas.openxmlformats.org/officeDocument/2006/relationships/notesSlide" Target="/ppt/notesSlides/notesSlide9.xml" Id="R3b13fd9e3e00470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5c878f5294d4838" /><Relationship Type="http://schemas.openxmlformats.org/officeDocument/2006/relationships/image" Target="/ppt/media/image4.jpeg" Id="R860322033af2463b" /><Relationship Type="http://schemas.openxmlformats.org/officeDocument/2006/relationships/image" Target="/ppt/media/image6.png" Id="R7f2923326cc047b5" /><Relationship Type="http://schemas.openxmlformats.org/officeDocument/2006/relationships/notesSlide" Target="/ppt/notesSlides/notesSlide10.xml" Id="Re931ba212ec34f5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d13ca4daba44293" /><Relationship Type="http://schemas.openxmlformats.org/officeDocument/2006/relationships/image" Target="/ppt/media/image3.jpeg" Id="R8ea29c90090b4e75" /><Relationship Type="http://schemas.openxmlformats.org/officeDocument/2006/relationships/image" Target="/ppt/media/image.png" Id="R14f910b3f64347fa" /><Relationship Type="http://schemas.openxmlformats.org/officeDocument/2006/relationships/notesSlide" Target="/ppt/notesSlides/notesSlide11.xml" Id="Rc241f230d14d4d3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1277c0db8474258" /><Relationship Type="http://schemas.openxmlformats.org/officeDocument/2006/relationships/image" Target="/ppt/media/image3.jpeg" Id="Re86a7e508d474fdf" /><Relationship Type="http://schemas.openxmlformats.org/officeDocument/2006/relationships/image" Target="/ppt/media/image.png" Id="R39d7ea2f6c5649be" /><Relationship Type="http://schemas.openxmlformats.org/officeDocument/2006/relationships/notesSlide" Target="/ppt/notesSlides/notesSlide12.xml" Id="R3436f7ac76834f7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97503197f8a5450b" /><Relationship Type="http://schemas.openxmlformats.org/officeDocument/2006/relationships/image" Target="/ppt/media/image3.jpeg" Id="R7689d7f2a0ef4982" /><Relationship Type="http://schemas.openxmlformats.org/officeDocument/2006/relationships/image" Target="/ppt/media/image.png" Id="R1adfff2136cb4e6a" /><Relationship Type="http://schemas.openxmlformats.org/officeDocument/2006/relationships/image" Target="/ppt/media/image3.png" Id="R695a67d6db054661" /><Relationship Type="http://schemas.openxmlformats.org/officeDocument/2006/relationships/image" Target="/ppt/media/image7.png" Id="R1d2b9951e70b4c62" /><Relationship Type="http://schemas.openxmlformats.org/officeDocument/2006/relationships/notesSlide" Target="/ppt/notesSlides/notesSlide13.xml" Id="R966a8218ca2c41d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cd0b7ea36154098" /><Relationship Type="http://schemas.openxmlformats.org/officeDocument/2006/relationships/image" Target="/ppt/media/image3.jpeg" Id="Ra269887940b947e5" /><Relationship Type="http://schemas.openxmlformats.org/officeDocument/2006/relationships/image" Target="/ppt/media/image.png" Id="R691090bc32f242f9" /><Relationship Type="http://schemas.openxmlformats.org/officeDocument/2006/relationships/image" Target="/ppt/media/image8.png" Id="R22eafc36acce4ccb" /><Relationship Type="http://schemas.openxmlformats.org/officeDocument/2006/relationships/notesSlide" Target="/ppt/notesSlides/notesSlide14.xml" Id="Rd6cb4985b87d4ec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6a833b6d55840a0" /><Relationship Type="http://schemas.openxmlformats.org/officeDocument/2006/relationships/image" Target="/ppt/media/image3.jpeg" Id="R7ba6890f352d4194" /><Relationship Type="http://schemas.openxmlformats.org/officeDocument/2006/relationships/image" Target="/ppt/media/image.png" Id="R635a7bbab3ba4a90" /><Relationship Type="http://schemas.openxmlformats.org/officeDocument/2006/relationships/notesSlide" Target="/ppt/notesSlides/notesSlide15.xml" Id="R9fabd4bc3f164a6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17b8384efb34a4e" /><Relationship Type="http://schemas.openxmlformats.org/officeDocument/2006/relationships/image" Target="/ppt/media/image3.jpeg" Id="Rf721444d458c4bb5" /><Relationship Type="http://schemas.openxmlformats.org/officeDocument/2006/relationships/image" Target="/ppt/media/image.png" Id="Rc057b7c78e6145e8" /><Relationship Type="http://schemas.openxmlformats.org/officeDocument/2006/relationships/notesSlide" Target="/ppt/notesSlides/notesSlide16.xml" Id="Re0aa6fe6a6594bc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12e89c7f74144ed" /><Relationship Type="http://schemas.openxmlformats.org/officeDocument/2006/relationships/image" Target="/ppt/media/image3.jpeg" Id="Re251f9235836404d" /><Relationship Type="http://schemas.openxmlformats.org/officeDocument/2006/relationships/image" Target="/ppt/media/image.png" Id="R23d76e2d3db14b29" /><Relationship Type="http://schemas.openxmlformats.org/officeDocument/2006/relationships/notesSlide" Target="/ppt/notesSlides/notesSlide17.xml" Id="R77c4182b06d7440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b89ccfb837541c7" /><Relationship Type="http://schemas.openxmlformats.org/officeDocument/2006/relationships/image" Target="/ppt/media/image3.jpeg" Id="R52261fd7c7244616" /><Relationship Type="http://schemas.openxmlformats.org/officeDocument/2006/relationships/image" Target="/ppt/media/image.png" Id="Re9d91214fc2a4bf7" /><Relationship Type="http://schemas.openxmlformats.org/officeDocument/2006/relationships/notesSlide" Target="/ppt/notesSlides/notesSlide18.xml" Id="Re00f091bff514d0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4093752cfd5140df" /><Relationship Type="http://schemas.openxmlformats.org/officeDocument/2006/relationships/image" Target="/ppt/media/image3.jpeg" Id="Re98dd98649614c12" /><Relationship Type="http://schemas.openxmlformats.org/officeDocument/2006/relationships/image" Target="/ppt/media/image.png" Id="R6acfb3e4a5d1470f" /><Relationship Type="http://schemas.openxmlformats.org/officeDocument/2006/relationships/image" Target="/ppt/media/image3.png" Id="R033024414fc84c70" /><Relationship Type="http://schemas.openxmlformats.org/officeDocument/2006/relationships/image" Target="/ppt/media/image9.png" Id="R3ffaa3499c504eff" /><Relationship Type="http://schemas.openxmlformats.org/officeDocument/2006/relationships/notesSlide" Target="/ppt/notesSlides/notesSlide19.xml" Id="R3d7456a9a6044ae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4df2f156cee4038" /><Relationship Type="http://schemas.openxmlformats.org/officeDocument/2006/relationships/image" Target="/ppt/media/image3.jpeg" Id="R059f7a5a58234d72" /><Relationship Type="http://schemas.openxmlformats.org/officeDocument/2006/relationships/image" Target="/ppt/media/image.png" Id="R8e4ea05059c34d4a" /><Relationship Type="http://schemas.openxmlformats.org/officeDocument/2006/relationships/notesSlide" Target="/ppt/notesSlides/notesSlide20.xml" Id="R578c79967a1d40b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1dd401022a74782" /><Relationship Type="http://schemas.openxmlformats.org/officeDocument/2006/relationships/image" Target="/ppt/media/image3.jpeg" Id="R9ee4cd595df1449a" /><Relationship Type="http://schemas.openxmlformats.org/officeDocument/2006/relationships/image" Target="/ppt/media/image.png" Id="R3f6b63f1c0c24bcc" /><Relationship Type="http://schemas.openxmlformats.org/officeDocument/2006/relationships/chart" Target="/ppt/slides/charts/chart1.xml" Id="R1616cf4956484353" /><Relationship Type="http://schemas.openxmlformats.org/officeDocument/2006/relationships/notesSlide" Target="/ppt/notesSlides/notesSlide21.xml" Id="Rc57281d10291472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f59f7a8ae204981" /><Relationship Type="http://schemas.openxmlformats.org/officeDocument/2006/relationships/image" Target="/ppt/media/image3.jpeg" Id="R044ab8bc986e4455" /><Relationship Type="http://schemas.openxmlformats.org/officeDocument/2006/relationships/image" Target="/ppt/media/image.png" Id="R206f170e57604831" /><Relationship Type="http://schemas.openxmlformats.org/officeDocument/2006/relationships/image" Target="/ppt/media/image10.png" Id="Rcd1d3eec4d77436c" /><Relationship Type="http://schemas.openxmlformats.org/officeDocument/2006/relationships/image" Target="/ppt/media/image11.png" Id="R2771f519b9e04de6" /><Relationship Type="http://schemas.openxmlformats.org/officeDocument/2006/relationships/notesSlide" Target="/ppt/notesSlides/notesSlide22.xml" Id="Rdaa9b81e205648d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c698d87e352c4c2f" /><Relationship Type="http://schemas.openxmlformats.org/officeDocument/2006/relationships/image" Target="/ppt/media/image3.jpeg" Id="R8eaaa2f2ae354a83" /><Relationship Type="http://schemas.openxmlformats.org/officeDocument/2006/relationships/image" Target="/ppt/media/image.png" Id="Rd511aea50b614dc9" /><Relationship Type="http://schemas.openxmlformats.org/officeDocument/2006/relationships/image" Target="/ppt/media/image3.png" Id="Rc313509c06504fd9" /><Relationship Type="http://schemas.openxmlformats.org/officeDocument/2006/relationships/image" Target="/ppt/media/image12.png" Id="R6824127f6c964111" /><Relationship Type="http://schemas.openxmlformats.org/officeDocument/2006/relationships/notesSlide" Target="/ppt/notesSlides/notesSlide23.xml" Id="R7c13c1d0a4b8484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4c73e0556754dcd" /><Relationship Type="http://schemas.openxmlformats.org/officeDocument/2006/relationships/image" Target="/ppt/media/image3.jpeg" Id="R65e958807e8842e0" /><Relationship Type="http://schemas.openxmlformats.org/officeDocument/2006/relationships/image" Target="/ppt/media/image.png" Id="R2120daef3e194765" /><Relationship Type="http://schemas.openxmlformats.org/officeDocument/2006/relationships/notesSlide" Target="/ppt/notesSlides/notesSlide24.xml" Id="Rf371b0e1b182452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7298988ef6f4ab0" /><Relationship Type="http://schemas.openxmlformats.org/officeDocument/2006/relationships/image" Target="/ppt/media/image3.jpeg" Id="R8dc2f4e2b2c64493" /><Relationship Type="http://schemas.openxmlformats.org/officeDocument/2006/relationships/image" Target="/ppt/media/image.png" Id="R4402d9daeb114fd0" /><Relationship Type="http://schemas.openxmlformats.org/officeDocument/2006/relationships/notesSlide" Target="/ppt/notesSlides/notesSlide25.xml" Id="R44625d04cc2143c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ea4c26602a04abd" /><Relationship Type="http://schemas.openxmlformats.org/officeDocument/2006/relationships/image" Target="/ppt/media/image3.jpeg" Id="Rdebe8eff4516469f" /><Relationship Type="http://schemas.openxmlformats.org/officeDocument/2006/relationships/image" Target="/ppt/media/image.png" Id="Rba70bbb4945144a0" /><Relationship Type="http://schemas.openxmlformats.org/officeDocument/2006/relationships/notesSlide" Target="/ppt/notesSlides/notesSlide26.xml" Id="R85e8b56de00141b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e6bccbbe994948a9" /><Relationship Type="http://schemas.openxmlformats.org/officeDocument/2006/relationships/image" Target="/ppt/media/image3.jpeg" Id="R163e866f545d4660" /><Relationship Type="http://schemas.openxmlformats.org/officeDocument/2006/relationships/image" Target="/ppt/media/image.png" Id="Rbd7e182c41474651" /><Relationship Type="http://schemas.openxmlformats.org/officeDocument/2006/relationships/notesSlide" Target="/ppt/notesSlides/notesSlide27.xml" Id="R93ec7332437748b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293683d52fa44f0" /><Relationship Type="http://schemas.openxmlformats.org/officeDocument/2006/relationships/image" Target="/ppt/media/image3.jpeg" Id="R27f9af4030c548a3" /><Relationship Type="http://schemas.openxmlformats.org/officeDocument/2006/relationships/image" Target="/ppt/media/image.png" Id="R039314d58db24279" /><Relationship Type="http://schemas.openxmlformats.org/officeDocument/2006/relationships/notesSlide" Target="/ppt/notesSlides/notesSlide28.xml" Id="R6689e3cd5f3a468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8f1ad054445b4f98" /><Relationship Type="http://schemas.openxmlformats.org/officeDocument/2006/relationships/image" Target="/ppt/media/image3.jpeg" Id="R2710295694ca4b51" /><Relationship Type="http://schemas.openxmlformats.org/officeDocument/2006/relationships/image" Target="/ppt/media/image.png" Id="R839fbbe4cd034437" /><Relationship Type="http://schemas.openxmlformats.org/officeDocument/2006/relationships/notesSlide" Target="/ppt/notesSlides/notesSlide29.xml" Id="Reb80fcda639e47f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3338fbfcc9f94b5d" /><Relationship Type="http://schemas.openxmlformats.org/officeDocument/2006/relationships/image" Target="/ppt/media/image3.jpeg" Id="R1313c6ff0419432e" /><Relationship Type="http://schemas.openxmlformats.org/officeDocument/2006/relationships/image" Target="/ppt/media/image.png" Id="R6b8db07604b441fb" /><Relationship Type="http://schemas.openxmlformats.org/officeDocument/2006/relationships/image" Target="/ppt/media/image13.png" Id="R4622418edfd84a54" /><Relationship Type="http://schemas.openxmlformats.org/officeDocument/2006/relationships/notesSlide" Target="/ppt/notesSlides/notesSlide30.xml" Id="R1a26ac8a86584c2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3bbf8ea68d4442d3" /><Relationship Type="http://schemas.openxmlformats.org/officeDocument/2006/relationships/image" Target="/ppt/media/image3.jpeg" Id="Rc386d131a4474d15" /><Relationship Type="http://schemas.openxmlformats.org/officeDocument/2006/relationships/image" Target="/ppt/media/image.gif" Id="Rec269697243f44bf" /><Relationship Type="http://schemas.openxmlformats.org/officeDocument/2006/relationships/image" Target="/ppt/media/image.png" Id="Rba3aa8b8a51c4e7b" /><Relationship Type="http://schemas.openxmlformats.org/officeDocument/2006/relationships/notesSlide" Target="/ppt/notesSlides/notesSlide31.xml" Id="R6bbbfb94856e4966"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plotArea>
      <c:barChart>
        <c:barDir val="bar"/>
        <c:grouping val="clustered"/>
        <c:varyColors val="0"/>
        <c:ser>
          <c:idx val="0"/>
          <c:order val="0"/>
          <c:tx>
            <c:v>Reduction</c:v>
          </c:tx>
          <c:spPr>
            <a:solidFill xmlns:a="http://schemas.openxmlformats.org/drawingml/2006/main">
              <a:srgbClr val="00843D"/>
            </a:solidFill>
          </c:spPr>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3"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d016ad8b90db4ee2">
            <a:alphaModFix amt="25000"/>
          </a:blip>
          <a:srcRect xmlns:a="http://schemas.openxmlformats.org/drawingml/2006/main" l="0" t="0" r="0" b="0"/>
          <a:stretch xmlns:a="http://schemas.openxmlformats.org/drawingml/2006/main"/>
        </p:blipFill>
        <p:spPr>
          <a:xfrm xmlns:a="http://schemas.openxmlformats.org/drawingml/2006/main">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762000" y="1000125"/>
            <a:ext cx="10668000" cy="2103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7" name="Google Shape;177;p25">
            <a:extLst xmlns:a="http://schemas.openxmlformats.org/drawingml/2006/main">
              <a:ext uri="{FF2B5EF4-FFF2-40B4-BE49-F238E27FC236}">
                <a16:creationId xmlns:a16="http://schemas.microsoft.com/office/drawing/2014/main" id="{1A787CBB-2971-4C31-9293-4909EA4C0262}"/>
              </a:ext>
            </a:extLst>
          </p:cNvPr>
          <p:cNvSpPr>
            <a:spLocks xmlns:a="http://schemas.openxmlformats.org/drawingml/2006/main" noGrp="1"/>
          </p:cNvSpPr>
          <p:nvPr>
            <p:ph type="dt" idx="10"/>
          </p:nvPr>
        </p:nvSpPr>
        <p:spPr>
          <a:xfrm xmlns:a="http://schemas.openxmlformats.org/drawingml/2006/main">
            <a:off x="462800" y="6396575"/>
            <a:ext cx="1556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436934"/>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endParaRPr sz="2400" b="1" i="0" u="none" cap="none">
              <a:solidFill>
                <a:srgbClr val="000000"/>
              </a:solidFill>
              <a:latin typeface="Arial"/>
              <a:ea typeface="Arial"/>
              <a:cs typeface="Arial"/>
            </a:endParaRP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88"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cc60513c66bc4bd2">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endParaRPr sz="2400" b="1" i="0" u="none" cap="none">
              <a:solidFill>
                <a:srgbClr val="0070C0"/>
              </a:solidFill>
              <a:latin typeface="Arial"/>
              <a:ea typeface="Arial"/>
              <a:cs typeface="Arial"/>
            </a:endParaRP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DBA969BC-6ECC-4971-882C-365693A7CAC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22a1566ea914749"/>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f7c175c16344f4f"/>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and Q&amp;A</a:t>
            </a:r>
          </a:p>
        </p:txBody>
      </p:sp>
      <p:sp>
        <p:nvSpPr>
          <p:cNvPr id="13" name="visible-footer-date-2">
            <a:extLst xmlns:a="http://schemas.openxmlformats.org/drawingml/2006/main">
              <a:ext uri="{FF2B5EF4-FFF2-40B4-BE49-F238E27FC236}">
                <a16:creationId xmlns:a16="http://schemas.microsoft.com/office/drawing/2014/main" id="{B9C01F43-673B-48C4-BF1F-9B8F8AE8B1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19"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aded3e7f8e4a491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0"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067a6044787240f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221"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ba1a9374fce34158">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223"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a5fd5c97cc764a6a">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224"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7" name="Google Shape;217;p28">
            <a:extLst xmlns:a="http://schemas.openxmlformats.org/drawingml/2006/main">
              <a:ext uri="{FF2B5EF4-FFF2-40B4-BE49-F238E27FC236}">
                <a16:creationId xmlns:a16="http://schemas.microsoft.com/office/drawing/2014/main" id="{96F754A5-1FF9-D925-27C6-B06305285E25}"/>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18" name="visible-footer-date-3">
            <a:extLst xmlns:a="http://schemas.openxmlformats.org/drawingml/2006/main">
              <a:ext uri="{FF2B5EF4-FFF2-40B4-BE49-F238E27FC236}">
                <a16:creationId xmlns:a16="http://schemas.microsoft.com/office/drawing/2014/main" id="{02435FFE-CC3C-429C-B4F1-54B89DA711C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83b875473c84d6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6330bfc0c454a6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B2A7D1B-9045-6E27-810C-56812FE0C22C}"/>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1000125" y="1381125"/>
            <a:ext cx="10191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400"/>
              </a:spcAft>
              <a:buChar char="•"/>
              <a:defRPr sz="2025">
                <a:solidFill>
                  <a:srgbClr val="1F2937"/>
                </a:solidFill>
                <a:latin typeface="Arial"/>
                <a:ea typeface="Arial"/>
                <a:cs typeface="Arial"/>
              </a:defRPr>
            </a:pPr>
            <a:r>
              <a:rPr sz="2025">
                <a:solidFill>
                  <a:srgbClr val="1F2937"/>
                </a:solidFill>
                <a:latin typeface="Arial"/>
                <a:ea typeface="Arial"/>
                <a:cs typeface="Arial"/>
              </a:rPr>
              <a:t>Hospitals hold complementary clinical data, but direct pooling increases privacy, ownership, and breach risks.</a:t>
            </a:r>
          </a:p>
          <a:p xmlns:a="http://schemas.openxmlformats.org/drawingml/2006/main">
            <a:pPr marL="254000" indent="-127000">
              <a:spcAft>
                <a:spcPts val="1400"/>
              </a:spcAft>
              <a:buChar char="•"/>
              <a:defRPr sz="2025">
                <a:solidFill>
                  <a:srgbClr val="1F2937"/>
                </a:solidFill>
                <a:latin typeface="Arial"/>
                <a:ea typeface="Arial"/>
                <a:cs typeface="Arial"/>
              </a:defRPr>
            </a:pPr>
            <a:r>
              <a:rPr sz="2025">
                <a:solidFill>
                  <a:srgbClr val="1F2937"/>
                </a:solidFill>
                <a:latin typeface="Arial"/>
                <a:ea typeface="Arial"/>
                <a:cs typeface="Arial"/>
              </a:rPr>
              <a:t>Federated learning keeps source records local while hospitals contribute model updates to a shared training process [1]-[3].</a:t>
            </a:r>
          </a:p>
          <a:p xmlns:a="http://schemas.openxmlformats.org/drawingml/2006/main">
            <a:pPr marL="254000" indent="-127000">
              <a:spcAft>
                <a:spcPts val="1400"/>
              </a:spcAft>
              <a:buChar char="•"/>
              <a:defRPr sz="2025">
                <a:solidFill>
                  <a:srgbClr val="1F2937"/>
                </a:solidFill>
                <a:latin typeface="Arial"/>
                <a:ea typeface="Arial"/>
                <a:cs typeface="Arial"/>
              </a:defRPr>
            </a:pPr>
            <a:r>
              <a:rPr sz="2025">
                <a:solidFill>
                  <a:srgbClr val="1F2937"/>
                </a:solidFill>
                <a:latin typeface="Arial"/>
                <a:ea typeface="Arial"/>
                <a:cs typeface="Arial"/>
              </a:rPr>
              <a:t>Model updates can still reveal membership or training features, and encryption increases communication cost [4]-[6].</a:t>
            </a:r>
          </a:p>
          <a:p xmlns:a="http://schemas.openxmlformats.org/drawingml/2006/main">
            <a:pPr marL="254000" indent="-127000">
              <a:spcAft>
                <a:spcPts val="1400"/>
              </a:spcAft>
              <a:buChar char="•"/>
              <a:defRPr sz="2025">
                <a:solidFill>
                  <a:srgbClr val="1F2937"/>
                </a:solidFill>
                <a:latin typeface="Arial"/>
                <a:ea typeface="Arial"/>
                <a:cs typeface="Arial"/>
              </a:defRPr>
            </a:pPr>
            <a:r>
              <a:rPr sz="2025">
                <a:solidFill>
                  <a:srgbClr val="1F2937"/>
                </a:solidFill>
                <a:latin typeface="Arial"/>
                <a:ea typeface="Arial"/>
                <a:cs typeface="Arial"/>
              </a:rPr>
              <a:t>Recent systems combine privacy, secure aggregation, compression, or robustness, but usually evaluate these controls separately.</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1238250" y="5381625"/>
            <a:ext cx="971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00843D"/>
                </a:solidFill>
                <a:latin typeface="Arial"/>
                <a:ea typeface="Arial"/>
                <a:cs typeface="Arial"/>
              </a:defRPr>
            </a:pPr>
            <a:r>
              <a:rPr sz="1725" b="1" i="0">
                <a:solidFill>
                  <a:srgbClr val="00843D"/>
                </a:solidFill>
                <a:latin typeface="Arial"/>
                <a:ea typeface="Arial"/>
                <a:cs typeface="Arial"/>
              </a:rPr>
              <a:t>Research context: useful collaboration requires privacy controls that remain practical under encryption and adversarial participation.</a:t>
            </a:r>
          </a:p>
        </p:txBody>
      </p:sp>
      <p:sp>
        <p:nvSpPr>
          <p:cNvPr id="224" name="visible-footer-date-4">
            <a:extLst xmlns:a="http://schemas.openxmlformats.org/drawingml/2006/main">
              <a:ext uri="{FF2B5EF4-FFF2-40B4-BE49-F238E27FC236}">
                <a16:creationId xmlns:a16="http://schemas.microsoft.com/office/drawing/2014/main" id="{9939079E-FCAD-48B0-9971-B64FB891626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3df7cbf34774da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d7cafbb54754e5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BE9B0B5-9C9E-A926-7825-CCA60148B2CE}"/>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problem-bullets">
            <a:extLst xmlns:a="http://schemas.openxmlformats.org/drawingml/2006/main">
              <a:ext uri="{FF2B5EF4-FFF2-40B4-BE49-F238E27FC236}">
                <a16:creationId xmlns:a16="http://schemas.microsoft.com/office/drawing/2014/main" id="{66DF49F5-AD15-4A07-8E3C-869437662638}"/>
              </a:ext>
            </a:extLst>
          </p:cNvPr>
          <p:cNvSpPr>
            <a:spLocks xmlns:a="http://schemas.openxmlformats.org/drawingml/2006/main" noGrp="1"/>
          </p:cNvSpPr>
          <p:nvPr/>
        </p:nvSpPr>
        <p:spPr>
          <a:xfrm xmlns:a="http://schemas.openxmlformats.org/drawingml/2006/main">
            <a:off x="1000125" y="1381125"/>
            <a:ext cx="1019175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Patient data remain local, yet gradients and model updates can leak sensitive information.</a:t>
            </a:r>
          </a:p>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CKKS aggregation hides update values but expands serialized payloads and blocks many plaintext poisoning defences.</a:t>
            </a:r>
          </a:p>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A central decryptor, unverified aggregation, and weak audit evidence concentrate trust in a small set of services.</a:t>
            </a:r>
          </a:p>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Existing studies rarely test utility, privacy attacks, poisoning, communication, and governance under one frozen protocol.</a:t>
            </a: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810125"/>
            <a:ext cx="9906000" cy="100012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17365D"/>
                </a:solidFill>
                <a:latin typeface="Arial"/>
                <a:ea typeface="Arial"/>
                <a:cs typeface="Arial"/>
              </a:defRPr>
            </a:pPr>
            <a:r>
              <a:rPr sz="1725" b="1">
                <a:solidFill>
                  <a:srgbClr val="17365D"/>
                </a:solidFill>
                <a:latin typeface="Arial"/>
                <a:ea typeface="Arial"/>
                <a:cs typeface="Arial"/>
              </a:rPr>
              <a:t>Research question</a:t>
            </a:r>
          </a:p>
          <a:p xmlns:a="http://schemas.openxmlformats.org/drawingml/2006/main">
            <a:pPr algn="ctr">
              <a:buNone/>
              <a:defRPr sz="1725" b="1">
                <a:solidFill>
                  <a:srgbClr val="17365D"/>
                </a:solidFill>
                <a:latin typeface="Arial"/>
                <a:ea typeface="Arial"/>
                <a:cs typeface="Arial"/>
              </a:defRPr>
            </a:pPr>
            <a:r>
              <a:rPr sz="1725" b="1">
                <a:solidFill>
                  <a:srgbClr val="17365D"/>
                </a:solidFill>
                <a:latin typeface="Arial"/>
                <a:ea typeface="Arial"/>
                <a:cs typeface="Arial"/>
              </a:rPr>
              <a:t>How can multiple institutions train a useful shared model while limiting privacy exposure, encrypted communication cost, poisoning damage, and unilateral control?</a:t>
            </a:r>
          </a:p>
        </p:txBody>
      </p:sp>
      <p:sp>
        <p:nvSpPr>
          <p:cNvPr id="224" name="visible-footer-date-5">
            <a:extLst xmlns:a="http://schemas.openxmlformats.org/drawingml/2006/main">
              <a:ext uri="{FF2B5EF4-FFF2-40B4-BE49-F238E27FC236}">
                <a16:creationId xmlns:a16="http://schemas.microsoft.com/office/drawing/2014/main" id="{A5FEDABF-04EB-4B73-A6D7-A6E57676F15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38"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93063a9e85a466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de5bada90f84e1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33"/>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615CD2ED-2158-406F-A06B-E5803864BC9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3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9c4e4f531da402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a179becb90f4f0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714460E0-47EE-4DEB-B58B-D7E84BD6A27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89"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bd7caaab17ea4a6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90"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c28522d096ff414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291"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5ba3c1e761194ebd">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293"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5d4ed0c7ef594dae">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29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73" name="Google Shape;273;p32">
            <a:extLst xmlns:a="http://schemas.openxmlformats.org/drawingml/2006/main">
              <a:ext uri="{FF2B5EF4-FFF2-40B4-BE49-F238E27FC236}">
                <a16:creationId xmlns:a16="http://schemas.microsoft.com/office/drawing/2014/main" id="{21EC93A7-9D19-4AA4-BE61-A30549A4E0AA}"/>
              </a:ext>
            </a:extLst>
          </p:cNvPr>
          <p:cNvSpPr>
            <a:spLocks xmlns:a="http://schemas.openxmlformats.org/drawingml/2006/main" noGrp="1"/>
          </p:cNvSpPr>
          <p:nvPr>
            <p:ph type="dt" idx="10"/>
          </p:nvPr>
        </p:nvSpPr>
        <p:spPr>
          <a:xfrm xmlns:a="http://schemas.openxmlformats.org/drawingml/2006/main">
            <a:off x="462799" y="6396587"/>
            <a:ext cx="1442201" cy="2238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sp>
        <p:nvSpPr>
          <p:cNvPr id="288" name="visible-footer-date-8">
            <a:extLst xmlns:a="http://schemas.openxmlformats.org/drawingml/2006/main">
              <a:ext uri="{FF2B5EF4-FFF2-40B4-BE49-F238E27FC236}">
                <a16:creationId xmlns:a16="http://schemas.microsoft.com/office/drawing/2014/main" id="{246F8DCE-60C1-4F73-B294-CC905657D98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4320198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d80883a12304f7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ed313cbf00340f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34" name=""/>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3F38A7AE-C7E9-44F0-85B0-C78F50B08F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60322033af2463b"/>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f2923326cc047b5"/>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10">
            <a:extLst xmlns:a="http://schemas.openxmlformats.org/drawingml/2006/main">
              <a:ext uri="{FF2B5EF4-FFF2-40B4-BE49-F238E27FC236}">
                <a16:creationId xmlns:a16="http://schemas.microsoft.com/office/drawing/2014/main" id="{E5F1E6B4-5640-4DCF-87B7-2C533A24BD34}"/>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Related Studies (2/3)</a:t>
            </a:r>
          </a:p>
        </p:txBody>
      </p:sp>
      <p:sp>
        <p:nvSpPr>
          <p:cNvPr id="4" name="rule-45-665">
            <a:extLst xmlns:a="http://schemas.openxmlformats.org/drawingml/2006/main">
              <a:ext uri="{FF2B5EF4-FFF2-40B4-BE49-F238E27FC236}">
                <a16:creationId xmlns:a16="http://schemas.microsoft.com/office/drawing/2014/main" id="{27D44CFB-B734-48FA-99EF-282E3116AB71}"/>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10</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23" name=""/>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648"/>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C1B18AE9-7F16-413D-8816-F9FFB411744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11</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ea29c90090b4e7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4f910b3f64347f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34"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F86D9A05-EC01-402C-A245-5EE188B4FD6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12</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86a7e508d474fd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9d7ea2f6c5649b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8F63699-FF2B-3B57-7160-D273E7E2D3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5EBBBE35-591A-4334-B488-9B88A2F9E53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02666196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385"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7689d7f2a0ef498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86"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1adfff2136cb4e6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87"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695a67d6db054661">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389"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1d2b9951e70b4c62">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366" name="Google Shape;366;p39">
            <a:extLst xmlns:a="http://schemas.openxmlformats.org/drawingml/2006/main">
              <a:ext uri="{FF2B5EF4-FFF2-40B4-BE49-F238E27FC236}">
                <a16:creationId xmlns:a16="http://schemas.microsoft.com/office/drawing/2014/main" id="{F0D6F430-373C-B89E-A5FB-517372D44D5D}"/>
              </a:ext>
            </a:extLst>
          </p:cNvPr>
          <p:cNvSpPr>
            <a:spLocks xmlns:a="http://schemas.openxmlformats.org/drawingml/2006/main" noGrp="1"/>
          </p:cNvSpPr>
          <p:nvPr>
            <p:ph type="dt" idx="10"/>
          </p:nvPr>
        </p:nvSpPr>
        <p:spPr>
          <a:xfrm xmlns:a="http://schemas.openxmlformats.org/drawingml/2006/main">
            <a:off x="462800" y="6396575"/>
            <a:ext cx="1460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cxnSp>
        <p:nvCxnSpPr>
          <p:cNvPr id="393"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CA84D492-9FF5-43C4-8FE8-F9BCAD7AD68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89875798"/>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System Approach</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pic>
        <p:nvPicPr>
          <p:cNvPr id="228"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269887940b947e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91090bc32f242f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2" name=""/>
          <p:cNvPicPr>
            <a:picLocks xmlns:a="http://schemas.openxmlformats.org/drawingml/2006/main" noChangeAspect="1"/>
          </p:cNvPicPr>
          <p:nvPr/>
        </p:nvPicPr>
        <p:blipFill>
          <a:blip xmlns:r="http://schemas.openxmlformats.org/officeDocument/2006/relationships" xmlns:a="http://schemas.openxmlformats.org/drawingml/2006/main" r:embed="R22eafc36acce4ccb"/>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28054700-6653-4DAF-B859-13786689602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4468282"/>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pic>
        <p:nvPicPr>
          <p:cNvPr id="23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ba6890f352d419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35a7bbab3ba4a9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FF335FC-219B-D214-8F49-6CB76510354D}"/>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B265718B-7684-4EEC-AE58-C44B5FF6645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5174890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721444d458c4bb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057b7c78e6145e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4499EB51-E4C9-FA4D-EE6B-97CAA41AFCB0}"/>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15240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24765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31FF2A8-0836-447E-BD31-E17F7822A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4419817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pic>
        <p:nvPicPr>
          <p:cNvPr id="23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251f9235836404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3d76e2d3db14b2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72196830-4CB7-43F7-8E78-81257B4303AF}"/>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2261fd7c724461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9d91214fc2a4bf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6"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Optional cloud hardware and production deployment were outside the funded scope.</a:t>
            </a:r>
          </a:p>
        </p:txBody>
      </p:sp>
      <p:sp>
        <p:nvSpPr>
          <p:cNvPr id="227" name="visible-footer-date-18">
            <a:extLst xmlns:a="http://schemas.openxmlformats.org/drawingml/2006/main">
              <a:ext uri="{FF2B5EF4-FFF2-40B4-BE49-F238E27FC236}">
                <a16:creationId xmlns:a16="http://schemas.microsoft.com/office/drawing/2014/main" id="{7AA6E3B4-754B-499D-8FCF-BD0C450FC3A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pic>
        <p:nvPicPr>
          <p:cNvPr id="507"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e98dd98649614c1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08"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6acfb3e4a5d1470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09"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033024414fc84c70">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511"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3ffaa3499c504eff">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51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491" name="Google Shape;491;p49">
            <a:extLst xmlns:a="http://schemas.openxmlformats.org/drawingml/2006/main">
              <a:ext uri="{FF2B5EF4-FFF2-40B4-BE49-F238E27FC236}">
                <a16:creationId xmlns:a16="http://schemas.microsoft.com/office/drawing/2014/main" id="{386DBC97-F1BF-4EB9-A553-93FA54200B8D}"/>
              </a:ext>
            </a:extLst>
          </p:cNvPr>
          <p:cNvSpPr>
            <a:spLocks xmlns:a="http://schemas.openxmlformats.org/drawingml/2006/main" noGrp="1"/>
          </p:cNvSpPr>
          <p:nvPr>
            <p:ph type="dt" idx="10"/>
          </p:nvPr>
        </p:nvSpPr>
        <p:spPr>
          <a:xfrm xmlns:a="http://schemas.openxmlformats.org/drawingml/2006/main">
            <a:off x="462800" y="6396577"/>
            <a:ext cx="139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sp>
        <p:nvSpPr>
          <p:cNvPr id="506" name="visible-footer-date-19">
            <a:extLst xmlns:a="http://schemas.openxmlformats.org/drawingml/2006/main">
              <a:ext uri="{FF2B5EF4-FFF2-40B4-BE49-F238E27FC236}">
                <a16:creationId xmlns:a16="http://schemas.microsoft.com/office/drawing/2014/main" id="{F13AC5D5-9F8C-485B-A4FC-12C355498F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511854777"/>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3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59f7a5a58234d7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e4ea05059c34d4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D789CD-D6D2-713C-348F-D575DA199A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0B1FC419-0B69-4ECE-8421-CF3B55C295C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8624058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pic>
        <p:nvPicPr>
          <p:cNvPr id="23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ee4cd595df1449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f6b63f1c0c24bc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0E5151AA-EEDD-79DB-FB2C-1543D68B7F1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36" name=""/>
          <p:cNvGraphicFramePr/>
          <p:nvPr/>
        </p:nvGraphicFramePr>
        <p:xfrm>
          <a:off xmlns:a="http://schemas.openxmlformats.org/drawingml/2006/main" x="428625" y="1571625"/>
          <a:ext xmlns:a="http://schemas.openxmlformats.org/drawingml/2006/main" cx="6191250" cy="3667125"/>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37"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1616cf4956484353"/>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86EA315C-D1BD-43DD-9552-1880D1357A3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17829261"/>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71093"/>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44ab8bc986e445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06f170e5760483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7366EB0-0EAE-5D0C-C397-83FE1DDBDDD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6" name=""/>
          <p:cNvPicPr>
            <a:picLocks xmlns:a="http://schemas.openxmlformats.org/drawingml/2006/main" noChangeAspect="1"/>
          </p:cNvPicPr>
          <p:nvPr/>
        </p:nvPicPr>
        <p:blipFill>
          <a:blip xmlns:r="http://schemas.openxmlformats.org/officeDocument/2006/relationships" xmlns:a="http://schemas.openxmlformats.org/drawingml/2006/main" r:embed="Rcd1d3eec4d77436c"/>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37" name=""/>
          <p:cNvPicPr>
            <a:picLocks xmlns:a="http://schemas.openxmlformats.org/drawingml/2006/main" noChangeAspect="1"/>
          </p:cNvPicPr>
          <p:nvPr/>
        </p:nvPicPr>
        <p:blipFill>
          <a:blip xmlns:r="http://schemas.openxmlformats.org/officeDocument/2006/relationships" xmlns:a="http://schemas.openxmlformats.org/drawingml/2006/main" r:embed="R2771f519b9e04de6"/>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246"/>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F8C3249-0559-4759-BBC6-56550A25BC7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36405984"/>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544"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8eaaa2f2ae354a8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45"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d511aea50b614dc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46"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c313509c06504fd9">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548"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6824127f6c964111">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sp>
        <p:nvSpPr>
          <p:cNvPr id="527" name="Google Shape;527;p52">
            <a:extLst xmlns:a="http://schemas.openxmlformats.org/drawingml/2006/main">
              <a:ext uri="{FF2B5EF4-FFF2-40B4-BE49-F238E27FC236}">
                <a16:creationId xmlns:a16="http://schemas.microsoft.com/office/drawing/2014/main" id="{F14FAE87-7C0F-43AF-80E6-F7FCF94F7758}"/>
              </a:ext>
            </a:extLst>
          </p:cNvPr>
          <p:cNvSpPr>
            <a:spLocks xmlns:a="http://schemas.openxmlformats.org/drawingml/2006/main" noGrp="1"/>
          </p:cNvSpPr>
          <p:nvPr>
            <p:ph type="dt" idx="10"/>
          </p:nvPr>
        </p:nvSpPr>
        <p:spPr>
          <a:xfrm xmlns:a="http://schemas.openxmlformats.org/drawingml/2006/main">
            <a:off x="462800" y="6396574"/>
            <a:ext cx="14406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cxnSp>
        <p:nvCxnSpPr>
          <p:cNvPr id="550"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sp>
        <p:nvSpPr>
          <p:cNvPr id="543" name="visible-footer-date-23">
            <a:extLst xmlns:a="http://schemas.openxmlformats.org/drawingml/2006/main">
              <a:ext uri="{FF2B5EF4-FFF2-40B4-BE49-F238E27FC236}">
                <a16:creationId xmlns:a16="http://schemas.microsoft.com/office/drawing/2014/main" id="{E4B4880A-4F30-4943-A30E-7AE908C429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675858018"/>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pic>
        <p:nvPicPr>
          <p:cNvPr id="238"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5e958807e8842e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120daef3e19476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F47E314-515A-93E2-2775-6C3E36A4D48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33"/>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F6D77D6B-0F04-46BF-9AD5-029D762B1C2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093132514"/>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pic>
        <p:nvPicPr>
          <p:cNvPr id="23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dc2f4e2b2c6449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402d9daeb114fd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AB9FE30-4DDC-5248-36F1-22CA6EF59F7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3D719399-861F-462F-9DBB-6F7F099A2E3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838165317"/>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ebe8eff4516469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a70bbb4945144a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2083596-6F1F-F68D-870C-C931593560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58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
        <p:nvSpPr>
          <p:cNvPr id="224" name="visible-footer-date-26">
            <a:extLst xmlns:a="http://schemas.openxmlformats.org/drawingml/2006/main">
              <a:ext uri="{FF2B5EF4-FFF2-40B4-BE49-F238E27FC236}">
                <a16:creationId xmlns:a16="http://schemas.microsoft.com/office/drawing/2014/main" id="{F08CC119-D2FB-4AF6-A7D3-DD4CDDB222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961040222"/>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63e866f545d466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d7e182c4147465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187B56-C42F-E6AA-4F92-6A4AFFA85B62}"/>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E9458EB9-52CB-4E92-AD60-F8CB857E124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57563943"/>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7f9af4030c548a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39314d58db2427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2527088A-4217-01E2-32ED-810E572B3F8A}"/>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A9FD11D8-FA3F-4495-818D-DE7391908CF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42205720"/>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710295694ca4b5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39fbbe4cd03443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4CAF7A9-99E3-CEA9-46FF-8064363DACF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8F908855-F3E2-4507-858C-611C9BB2A64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43780179"/>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pic>
        <p:nvPicPr>
          <p:cNvPr id="224"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313c6ff0419432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b8db07604b441f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70043F5-38B0-81DD-4581-EAF4D730399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28"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4622418edfd84a54">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endParaRPr sz="5400" b="1" i="0" u="none" cap="none">
              <a:solidFill>
                <a:srgbClr val="00B0F0"/>
              </a:solidFill>
              <a:latin typeface="Arial"/>
              <a:ea typeface="Arial"/>
              <a:cs typeface="Arial"/>
            </a:endParaRPr>
          </a:p>
        </p:txBody>
      </p:sp>
      <p:sp>
        <p:nvSpPr>
          <p:cNvPr id="221" name="visible-footer-date-30">
            <a:extLst xmlns:a="http://schemas.openxmlformats.org/drawingml/2006/main">
              <a:ext uri="{FF2B5EF4-FFF2-40B4-BE49-F238E27FC236}">
                <a16:creationId xmlns:a16="http://schemas.microsoft.com/office/drawing/2014/main" id="{B5A734CE-0C0C-4B5C-A4D1-F0471FD963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09310205"/>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pic>
        <p:nvPicPr>
          <p:cNvPr id="609"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c386d131a4474d1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sp>
        <p:nvSpPr>
          <p:cNvPr id="604" name="Google Shape;604;p59">
            <a:extLst xmlns:a="http://schemas.openxmlformats.org/drawingml/2006/main">
              <a:ext uri="{FF2B5EF4-FFF2-40B4-BE49-F238E27FC236}">
                <a16:creationId xmlns:a16="http://schemas.microsoft.com/office/drawing/2014/main" id="{B00DAB80-8746-4128-A967-88D723EA1BCC}"/>
              </a:ext>
            </a:extLst>
          </p:cNvPr>
          <p:cNvSpPr>
            <a:spLocks xmlns:a="http://schemas.openxmlformats.org/drawingml/2006/main" noGrp="1"/>
          </p:cNvSpPr>
          <p:nvPr>
            <p:ph type="dt" idx="10"/>
          </p:nvPr>
        </p:nvSpPr>
        <p:spPr>
          <a:xfrm xmlns:a="http://schemas.openxmlformats.org/drawingml/2006/main">
            <a:off x="462800" y="6396573"/>
            <a:ext cx="16050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611"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ec269697243f44bf">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fontScale="100000"/>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fontScale="100000"/>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a3aa8b8a51c4e7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sp>
        <p:nvSpPr>
          <p:cNvPr id="608" name="visible-footer-date-31">
            <a:extLst xmlns:a="http://schemas.openxmlformats.org/drawingml/2006/main">
              <a:ext uri="{FF2B5EF4-FFF2-40B4-BE49-F238E27FC236}">
                <a16:creationId xmlns:a16="http://schemas.microsoft.com/office/drawing/2014/main" id="{33CEE1EA-28BF-4C57-9292-64787F00C7F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2026-09-24T00:41:04.9060000Z</dcterms:created>
  <dcterms:modified xsi:type="dcterms:W3CDTF">2026-09-24T00:41:04.9060000Z</dcterms:modified>
</coreProperties>
</file>