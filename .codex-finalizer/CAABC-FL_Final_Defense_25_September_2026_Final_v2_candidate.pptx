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1264364f794a62" /><Relationship Type="http://schemas.openxmlformats.org/officeDocument/2006/relationships/extended-properties" Target="/docProps/app.xml" Id="R4920a8cfa21e4715" /><Relationship Type="http://schemas.openxmlformats.org/officeDocument/2006/relationships/officeDocument" Target="/ppt/presentation.xml" Id="R635f49ce42c64e97" /></Relationships>
</file>

<file path=ppt/presentation.xml><?xml version="1.0" encoding="utf-8"?>
<p:presentation xmlns:p="http://schemas.openxmlformats.org/presentationml/2006/main">
  <p:sldMasterIdLst>
    <p:sldMasterId xmlns:r="http://schemas.openxmlformats.org/officeDocument/2006/relationships" id="2147483648" r:id="Rd7a3dc8b075e4e0c"/>
  </p:sldMasterIdLst>
  <p:notesMasterIdLst>
    <p:notesMasterId xmlns:r="http://schemas.openxmlformats.org/officeDocument/2006/relationships" r:id="R141b693f65c14d40"/>
  </p:notesMasterIdLst>
  <p:sldIdLst>
    <p:sldId xmlns:r="http://schemas.openxmlformats.org/officeDocument/2006/relationships" id="256" r:id="R3348ee497daa4bfc"/>
    <p:sldId xmlns:r="http://schemas.openxmlformats.org/officeDocument/2006/relationships" id="257" r:id="R41678c4c3e2a4f04"/>
    <p:sldId xmlns:r="http://schemas.openxmlformats.org/officeDocument/2006/relationships" id="258" r:id="R6d49f66e32704a96"/>
    <p:sldId xmlns:r="http://schemas.openxmlformats.org/officeDocument/2006/relationships" id="259" r:id="R61e76bced22847ca"/>
    <p:sldId xmlns:r="http://schemas.openxmlformats.org/officeDocument/2006/relationships" id="260" r:id="R1bd236b2ea2d4fad"/>
    <p:sldId xmlns:r="http://schemas.openxmlformats.org/officeDocument/2006/relationships" id="261" r:id="R46bee17a265c4b12"/>
    <p:sldId xmlns:r="http://schemas.openxmlformats.org/officeDocument/2006/relationships" id="262" r:id="R2fd2a98eda174284"/>
    <p:sldId xmlns:r="http://schemas.openxmlformats.org/officeDocument/2006/relationships" id="263" r:id="R551ccd29696249c9"/>
    <p:sldId xmlns:r="http://schemas.openxmlformats.org/officeDocument/2006/relationships" id="264" r:id="R2fa705d82cb049a2"/>
    <p:sldId xmlns:r="http://schemas.openxmlformats.org/officeDocument/2006/relationships" id="265" r:id="R47b196dad9a14c39"/>
    <p:sldId xmlns:r="http://schemas.openxmlformats.org/officeDocument/2006/relationships" id="266" r:id="R8e207294d3ba440c"/>
    <p:sldId xmlns:r="http://schemas.openxmlformats.org/officeDocument/2006/relationships" id="267" r:id="Rfe356a05207b41cc"/>
    <p:sldId xmlns:r="http://schemas.openxmlformats.org/officeDocument/2006/relationships" id="268" r:id="Rf9db02f0e46f4fa8"/>
    <p:sldId xmlns:r="http://schemas.openxmlformats.org/officeDocument/2006/relationships" id="269" r:id="R7b1a45e885124879"/>
    <p:sldId xmlns:r="http://schemas.openxmlformats.org/officeDocument/2006/relationships" id="270" r:id="R6b80de18c2024254"/>
    <p:sldId xmlns:r="http://schemas.openxmlformats.org/officeDocument/2006/relationships" id="271" r:id="Rfc3cadbca2e44b11"/>
    <p:sldId xmlns:r="http://schemas.openxmlformats.org/officeDocument/2006/relationships" id="272" r:id="Rdc8010e9e49c4fb3"/>
    <p:sldId xmlns:r="http://schemas.openxmlformats.org/officeDocument/2006/relationships" id="273" r:id="Rb26234729a914526"/>
    <p:sldId xmlns:r="http://schemas.openxmlformats.org/officeDocument/2006/relationships" id="274" r:id="R0a7a53a70eeb44ce"/>
    <p:sldId xmlns:r="http://schemas.openxmlformats.org/officeDocument/2006/relationships" id="275" r:id="R8c4bc09ab299434f"/>
    <p:sldId xmlns:r="http://schemas.openxmlformats.org/officeDocument/2006/relationships" id="276" r:id="R69853787b8e345cc"/>
    <p:sldId xmlns:r="http://schemas.openxmlformats.org/officeDocument/2006/relationships" id="277" r:id="R2910d93249224954"/>
    <p:sldId xmlns:r="http://schemas.openxmlformats.org/officeDocument/2006/relationships" id="278" r:id="Rc8a4d48ad3b54493"/>
    <p:sldId xmlns:r="http://schemas.openxmlformats.org/officeDocument/2006/relationships" id="279" r:id="R071206c492104f7b"/>
    <p:sldId xmlns:r="http://schemas.openxmlformats.org/officeDocument/2006/relationships" id="280" r:id="R57888f703b5c4e5e"/>
    <p:sldId xmlns:r="http://schemas.openxmlformats.org/officeDocument/2006/relationships" id="281" r:id="Rca7d94af59844359"/>
    <p:sldId xmlns:r="http://schemas.openxmlformats.org/officeDocument/2006/relationships" id="282" r:id="R75ac9956c02d4593"/>
    <p:sldId xmlns:r="http://schemas.openxmlformats.org/officeDocument/2006/relationships" id="283" r:id="Rfaeea7217abf4378"/>
    <p:sldId xmlns:r="http://schemas.openxmlformats.org/officeDocument/2006/relationships" id="284" r:id="R9255065bba024428"/>
    <p:sldId xmlns:r="http://schemas.openxmlformats.org/officeDocument/2006/relationships" id="285" r:id="R35450df082dd413b"/>
    <p:sldId xmlns:r="http://schemas.openxmlformats.org/officeDocument/2006/relationships" id="286" r:id="Re2c71a1235b94b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17bb77f7b95495e" /><Relationship Type="http://schemas.openxmlformats.org/officeDocument/2006/relationships/slideMaster" Target="/ppt/slideMasters/slideMaster1.xml" Id="Rd7a3dc8b075e4e0c" /><Relationship Type="http://schemas.openxmlformats.org/officeDocument/2006/relationships/notesMaster" Target="/ppt/notesMasters/notesMaster1.xml" Id="R141b693f65c14d40" /><Relationship Type="http://schemas.openxmlformats.org/officeDocument/2006/relationships/presProps" Target="/ppt/presProps.xml" Id="Rcf92f21492514443" /><Relationship Type="http://schemas.openxmlformats.org/officeDocument/2006/relationships/viewProps" Target="/ppt/viewProps.xml" Id="R1531a216c7fb4ebc" /><Relationship Type="http://schemas.openxmlformats.org/officeDocument/2006/relationships/tableStyles" Target="/ppt/tableStyles.xml" Id="Rcc53cf311e934e3f" /><Relationship Type="http://schemas.openxmlformats.org/officeDocument/2006/relationships/slide" Target="/ppt/slides/slide1.xml" Id="R3348ee497daa4bfc" /><Relationship Type="http://schemas.openxmlformats.org/officeDocument/2006/relationships/slide" Target="/ppt/slides/slide2.xml" Id="R41678c4c3e2a4f04" /><Relationship Type="http://schemas.openxmlformats.org/officeDocument/2006/relationships/slide" Target="/ppt/slides/slide3.xml" Id="R6d49f66e32704a96" /><Relationship Type="http://schemas.openxmlformats.org/officeDocument/2006/relationships/slide" Target="/ppt/slides/slide4.xml" Id="R61e76bced22847ca" /><Relationship Type="http://schemas.openxmlformats.org/officeDocument/2006/relationships/slide" Target="/ppt/slides/slide5.xml" Id="R1bd236b2ea2d4fad" /><Relationship Type="http://schemas.openxmlformats.org/officeDocument/2006/relationships/slide" Target="/ppt/slides/slide6.xml" Id="R46bee17a265c4b12" /><Relationship Type="http://schemas.openxmlformats.org/officeDocument/2006/relationships/slide" Target="/ppt/slides/slide7.xml" Id="R2fd2a98eda174284" /><Relationship Type="http://schemas.openxmlformats.org/officeDocument/2006/relationships/slide" Target="/ppt/slides/slide8.xml" Id="R551ccd29696249c9" /><Relationship Type="http://schemas.openxmlformats.org/officeDocument/2006/relationships/slide" Target="/ppt/slides/slide9.xml" Id="R2fa705d82cb049a2" /><Relationship Type="http://schemas.openxmlformats.org/officeDocument/2006/relationships/slide" Target="/ppt/slides/slide10.xml" Id="R47b196dad9a14c39" /><Relationship Type="http://schemas.openxmlformats.org/officeDocument/2006/relationships/slide" Target="/ppt/slides/slide11.xml" Id="R8e207294d3ba440c" /><Relationship Type="http://schemas.openxmlformats.org/officeDocument/2006/relationships/slide" Target="/ppt/slides/slide12.xml" Id="Rfe356a05207b41cc" /><Relationship Type="http://schemas.openxmlformats.org/officeDocument/2006/relationships/slide" Target="/ppt/slides/slide13.xml" Id="Rf9db02f0e46f4fa8" /><Relationship Type="http://schemas.openxmlformats.org/officeDocument/2006/relationships/slide" Target="/ppt/slides/slide14.xml" Id="R7b1a45e885124879" /><Relationship Type="http://schemas.openxmlformats.org/officeDocument/2006/relationships/slide" Target="/ppt/slides/slide15.xml" Id="R6b80de18c2024254" /><Relationship Type="http://schemas.openxmlformats.org/officeDocument/2006/relationships/slide" Target="/ppt/slides/slide16.xml" Id="Rfc3cadbca2e44b11" /><Relationship Type="http://schemas.openxmlformats.org/officeDocument/2006/relationships/slide" Target="/ppt/slides/slide17.xml" Id="Rdc8010e9e49c4fb3" /><Relationship Type="http://schemas.openxmlformats.org/officeDocument/2006/relationships/slide" Target="/ppt/slides/slide18.xml" Id="Rb26234729a914526" /><Relationship Type="http://schemas.openxmlformats.org/officeDocument/2006/relationships/slide" Target="/ppt/slides/slide19.xml" Id="R0a7a53a70eeb44ce" /><Relationship Type="http://schemas.openxmlformats.org/officeDocument/2006/relationships/slide" Target="/ppt/slides/slide20.xml" Id="R8c4bc09ab299434f" /><Relationship Type="http://schemas.openxmlformats.org/officeDocument/2006/relationships/slide" Target="/ppt/slides/slide21.xml" Id="R69853787b8e345cc" /><Relationship Type="http://schemas.openxmlformats.org/officeDocument/2006/relationships/slide" Target="/ppt/slides/slide22.xml" Id="R2910d93249224954" /><Relationship Type="http://schemas.openxmlformats.org/officeDocument/2006/relationships/slide" Target="/ppt/slides/slide23.xml" Id="Rc8a4d48ad3b54493" /><Relationship Type="http://schemas.openxmlformats.org/officeDocument/2006/relationships/slide" Target="/ppt/slides/slide24.xml" Id="R071206c492104f7b" /><Relationship Type="http://schemas.openxmlformats.org/officeDocument/2006/relationships/slide" Target="/ppt/slides/slide25.xml" Id="R57888f703b5c4e5e" /><Relationship Type="http://schemas.openxmlformats.org/officeDocument/2006/relationships/slide" Target="/ppt/slides/slide26.xml" Id="Rca7d94af59844359" /><Relationship Type="http://schemas.openxmlformats.org/officeDocument/2006/relationships/slide" Target="/ppt/slides/slide27.xml" Id="R75ac9956c02d4593" /><Relationship Type="http://schemas.openxmlformats.org/officeDocument/2006/relationships/slide" Target="/ppt/slides/slide28.xml" Id="Rfaeea7217abf4378" /><Relationship Type="http://schemas.openxmlformats.org/officeDocument/2006/relationships/slide" Target="/ppt/slides/slide29.xml" Id="R9255065bba024428" /><Relationship Type="http://schemas.openxmlformats.org/officeDocument/2006/relationships/slide" Target="/ppt/slides/slide30.xml" Id="R35450df082dd413b" /><Relationship Type="http://schemas.openxmlformats.org/officeDocument/2006/relationships/slide" Target="/ppt/slides/slide31.xml" Id="Re2c71a1235b94b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b136c11ac04b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507cacd8274a98" /><Relationship Type="http://schemas.openxmlformats.org/officeDocument/2006/relationships/notesMaster" Target="/ppt/notesMasters/notesMaster1.xml" Id="Rd62a9520ed7545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e53b64cd2b4352" /><Relationship Type="http://schemas.openxmlformats.org/officeDocument/2006/relationships/notesMaster" Target="/ppt/notesMasters/notesMaster1.xml" Id="R0213adc5da164c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ee47defd87461b" /><Relationship Type="http://schemas.openxmlformats.org/officeDocument/2006/relationships/notesMaster" Target="/ppt/notesMasters/notesMaster1.xml" Id="Rc9d20169abf84c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25c33478004fb5" /><Relationship Type="http://schemas.openxmlformats.org/officeDocument/2006/relationships/notesMaster" Target="/ppt/notesMasters/notesMaster1.xml" Id="R066c9a11b87146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09edd337074ccc" /><Relationship Type="http://schemas.openxmlformats.org/officeDocument/2006/relationships/notesMaster" Target="/ppt/notesMasters/notesMaster1.xml" Id="R6bf8d0d910884e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664a19dd4f4096" /><Relationship Type="http://schemas.openxmlformats.org/officeDocument/2006/relationships/notesMaster" Target="/ppt/notesMasters/notesMaster1.xml" Id="Rdf7ab956541c4c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39f31fa8cf4513" /><Relationship Type="http://schemas.openxmlformats.org/officeDocument/2006/relationships/notesMaster" Target="/ppt/notesMasters/notesMaster1.xml" Id="Rd4f5b6ec0ecb4c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4aa27164044e09" /><Relationship Type="http://schemas.openxmlformats.org/officeDocument/2006/relationships/notesMaster" Target="/ppt/notesMasters/notesMaster1.xml" Id="Rd803bb3019e44f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224eeaa7a64770" /><Relationship Type="http://schemas.openxmlformats.org/officeDocument/2006/relationships/notesMaster" Target="/ppt/notesMasters/notesMaster1.xml" Id="R4a211d75a38743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2ea802be0b4e47" /><Relationship Type="http://schemas.openxmlformats.org/officeDocument/2006/relationships/notesMaster" Target="/ppt/notesMasters/notesMaster1.xml" Id="Rc51b6ea3676640b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e301fe0b08422d" /><Relationship Type="http://schemas.openxmlformats.org/officeDocument/2006/relationships/notesMaster" Target="/ppt/notesMasters/notesMaster1.xml" Id="R360faf16f23f44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fcd66655214fb1" /><Relationship Type="http://schemas.openxmlformats.org/officeDocument/2006/relationships/notesMaster" Target="/ppt/notesMasters/notesMaster1.xml" Id="Red2226402d5748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b89bdf59d44169" /><Relationship Type="http://schemas.openxmlformats.org/officeDocument/2006/relationships/notesMaster" Target="/ppt/notesMasters/notesMaster1.xml" Id="R56356359bd954c7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95b3cf5f474ada" /><Relationship Type="http://schemas.openxmlformats.org/officeDocument/2006/relationships/notesMaster" Target="/ppt/notesMasters/notesMaster1.xml" Id="R4bbe10a96593478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3509232639b42e5" /><Relationship Type="http://schemas.openxmlformats.org/officeDocument/2006/relationships/notesMaster" Target="/ppt/notesMasters/notesMaster1.xml" Id="R3fad1a83ab3544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199a5ed09b4614" /><Relationship Type="http://schemas.openxmlformats.org/officeDocument/2006/relationships/notesMaster" Target="/ppt/notesMasters/notesMaster1.xml" Id="Rc982aee66e02460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795f39167a4e52" /><Relationship Type="http://schemas.openxmlformats.org/officeDocument/2006/relationships/notesMaster" Target="/ppt/notesMasters/notesMaster1.xml" Id="Rf7b8fcca76d947b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06c5f45f824c54" /><Relationship Type="http://schemas.openxmlformats.org/officeDocument/2006/relationships/notesMaster" Target="/ppt/notesMasters/notesMaster1.xml" Id="R1babf517c97d43b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229bd11e0214388" /><Relationship Type="http://schemas.openxmlformats.org/officeDocument/2006/relationships/notesMaster" Target="/ppt/notesMasters/notesMaster1.xml" Id="R46eb2dbbba674fd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390fd9ca454c95" /><Relationship Type="http://schemas.openxmlformats.org/officeDocument/2006/relationships/notesMaster" Target="/ppt/notesMasters/notesMaster1.xml" Id="R617cf24ec9ff4d2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e3524f5a48c454e" /><Relationship Type="http://schemas.openxmlformats.org/officeDocument/2006/relationships/notesMaster" Target="/ppt/notesMasters/notesMaster1.xml" Id="R4ea9cd6d61ff4e0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e6d04fd7819442d" /><Relationship Type="http://schemas.openxmlformats.org/officeDocument/2006/relationships/notesMaster" Target="/ppt/notesMasters/notesMaster1.xml" Id="R9752fc5c83fc4c5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07edcce3d5d4be1" /><Relationship Type="http://schemas.openxmlformats.org/officeDocument/2006/relationships/notesMaster" Target="/ppt/notesMasters/notesMaster1.xml" Id="R41f2d90413e94b4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c3da5979c954c22" /><Relationship Type="http://schemas.openxmlformats.org/officeDocument/2006/relationships/notesMaster" Target="/ppt/notesMasters/notesMaster1.xml" Id="R896b571ff720424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4fe8600a31144df" /><Relationship Type="http://schemas.openxmlformats.org/officeDocument/2006/relationships/notesMaster" Target="/ppt/notesMasters/notesMaster1.xml" Id="Race40463dfbd462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cf2a7ff20f04d28" /><Relationship Type="http://schemas.openxmlformats.org/officeDocument/2006/relationships/notesMaster" Target="/ppt/notesMasters/notesMaster1.xml" Id="R87fd83033c4b463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d6e572db4c0427d" /><Relationship Type="http://schemas.openxmlformats.org/officeDocument/2006/relationships/notesMaster" Target="/ppt/notesMasters/notesMaster1.xml" Id="R4c62e6ff740244d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2aad8eb5eeb4b00" /><Relationship Type="http://schemas.openxmlformats.org/officeDocument/2006/relationships/notesMaster" Target="/ppt/notesMasters/notesMaster1.xml" Id="R7ed7ebd12ddf4ae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38e24ae47da4785" /><Relationship Type="http://schemas.openxmlformats.org/officeDocument/2006/relationships/notesMaster" Target="/ppt/notesMasters/notesMaster1.xml" Id="Rd43050797d6640f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d96240c41fc45a5" /><Relationship Type="http://schemas.openxmlformats.org/officeDocument/2006/relationships/notesMaster" Target="/ppt/notesMasters/notesMaster1.xml" Id="R6e0f9033326c41d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2301124693348e2" /><Relationship Type="http://schemas.openxmlformats.org/officeDocument/2006/relationships/notesMaster" Target="/ppt/notesMasters/notesMaster1.xml" Id="R525169916f7047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This thesis studies the full training path, including update protection, encrypted transport, poisoning response, and release governance. Sources: McMahan et al. [1], Sheller et al. [2], Dayan et al. [3], Shokri et al. [4], Zhu et al. [5], and Geiping et al. [6].</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163fd5977c44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07f1a06a124f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a6451830b143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204b62aa8d24e3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1a83d3f76f4f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db8cbd6e8654cd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3615e123b62431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0a55c18b68e48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a00fab0cccf44f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49d35d028dc4eb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4bdb92512d24d25"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52"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57"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de519850c74cef" /><Relationship Type="http://schemas.openxmlformats.org/officeDocument/2006/relationships/slideLayout" Target="/ppt/slideLayouts/slideLayout1.xml" Id="R462c2b14f36f442c" /><Relationship Type="http://schemas.openxmlformats.org/officeDocument/2006/relationships/slideLayout" Target="/ppt/slideLayouts/slideLayout2.xml" Id="R206a13875cb84e09" /><Relationship Type="http://schemas.openxmlformats.org/officeDocument/2006/relationships/slideLayout" Target="/ppt/slideLayouts/slideLayout3.xml" Id="R9b9e1c3a58fe4182" /><Relationship Type="http://schemas.openxmlformats.org/officeDocument/2006/relationships/slideLayout" Target="/ppt/slideLayouts/slideLayout4.xml" Id="Rac408bf756874ea5" /><Relationship Type="http://schemas.openxmlformats.org/officeDocument/2006/relationships/slideLayout" Target="/ppt/slideLayouts/slideLayout5.xml" Id="Rc4e72a98b6a048b2" /><Relationship Type="http://schemas.openxmlformats.org/officeDocument/2006/relationships/slideLayout" Target="/ppt/slideLayouts/slideLayout6.xml" Id="R280ac0d6547b44a7" /><Relationship Type="http://schemas.openxmlformats.org/officeDocument/2006/relationships/slideLayout" Target="/ppt/slideLayouts/slideLayout7.xml" Id="R2d5e5e59f7554bcb" /><Relationship Type="http://schemas.openxmlformats.org/officeDocument/2006/relationships/slideLayout" Target="/ppt/slideLayouts/slideLayout8.xml" Id="R5de2ae7425d24183" /><Relationship Type="http://schemas.openxmlformats.org/officeDocument/2006/relationships/slideLayout" Target="/ppt/slideLayouts/slideLayout9.xml" Id="Ra5c6000224a0468e" /><Relationship Type="http://schemas.openxmlformats.org/officeDocument/2006/relationships/slideLayout" Target="/ppt/slideLayouts/slideLayout10.xml" Id="Rdd44286a496e48d1" /><Relationship Type="http://schemas.openxmlformats.org/officeDocument/2006/relationships/slideLayout" Target="/ppt/slideLayouts/slideLayout11.xml" Id="R732e6652842a40b3"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62c2b14f36f442c"/>
    <p:sldLayoutId xmlns:r="http://schemas.openxmlformats.org/officeDocument/2006/relationships" id="2147483650" r:id="R206a13875cb84e09"/>
    <p:sldLayoutId xmlns:r="http://schemas.openxmlformats.org/officeDocument/2006/relationships" id="2147483651" r:id="R9b9e1c3a58fe4182"/>
    <p:sldLayoutId xmlns:r="http://schemas.openxmlformats.org/officeDocument/2006/relationships" id="2147483652" r:id="Rac408bf756874ea5"/>
    <p:sldLayoutId xmlns:r="http://schemas.openxmlformats.org/officeDocument/2006/relationships" id="2147483653" r:id="Rc4e72a98b6a048b2"/>
    <p:sldLayoutId xmlns:r="http://schemas.openxmlformats.org/officeDocument/2006/relationships" id="2147483654" r:id="R280ac0d6547b44a7"/>
    <p:sldLayoutId xmlns:r="http://schemas.openxmlformats.org/officeDocument/2006/relationships" id="2147483655" r:id="R2d5e5e59f7554bcb"/>
    <p:sldLayoutId xmlns:r="http://schemas.openxmlformats.org/officeDocument/2006/relationships" id="2147483656" r:id="R5de2ae7425d24183"/>
    <p:sldLayoutId xmlns:r="http://schemas.openxmlformats.org/officeDocument/2006/relationships" id="2147483657" r:id="Ra5c6000224a0468e"/>
    <p:sldLayoutId xmlns:r="http://schemas.openxmlformats.org/officeDocument/2006/relationships" id="2147483658" r:id="Rdd44286a496e48d1"/>
    <p:sldLayoutId xmlns:r="http://schemas.openxmlformats.org/officeDocument/2006/relationships" id="2147483659" r:id="R732e6652842a40b3"/>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30456c90f1470e" /><Relationship Type="http://schemas.openxmlformats.org/officeDocument/2006/relationships/image" Target="/ppt/media/image.jpeg" Id="R84be96f5c3cd41a1" /><Relationship Type="http://schemas.openxmlformats.org/officeDocument/2006/relationships/image" Target="/ppt/media/image.png" Id="Rc1b1458084104542" /><Relationship Type="http://schemas.openxmlformats.org/officeDocument/2006/relationships/notesSlide" Target="/ppt/notesSlides/notesSlide1.xml" Id="R1614662665be4a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643b2830bd462c" /><Relationship Type="http://schemas.openxmlformats.org/officeDocument/2006/relationships/image" Target="/ppt/media/image2.jpeg" Id="Rf9ad112fd4b04ce6" /><Relationship Type="http://schemas.openxmlformats.org/officeDocument/2006/relationships/image" Target="/ppt/media/image2.png" Id="Rad45df7cc6cc4432" /><Relationship Type="http://schemas.openxmlformats.org/officeDocument/2006/relationships/notesSlide" Target="/ppt/notesSlides/notesSlide2.xml" Id="R1c2c5a5e4fa84d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e7f77064e8343b5" /><Relationship Type="http://schemas.openxmlformats.org/officeDocument/2006/relationships/image" Target="/ppt/media/image3.jpeg" Id="Rb2eee6cf46cf4753" /><Relationship Type="http://schemas.openxmlformats.org/officeDocument/2006/relationships/image" Target="/ppt/media/image.png" Id="Rfcc11a0e09344046" /><Relationship Type="http://schemas.openxmlformats.org/officeDocument/2006/relationships/image" Target="/ppt/media/image3.png" Id="R6a4b64feb633483b" /><Relationship Type="http://schemas.openxmlformats.org/officeDocument/2006/relationships/image" Target="/ppt/media/image4.png" Id="Rec887022906f40c4" /><Relationship Type="http://schemas.openxmlformats.org/officeDocument/2006/relationships/notesSlide" Target="/ppt/notesSlides/notesSlide3.xml" Id="R39cd50ac38904f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a67385fa3d476b" /><Relationship Type="http://schemas.openxmlformats.org/officeDocument/2006/relationships/image" Target="/ppt/media/image3.jpeg" Id="Redef2485968c485b" /><Relationship Type="http://schemas.openxmlformats.org/officeDocument/2006/relationships/image" Target="/ppt/media/image.png" Id="R0b03252258344c55" /><Relationship Type="http://schemas.openxmlformats.org/officeDocument/2006/relationships/notesSlide" Target="/ppt/notesSlides/notesSlide4.xml" Id="R043dc4b9d6df4b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e9ca32e8b14ecd" /><Relationship Type="http://schemas.openxmlformats.org/officeDocument/2006/relationships/image" Target="/ppt/media/image3.jpeg" Id="R3175908f3685484b" /><Relationship Type="http://schemas.openxmlformats.org/officeDocument/2006/relationships/image" Target="/ppt/media/image.png" Id="Rf3caa3125d354394" /><Relationship Type="http://schemas.openxmlformats.org/officeDocument/2006/relationships/notesSlide" Target="/ppt/notesSlides/notesSlide5.xml" Id="R8460d3206efa4f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aa0aed1e6f4ee3" /><Relationship Type="http://schemas.openxmlformats.org/officeDocument/2006/relationships/image" Target="/ppt/media/image3.jpeg" Id="Rff0f495203fe43b6" /><Relationship Type="http://schemas.openxmlformats.org/officeDocument/2006/relationships/image" Target="/ppt/media/image.png" Id="R489011da54434996" /><Relationship Type="http://schemas.openxmlformats.org/officeDocument/2006/relationships/notesSlide" Target="/ppt/notesSlides/notesSlide6.xml" Id="R292af8307db646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22577c34fa4fd9" /><Relationship Type="http://schemas.openxmlformats.org/officeDocument/2006/relationships/image" Target="/ppt/media/image3.jpeg" Id="R6eb0e4b563dd4576" /><Relationship Type="http://schemas.openxmlformats.org/officeDocument/2006/relationships/image" Target="/ppt/media/image.png" Id="R3217311fc78e49a5" /><Relationship Type="http://schemas.openxmlformats.org/officeDocument/2006/relationships/notesSlide" Target="/ppt/notesSlides/notesSlide7.xml" Id="R8f88fcb05ffd41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2b6c6c6633a4cc3" /><Relationship Type="http://schemas.openxmlformats.org/officeDocument/2006/relationships/image" Target="/ppt/media/image3.jpeg" Id="R07b60a6a509840fb" /><Relationship Type="http://schemas.openxmlformats.org/officeDocument/2006/relationships/image" Target="/ppt/media/image.png" Id="R168a1b5ff9ba40b1" /><Relationship Type="http://schemas.openxmlformats.org/officeDocument/2006/relationships/image" Target="/ppt/media/image3.png" Id="Rac49c3f8cb7f4554" /><Relationship Type="http://schemas.openxmlformats.org/officeDocument/2006/relationships/image" Target="/ppt/media/image5.png" Id="R941f7b6007b14d21" /><Relationship Type="http://schemas.openxmlformats.org/officeDocument/2006/relationships/notesSlide" Target="/ppt/notesSlides/notesSlide8.xml" Id="R21b72c5e25ad44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4cda27016d042df" /><Relationship Type="http://schemas.openxmlformats.org/officeDocument/2006/relationships/image" Target="/ppt/media/image3.jpeg" Id="R68c887e1bf1f4732" /><Relationship Type="http://schemas.openxmlformats.org/officeDocument/2006/relationships/image" Target="/ppt/media/image.png" Id="R4a514c721a8a4680" /><Relationship Type="http://schemas.openxmlformats.org/officeDocument/2006/relationships/notesSlide" Target="/ppt/notesSlides/notesSlide9.xml" Id="Ra36fe8245d8243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62261a442c940c2" /><Relationship Type="http://schemas.openxmlformats.org/officeDocument/2006/relationships/image" Target="/ppt/media/image4.jpeg" Id="Raad2553ec50343b5" /><Relationship Type="http://schemas.openxmlformats.org/officeDocument/2006/relationships/image" Target="/ppt/media/image6.png" Id="R3d5fe1d0955543c7" /><Relationship Type="http://schemas.openxmlformats.org/officeDocument/2006/relationships/notesSlide" Target="/ppt/notesSlides/notesSlide10.xml" Id="R939adf136a4748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492956968874245" /><Relationship Type="http://schemas.openxmlformats.org/officeDocument/2006/relationships/image" Target="/ppt/media/image3.jpeg" Id="R22a12d1da5f74cf5" /><Relationship Type="http://schemas.openxmlformats.org/officeDocument/2006/relationships/image" Target="/ppt/media/image.png" Id="R6fae916a782946a5" /><Relationship Type="http://schemas.openxmlformats.org/officeDocument/2006/relationships/notesSlide" Target="/ppt/notesSlides/notesSlide11.xml" Id="Rb625558fc39c4e7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5330e0f62754491" /><Relationship Type="http://schemas.openxmlformats.org/officeDocument/2006/relationships/image" Target="/ppt/media/image3.jpeg" Id="Rd989100c99b04174" /><Relationship Type="http://schemas.openxmlformats.org/officeDocument/2006/relationships/image" Target="/ppt/media/image.png" Id="Rbdbd9860f50e4390" /><Relationship Type="http://schemas.openxmlformats.org/officeDocument/2006/relationships/notesSlide" Target="/ppt/notesSlides/notesSlide12.xml" Id="Ra03e893983a943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86039b1d56d4a95" /><Relationship Type="http://schemas.openxmlformats.org/officeDocument/2006/relationships/image" Target="/ppt/media/image3.jpeg" Id="Rfcb60884fc7e4055" /><Relationship Type="http://schemas.openxmlformats.org/officeDocument/2006/relationships/image" Target="/ppt/media/image.png" Id="R8823d8c44ebb420c" /><Relationship Type="http://schemas.openxmlformats.org/officeDocument/2006/relationships/image" Target="/ppt/media/image3.png" Id="Rbbcbd20437bf498a" /><Relationship Type="http://schemas.openxmlformats.org/officeDocument/2006/relationships/image" Target="/ppt/media/image7.png" Id="R2b14b033044a4641" /><Relationship Type="http://schemas.openxmlformats.org/officeDocument/2006/relationships/notesSlide" Target="/ppt/notesSlides/notesSlide13.xml" Id="R2c5f0fd06aee4e1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17548ddac1a4c64" /><Relationship Type="http://schemas.openxmlformats.org/officeDocument/2006/relationships/image" Target="/ppt/media/image3.jpeg" Id="R0f9076d440b54269" /><Relationship Type="http://schemas.openxmlformats.org/officeDocument/2006/relationships/image" Target="/ppt/media/image.png" Id="Rf4a16d5980414943" /><Relationship Type="http://schemas.openxmlformats.org/officeDocument/2006/relationships/image" Target="/ppt/media/image8.png" Id="Rfc99b125a3394565" /><Relationship Type="http://schemas.openxmlformats.org/officeDocument/2006/relationships/notesSlide" Target="/ppt/notesSlides/notesSlide14.xml" Id="Rf61ef5106f084f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0fef55977414fba" /><Relationship Type="http://schemas.openxmlformats.org/officeDocument/2006/relationships/image" Target="/ppt/media/image3.jpeg" Id="R376ef64ac49e4e23" /><Relationship Type="http://schemas.openxmlformats.org/officeDocument/2006/relationships/image" Target="/ppt/media/image.png" Id="Ra5cd6a66af074066" /><Relationship Type="http://schemas.openxmlformats.org/officeDocument/2006/relationships/notesSlide" Target="/ppt/notesSlides/notesSlide15.xml" Id="Rcb52e9165009449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0c84aa60da3475f" /><Relationship Type="http://schemas.openxmlformats.org/officeDocument/2006/relationships/image" Target="/ppt/media/image3.jpeg" Id="R1bf77cd9746d4d14" /><Relationship Type="http://schemas.openxmlformats.org/officeDocument/2006/relationships/image" Target="/ppt/media/image.png" Id="Raf38a2fd8c6f41ec" /><Relationship Type="http://schemas.openxmlformats.org/officeDocument/2006/relationships/notesSlide" Target="/ppt/notesSlides/notesSlide16.xml" Id="R3774287ef921469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a39f0a1c9bb4a59" /><Relationship Type="http://schemas.openxmlformats.org/officeDocument/2006/relationships/image" Target="/ppt/media/image3.jpeg" Id="Rc19a7886941d4bab" /><Relationship Type="http://schemas.openxmlformats.org/officeDocument/2006/relationships/image" Target="/ppt/media/image.png" Id="Rb5757a8d4b2940c8" /><Relationship Type="http://schemas.openxmlformats.org/officeDocument/2006/relationships/notesSlide" Target="/ppt/notesSlides/notesSlide17.xml" Id="R8e1948eb94974f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339d80126594d80" /><Relationship Type="http://schemas.openxmlformats.org/officeDocument/2006/relationships/image" Target="/ppt/media/image3.jpeg" Id="R98eef00005644142" /><Relationship Type="http://schemas.openxmlformats.org/officeDocument/2006/relationships/image" Target="/ppt/media/image.png" Id="Rf4a67ef48df1488a" /><Relationship Type="http://schemas.openxmlformats.org/officeDocument/2006/relationships/notesSlide" Target="/ppt/notesSlides/notesSlide18.xml" Id="R593317c1813f4ae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0aa6da20246d40c8" /><Relationship Type="http://schemas.openxmlformats.org/officeDocument/2006/relationships/image" Target="/ppt/media/image3.jpeg" Id="Raaca1cd650494e27" /><Relationship Type="http://schemas.openxmlformats.org/officeDocument/2006/relationships/image" Target="/ppt/media/image.png" Id="Rb7c811ee4bc9413a" /><Relationship Type="http://schemas.openxmlformats.org/officeDocument/2006/relationships/image" Target="/ppt/media/image3.png" Id="Rc8af1cd8464b4b2c" /><Relationship Type="http://schemas.openxmlformats.org/officeDocument/2006/relationships/image" Target="/ppt/media/image9.png" Id="R74312962a90b4f72" /><Relationship Type="http://schemas.openxmlformats.org/officeDocument/2006/relationships/notesSlide" Target="/ppt/notesSlides/notesSlide19.xml" Id="R275830d17864492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935413ebbd54e15" /><Relationship Type="http://schemas.openxmlformats.org/officeDocument/2006/relationships/image" Target="/ppt/media/image3.jpeg" Id="R9543117f8b56468b" /><Relationship Type="http://schemas.openxmlformats.org/officeDocument/2006/relationships/image" Target="/ppt/media/image.png" Id="R60789aafff7b40e5" /><Relationship Type="http://schemas.openxmlformats.org/officeDocument/2006/relationships/notesSlide" Target="/ppt/notesSlides/notesSlide20.xml" Id="R59ce33201eec4c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b1f021f9d6a4758" /><Relationship Type="http://schemas.openxmlformats.org/officeDocument/2006/relationships/image" Target="/ppt/media/image3.jpeg" Id="Rdfa4f93ba60c4f4e" /><Relationship Type="http://schemas.openxmlformats.org/officeDocument/2006/relationships/image" Target="/ppt/media/image.png" Id="R02b6027cb2b44dec" /><Relationship Type="http://schemas.openxmlformats.org/officeDocument/2006/relationships/chart" Target="/ppt/slides/charts/chart1.xml" Id="Rab0e164f2ce3443f" /><Relationship Type="http://schemas.openxmlformats.org/officeDocument/2006/relationships/notesSlide" Target="/ppt/notesSlides/notesSlide21.xml" Id="Rfbe535ee419a43e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f547c7256b542bf" /><Relationship Type="http://schemas.openxmlformats.org/officeDocument/2006/relationships/image" Target="/ppt/media/image3.jpeg" Id="Ra0d22b09b4054be9" /><Relationship Type="http://schemas.openxmlformats.org/officeDocument/2006/relationships/image" Target="/ppt/media/image.png" Id="Ra6ea9d79890648ce" /><Relationship Type="http://schemas.openxmlformats.org/officeDocument/2006/relationships/image" Target="/ppt/media/image10.png" Id="Rffbe63aa42e04ae9" /><Relationship Type="http://schemas.openxmlformats.org/officeDocument/2006/relationships/image" Target="/ppt/media/image11.png" Id="R3dedca2c78394502" /><Relationship Type="http://schemas.openxmlformats.org/officeDocument/2006/relationships/notesSlide" Target="/ppt/notesSlides/notesSlide22.xml" Id="R327b4fe74f4e436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c226a274b3c4f7b" /><Relationship Type="http://schemas.openxmlformats.org/officeDocument/2006/relationships/image" Target="/ppt/media/image3.jpeg" Id="R57abcb5402f14c7c" /><Relationship Type="http://schemas.openxmlformats.org/officeDocument/2006/relationships/image" Target="/ppt/media/image.png" Id="R7a4cb070e5034ae8" /><Relationship Type="http://schemas.openxmlformats.org/officeDocument/2006/relationships/image" Target="/ppt/media/image3.png" Id="R2ef65fc2031545b0" /><Relationship Type="http://schemas.openxmlformats.org/officeDocument/2006/relationships/image" Target="/ppt/media/image12.png" Id="R22cd8cb525444f14" /><Relationship Type="http://schemas.openxmlformats.org/officeDocument/2006/relationships/notesSlide" Target="/ppt/notesSlides/notesSlide23.xml" Id="R85f158847a1e4c7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ae026ae09cc4d1b" /><Relationship Type="http://schemas.openxmlformats.org/officeDocument/2006/relationships/image" Target="/ppt/media/image3.jpeg" Id="R1f6b4db4e7694677" /><Relationship Type="http://schemas.openxmlformats.org/officeDocument/2006/relationships/image" Target="/ppt/media/image.png" Id="R8b941ba84f704c8f" /><Relationship Type="http://schemas.openxmlformats.org/officeDocument/2006/relationships/notesSlide" Target="/ppt/notesSlides/notesSlide24.xml" Id="Rdb5b7d724c154fa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0ce40b962054e6d" /><Relationship Type="http://schemas.openxmlformats.org/officeDocument/2006/relationships/image" Target="/ppt/media/image3.jpeg" Id="Ra81dfbeef2e7443c" /><Relationship Type="http://schemas.openxmlformats.org/officeDocument/2006/relationships/image" Target="/ppt/media/image.png" Id="Rf7a50d12fd294151" /><Relationship Type="http://schemas.openxmlformats.org/officeDocument/2006/relationships/notesSlide" Target="/ppt/notesSlides/notesSlide25.xml" Id="Rcab7e2dddd88459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e6adb41684047dd" /><Relationship Type="http://schemas.openxmlformats.org/officeDocument/2006/relationships/image" Target="/ppt/media/image3.jpeg" Id="Rc0d840ab1a164e69" /><Relationship Type="http://schemas.openxmlformats.org/officeDocument/2006/relationships/image" Target="/ppt/media/image.png" Id="R82c923f7d4324a13" /><Relationship Type="http://schemas.openxmlformats.org/officeDocument/2006/relationships/notesSlide" Target="/ppt/notesSlides/notesSlide26.xml" Id="Rb2c1da399e044ff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673440c23114358" /><Relationship Type="http://schemas.openxmlformats.org/officeDocument/2006/relationships/image" Target="/ppt/media/image3.jpeg" Id="R2e9af1cbe1d84658" /><Relationship Type="http://schemas.openxmlformats.org/officeDocument/2006/relationships/image" Target="/ppt/media/image.png" Id="R7b59bb62779b4e26" /><Relationship Type="http://schemas.openxmlformats.org/officeDocument/2006/relationships/notesSlide" Target="/ppt/notesSlides/notesSlide27.xml" Id="Rb7d566cca6cb47c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d2ed4142d364804" /><Relationship Type="http://schemas.openxmlformats.org/officeDocument/2006/relationships/image" Target="/ppt/media/image3.jpeg" Id="Rabd0b49ebdd54e46" /><Relationship Type="http://schemas.openxmlformats.org/officeDocument/2006/relationships/image" Target="/ppt/media/image.png" Id="R222b891ec8d7456f" /><Relationship Type="http://schemas.openxmlformats.org/officeDocument/2006/relationships/notesSlide" Target="/ppt/notesSlides/notesSlide28.xml" Id="R6df3de3c63e04f2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032dd37d3d34899" /><Relationship Type="http://schemas.openxmlformats.org/officeDocument/2006/relationships/image" Target="/ppt/media/image3.jpeg" Id="Re4a5d0432d1c435a" /><Relationship Type="http://schemas.openxmlformats.org/officeDocument/2006/relationships/image" Target="/ppt/media/image.png" Id="Re807428f52ef429a" /><Relationship Type="http://schemas.openxmlformats.org/officeDocument/2006/relationships/notesSlide" Target="/ppt/notesSlides/notesSlide29.xml" Id="Rb9cfbb4fcba94ba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b7e75f04877434f" /><Relationship Type="http://schemas.openxmlformats.org/officeDocument/2006/relationships/image" Target="/ppt/media/image3.jpeg" Id="R9cda26cc39414e57" /><Relationship Type="http://schemas.openxmlformats.org/officeDocument/2006/relationships/image" Target="/ppt/media/image.png" Id="Rcd3515669a1645fe" /><Relationship Type="http://schemas.openxmlformats.org/officeDocument/2006/relationships/image" Target="/ppt/media/image13.png" Id="R9adce5afb64a4944" /><Relationship Type="http://schemas.openxmlformats.org/officeDocument/2006/relationships/notesSlide" Target="/ppt/notesSlides/notesSlide30.xml" Id="R646a2f63efa948a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167f93b43f624ddf" /><Relationship Type="http://schemas.openxmlformats.org/officeDocument/2006/relationships/image" Target="/ppt/media/image3.jpeg" Id="R93d2d4bd28cd4067" /><Relationship Type="http://schemas.openxmlformats.org/officeDocument/2006/relationships/image" Target="/ppt/media/image.gif" Id="R1531f86ab843478a" /><Relationship Type="http://schemas.openxmlformats.org/officeDocument/2006/relationships/image" Target="/ppt/media/image.png" Id="R4bd9f21b0de5450b" /><Relationship Type="http://schemas.openxmlformats.org/officeDocument/2006/relationships/notesSlide" Target="/ppt/notesSlides/notesSlide31.xml" Id="R0de53c8d59bf46bf"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3"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84be96f5c3cd41a1">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8"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c1b1458084104542">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9ad112fd4b04ce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d45df7cc6cc4432"/>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1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b2eee6cf46cf475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fcc11a0e0934404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2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6a4b64feb633483b">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2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ec887022906f40c4">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2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def2485968c485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b03252258344c5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1000125" y="1381125"/>
            <a:ext cx="10191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Hospitals hold complementary clinical data, but direct pooling increases privacy, ownership, and breach risks.</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Federated learning keeps source records local while hospitals contribute model updates to a shared training process [1]-[3].</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Model updates can still reveal membership or training features, and encryption increases communication cost [4]-[6].</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Recent systems combine privacy, secure aggregation, compression, or robustness, but usually evaluate these controls separately.</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1238250" y="5381625"/>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00843D"/>
                </a:solidFill>
                <a:latin typeface="Arial"/>
                <a:ea typeface="Arial"/>
                <a:cs typeface="Arial"/>
              </a:defRPr>
            </a:pPr>
            <a:r>
              <a:rPr sz="1725" b="1" i="0">
                <a:solidFill>
                  <a:srgbClr val="00843D"/>
                </a:solidFill>
                <a:latin typeface="Arial"/>
                <a:ea typeface="Arial"/>
                <a:cs typeface="Arial"/>
              </a:rPr>
              <a:t>Research context: useful collaboration requires privacy controls that remain practical under encryption and adversarial participation.</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175908f3685484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3caa3125d35439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66DF49F5-AD15-4A07-8E3C-869437662638}"/>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3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f0f495203fe43b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89011da5443499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eb0e4b563dd457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217311fc78e49a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8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07b60a6a509840f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9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168a1b5ff9ba40b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9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ac49c3f8cb7f4554">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29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941f7b6007b14d21">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29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8c887e1bf1f473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a514c721a8a468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4"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ad2553ec50343b5"/>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d5fe1d0955543c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10</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3"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2a12d1da5f74cf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fae916a782946a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4"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12</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989100c99b0417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dbd9860f50e439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385"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fcb60884fc7e405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86"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8823d8c44ebb420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87"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bbcbd20437bf498a">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389"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2b14b033044a4641">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cxnSp>
        <p:nvCxnSpPr>
          <p:cNvPr id="393"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f9076d440b5426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4a16d598041494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2" name=""/>
          <p:cNvPicPr>
            <a:picLocks xmlns:a="http://schemas.openxmlformats.org/drawingml/2006/main" noChangeAspect="1"/>
          </p:cNvPicPr>
          <p:nvPr/>
        </p:nvPicPr>
        <p:blipFill>
          <a:blip xmlns:r="http://schemas.openxmlformats.org/officeDocument/2006/relationships" xmlns:a="http://schemas.openxmlformats.org/drawingml/2006/main" r:embed="Rfc99b125a3394565"/>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3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76ef64ac49e4e2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5cd6a66af07406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bf77cd9746d4d1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f38a2fd8c6f41e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19a7886941d4ba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5757a8d4b2940c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8eef0000564414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4a67ef48df1488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6"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50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aaca1cd650494e2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0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b7c811ee4bc9413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0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c8af1cd8464b4b2c">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1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74312962a90b4f72">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1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543117f8b56468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0789aafff7b40e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fa4f93ba60c4f4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2b6027cb2b44de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6"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37"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ab0e164f2ce3443f"/>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0d22b09b4054be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6ea9d79890648c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6" name=""/>
          <p:cNvPicPr>
            <a:picLocks xmlns:a="http://schemas.openxmlformats.org/drawingml/2006/main" noChangeAspect="1"/>
          </p:cNvPicPr>
          <p:nvPr/>
        </p:nvPicPr>
        <p:blipFill>
          <a:blip xmlns:r="http://schemas.openxmlformats.org/officeDocument/2006/relationships" xmlns:a="http://schemas.openxmlformats.org/drawingml/2006/main" r:embed="Rffbe63aa42e04ae9"/>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3dedca2c78394502"/>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544"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57abcb5402f14c7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45"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7a4cb070e5034ae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46"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2ef65fc2031545b0">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48"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22cd8cb525444f14">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550"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f6b4db4e769467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b941ba84f704c8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81dfbeef2e7443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7a50d12fd29415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0d840ab1a164e6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2c923f7d4324a1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e9af1cbe1d8465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b59bb62779b4e2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bd0b49ebdd54e4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22b891ec8d7456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4a5d0432d1c435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807428f52ef429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2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cda26cc39414e5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d3515669a1645f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28"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9adce5afb64a4944">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609"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93d2d4bd28cd406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1"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1531f86ab843478a">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bd9f21b0de5450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2026-09-24T00:42:48.6930000Z</dcterms:created>
  <dcterms:modified xsi:type="dcterms:W3CDTF">2026-09-24T00:42:48.6930000Z</dcterms:modified>
</coreProperties>
</file>