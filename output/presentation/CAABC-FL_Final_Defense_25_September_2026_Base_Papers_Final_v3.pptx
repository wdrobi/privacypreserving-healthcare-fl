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7ef715e0384e0b" /><Relationship Type="http://schemas.openxmlformats.org/officeDocument/2006/relationships/extended-properties" Target="/docProps/app.xml" Id="Re6d4659bc5ac42bb" /><Relationship Type="http://schemas.openxmlformats.org/officeDocument/2006/relationships/officeDocument" Target="/ppt/presentation.xml" Id="Ref52494081264811" /></Relationships>
</file>

<file path=ppt/presentation.xml><?xml version="1.0" encoding="utf-8"?>
<p:presentation xmlns:p="http://schemas.openxmlformats.org/presentationml/2006/main">
  <p:sldMasterIdLst>
    <p:sldMasterId xmlns:r="http://schemas.openxmlformats.org/officeDocument/2006/relationships" id="2147483648" r:id="Ra70158635cf24f8b"/>
  </p:sldMasterIdLst>
  <p:notesMasterIdLst>
    <p:notesMasterId xmlns:r="http://schemas.openxmlformats.org/officeDocument/2006/relationships" r:id="Rf39d3a5fd6d34c10"/>
  </p:notesMasterIdLst>
  <p:sldIdLst>
    <p:sldId xmlns:r="http://schemas.openxmlformats.org/officeDocument/2006/relationships" id="256" r:id="R20a6c793a3194149"/>
    <p:sldId xmlns:r="http://schemas.openxmlformats.org/officeDocument/2006/relationships" id="257" r:id="Rd84070ddaab542ca"/>
    <p:sldId xmlns:r="http://schemas.openxmlformats.org/officeDocument/2006/relationships" id="258" r:id="Rc7f9882410e3488f"/>
    <p:sldId xmlns:r="http://schemas.openxmlformats.org/officeDocument/2006/relationships" id="259" r:id="Ra1b668b330094c92"/>
    <p:sldId xmlns:r="http://schemas.openxmlformats.org/officeDocument/2006/relationships" id="260" r:id="R47fdca710f1f4fac"/>
    <p:sldId xmlns:r="http://schemas.openxmlformats.org/officeDocument/2006/relationships" id="261" r:id="R55116187fb534cb4"/>
    <p:sldId xmlns:r="http://schemas.openxmlformats.org/officeDocument/2006/relationships" id="262" r:id="R645c3b67fd234997"/>
    <p:sldId xmlns:r="http://schemas.openxmlformats.org/officeDocument/2006/relationships" id="263" r:id="R0f4ab9ec610c44a6"/>
    <p:sldId xmlns:r="http://schemas.openxmlformats.org/officeDocument/2006/relationships" id="264" r:id="R07f9300e33c44848"/>
    <p:sldId xmlns:r="http://schemas.openxmlformats.org/officeDocument/2006/relationships" id="265" r:id="Rb298c74cb26545e6"/>
    <p:sldId xmlns:r="http://schemas.openxmlformats.org/officeDocument/2006/relationships" id="266" r:id="Rbc0ba8a468434c8c"/>
    <p:sldId xmlns:r="http://schemas.openxmlformats.org/officeDocument/2006/relationships" id="267" r:id="R040a7940d56f4e18"/>
    <p:sldId xmlns:r="http://schemas.openxmlformats.org/officeDocument/2006/relationships" id="268" r:id="Rb858b7bee7e24172"/>
    <p:sldId xmlns:r="http://schemas.openxmlformats.org/officeDocument/2006/relationships" id="269" r:id="R28e09c09497a40e1"/>
    <p:sldId xmlns:r="http://schemas.openxmlformats.org/officeDocument/2006/relationships" id="270" r:id="R6765f7b7b7764c30"/>
    <p:sldId xmlns:r="http://schemas.openxmlformats.org/officeDocument/2006/relationships" id="271" r:id="R106d21858a70423e"/>
    <p:sldId xmlns:r="http://schemas.openxmlformats.org/officeDocument/2006/relationships" id="272" r:id="Rf063ae48f2bf4680"/>
    <p:sldId xmlns:r="http://schemas.openxmlformats.org/officeDocument/2006/relationships" id="273" r:id="R520ccc46208a4913"/>
    <p:sldId xmlns:r="http://schemas.openxmlformats.org/officeDocument/2006/relationships" id="274" r:id="Rad2b0cc512274a93"/>
    <p:sldId xmlns:r="http://schemas.openxmlformats.org/officeDocument/2006/relationships" id="275" r:id="Rda83170d75954583"/>
    <p:sldId xmlns:r="http://schemas.openxmlformats.org/officeDocument/2006/relationships" id="276" r:id="R73441fba227a49d5"/>
    <p:sldId xmlns:r="http://schemas.openxmlformats.org/officeDocument/2006/relationships" id="277" r:id="Rb464cf6eb6884f0f"/>
    <p:sldId xmlns:r="http://schemas.openxmlformats.org/officeDocument/2006/relationships" id="278" r:id="R9b0aac298ffa4eee"/>
    <p:sldId xmlns:r="http://schemas.openxmlformats.org/officeDocument/2006/relationships" id="279" r:id="Ree86f0c7b9734050"/>
    <p:sldId xmlns:r="http://schemas.openxmlformats.org/officeDocument/2006/relationships" id="280" r:id="Rdc2a746b53e64674"/>
    <p:sldId xmlns:r="http://schemas.openxmlformats.org/officeDocument/2006/relationships" id="281" r:id="Rbf5ea5eedb414366"/>
    <p:sldId xmlns:r="http://schemas.openxmlformats.org/officeDocument/2006/relationships" id="282" r:id="Rbeaa36c66e194075"/>
    <p:sldId xmlns:r="http://schemas.openxmlformats.org/officeDocument/2006/relationships" id="283" r:id="R4e75c843518548a6"/>
    <p:sldId xmlns:r="http://schemas.openxmlformats.org/officeDocument/2006/relationships" id="284" r:id="Rb1444124e8e645f0"/>
    <p:sldId xmlns:r="http://schemas.openxmlformats.org/officeDocument/2006/relationships" id="285" r:id="Rfa4e386aad1b4f73"/>
    <p:sldId xmlns:r="http://schemas.openxmlformats.org/officeDocument/2006/relationships" id="286" r:id="R3d4163c239374376"/>
    <p:sldId xmlns:r="http://schemas.openxmlformats.org/officeDocument/2006/relationships" id="287" r:id="R9ee19064da4c440b"/>
    <p:sldId xmlns:r="http://schemas.openxmlformats.org/officeDocument/2006/relationships" id="288" r:id="R7be1f2ec0ca44a4c"/>
    <p:sldId xmlns:r="http://schemas.openxmlformats.org/officeDocument/2006/relationships" id="289" r:id="Rb0874f75b130442e"/>
    <p:sldId xmlns:r="http://schemas.openxmlformats.org/officeDocument/2006/relationships" id="290" r:id="R520bdafa637b474b"/>
    <p:sldId xmlns:r="http://schemas.openxmlformats.org/officeDocument/2006/relationships" id="291" r:id="R2a78d5a21a2d4b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249373ceb1a498a" /><Relationship Type="http://schemas.openxmlformats.org/officeDocument/2006/relationships/slideMaster" Target="/ppt/slideMasters/slideMaster1.xml" Id="Ra70158635cf24f8b" /><Relationship Type="http://schemas.openxmlformats.org/officeDocument/2006/relationships/notesMaster" Target="/ppt/notesMasters/notesMaster1.xml" Id="Rf39d3a5fd6d34c10" /><Relationship Type="http://schemas.openxmlformats.org/officeDocument/2006/relationships/presProps" Target="/ppt/presProps.xml" Id="Rc18ab089146344ee" /><Relationship Type="http://schemas.openxmlformats.org/officeDocument/2006/relationships/viewProps" Target="/ppt/viewProps.xml" Id="R3a5ddffc54d94a1d" /><Relationship Type="http://schemas.openxmlformats.org/officeDocument/2006/relationships/tableStyles" Target="/ppt/tableStyles.xml" Id="R630e6e83e25c4de8" /><Relationship Type="http://schemas.openxmlformats.org/officeDocument/2006/relationships/slide" Target="/ppt/slides/slide1.xml" Id="R20a6c793a3194149" /><Relationship Type="http://schemas.openxmlformats.org/officeDocument/2006/relationships/slide" Target="/ppt/slides/slide2.xml" Id="Rd84070ddaab542ca" /><Relationship Type="http://schemas.openxmlformats.org/officeDocument/2006/relationships/slide" Target="/ppt/slides/slide3.xml" Id="Rc7f9882410e3488f" /><Relationship Type="http://schemas.openxmlformats.org/officeDocument/2006/relationships/slide" Target="/ppt/slides/slide4.xml" Id="Ra1b668b330094c92" /><Relationship Type="http://schemas.openxmlformats.org/officeDocument/2006/relationships/slide" Target="/ppt/slides/slide5.xml" Id="R47fdca710f1f4fac" /><Relationship Type="http://schemas.openxmlformats.org/officeDocument/2006/relationships/slide" Target="/ppt/slides/slide6.xml" Id="R55116187fb534cb4" /><Relationship Type="http://schemas.openxmlformats.org/officeDocument/2006/relationships/slide" Target="/ppt/slides/slide7.xml" Id="R645c3b67fd234997" /><Relationship Type="http://schemas.openxmlformats.org/officeDocument/2006/relationships/slide" Target="/ppt/slides/slide8.xml" Id="R0f4ab9ec610c44a6" /><Relationship Type="http://schemas.openxmlformats.org/officeDocument/2006/relationships/slide" Target="/ppt/slides/slide9.xml" Id="R07f9300e33c44848" /><Relationship Type="http://schemas.openxmlformats.org/officeDocument/2006/relationships/slide" Target="/ppt/slides/slide10.xml" Id="Rb298c74cb26545e6" /><Relationship Type="http://schemas.openxmlformats.org/officeDocument/2006/relationships/slide" Target="/ppt/slides/slide11.xml" Id="Rbc0ba8a468434c8c" /><Relationship Type="http://schemas.openxmlformats.org/officeDocument/2006/relationships/slide" Target="/ppt/slides/slide12.xml" Id="R040a7940d56f4e18" /><Relationship Type="http://schemas.openxmlformats.org/officeDocument/2006/relationships/slide" Target="/ppt/slides/slide13.xml" Id="Rb858b7bee7e24172" /><Relationship Type="http://schemas.openxmlformats.org/officeDocument/2006/relationships/slide" Target="/ppt/slides/slide14.xml" Id="R28e09c09497a40e1" /><Relationship Type="http://schemas.openxmlformats.org/officeDocument/2006/relationships/slide" Target="/ppt/slides/slide15.xml" Id="R6765f7b7b7764c30" /><Relationship Type="http://schemas.openxmlformats.org/officeDocument/2006/relationships/slide" Target="/ppt/slides/slide16.xml" Id="R106d21858a70423e" /><Relationship Type="http://schemas.openxmlformats.org/officeDocument/2006/relationships/slide" Target="/ppt/slides/slide17.xml" Id="Rf063ae48f2bf4680" /><Relationship Type="http://schemas.openxmlformats.org/officeDocument/2006/relationships/slide" Target="/ppt/slides/slide18.xml" Id="R520ccc46208a4913" /><Relationship Type="http://schemas.openxmlformats.org/officeDocument/2006/relationships/slide" Target="/ppt/slides/slide19.xml" Id="Rad2b0cc512274a93" /><Relationship Type="http://schemas.openxmlformats.org/officeDocument/2006/relationships/slide" Target="/ppt/slides/slide20.xml" Id="Rda83170d75954583" /><Relationship Type="http://schemas.openxmlformats.org/officeDocument/2006/relationships/slide" Target="/ppt/slides/slide21.xml" Id="R73441fba227a49d5" /><Relationship Type="http://schemas.openxmlformats.org/officeDocument/2006/relationships/slide" Target="/ppt/slides/slide22.xml" Id="Rb464cf6eb6884f0f" /><Relationship Type="http://schemas.openxmlformats.org/officeDocument/2006/relationships/slide" Target="/ppt/slides/slide23.xml" Id="R9b0aac298ffa4eee" /><Relationship Type="http://schemas.openxmlformats.org/officeDocument/2006/relationships/slide" Target="/ppt/slides/slide24.xml" Id="Ree86f0c7b9734050" /><Relationship Type="http://schemas.openxmlformats.org/officeDocument/2006/relationships/slide" Target="/ppt/slides/slide25.xml" Id="Rdc2a746b53e64674" /><Relationship Type="http://schemas.openxmlformats.org/officeDocument/2006/relationships/slide" Target="/ppt/slides/slide26.xml" Id="Rbf5ea5eedb414366" /><Relationship Type="http://schemas.openxmlformats.org/officeDocument/2006/relationships/slide" Target="/ppt/slides/slide27.xml" Id="Rbeaa36c66e194075" /><Relationship Type="http://schemas.openxmlformats.org/officeDocument/2006/relationships/slide" Target="/ppt/slides/slide28.xml" Id="R4e75c843518548a6" /><Relationship Type="http://schemas.openxmlformats.org/officeDocument/2006/relationships/slide" Target="/ppt/slides/slide29.xml" Id="Rb1444124e8e645f0" /><Relationship Type="http://schemas.openxmlformats.org/officeDocument/2006/relationships/slide" Target="/ppt/slides/slide30.xml" Id="Rfa4e386aad1b4f73" /><Relationship Type="http://schemas.openxmlformats.org/officeDocument/2006/relationships/slide" Target="/ppt/slides/slide31.xml" Id="R3d4163c239374376" /><Relationship Type="http://schemas.openxmlformats.org/officeDocument/2006/relationships/slide" Target="/ppt/slides/slide32.xml" Id="R9ee19064da4c440b" /><Relationship Type="http://schemas.openxmlformats.org/officeDocument/2006/relationships/slide" Target="/ppt/slides/slide33.xml" Id="R7be1f2ec0ca44a4c" /><Relationship Type="http://schemas.openxmlformats.org/officeDocument/2006/relationships/slide" Target="/ppt/slides/slide34.xml" Id="Rb0874f75b130442e" /><Relationship Type="http://schemas.openxmlformats.org/officeDocument/2006/relationships/slide" Target="/ppt/slides/slide35.xml" Id="R520bdafa637b474b" /><Relationship Type="http://schemas.openxmlformats.org/officeDocument/2006/relationships/slide" Target="/ppt/slides/slide36.xml" Id="R2a78d5a21a2d4b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d8ace0e1a34a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8478d2a3074d74" /><Relationship Type="http://schemas.openxmlformats.org/officeDocument/2006/relationships/notesMaster" Target="/ppt/notesMasters/notesMaster1.xml" Id="R1919023c7478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d7d5cf8f4e4136" /><Relationship Type="http://schemas.openxmlformats.org/officeDocument/2006/relationships/notesMaster" Target="/ppt/notesMasters/notesMaster1.xml" Id="R580513ba86a246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9c9f5df9cf4c20" /><Relationship Type="http://schemas.openxmlformats.org/officeDocument/2006/relationships/notesMaster" Target="/ppt/notesMasters/notesMaster1.xml" Id="R3f98157698ad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2288470cc04103" /><Relationship Type="http://schemas.openxmlformats.org/officeDocument/2006/relationships/notesMaster" Target="/ppt/notesMasters/notesMaster1.xml" Id="R65541b22d4ec49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3a521a23a548b4" /><Relationship Type="http://schemas.openxmlformats.org/officeDocument/2006/relationships/notesMaster" Target="/ppt/notesMasters/notesMaster1.xml" Id="R6c61ec4a77f844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08be28f7d24b1d" /><Relationship Type="http://schemas.openxmlformats.org/officeDocument/2006/relationships/notesMaster" Target="/ppt/notesMasters/notesMaster1.xml" Id="R56e61101002849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a142aebd804a91" /><Relationship Type="http://schemas.openxmlformats.org/officeDocument/2006/relationships/notesMaster" Target="/ppt/notesMasters/notesMaster1.xml" Id="Rcbc27ec222024e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84d78195594c74" /><Relationship Type="http://schemas.openxmlformats.org/officeDocument/2006/relationships/notesMaster" Target="/ppt/notesMasters/notesMaster1.xml" Id="R33be823a725944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40e0a6d7f341c5" /><Relationship Type="http://schemas.openxmlformats.org/officeDocument/2006/relationships/notesMaster" Target="/ppt/notesMasters/notesMaster1.xml" Id="Rb2da0fa091dd45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ebefcbc0674bbc" /><Relationship Type="http://schemas.openxmlformats.org/officeDocument/2006/relationships/notesMaster" Target="/ppt/notesMasters/notesMaster1.xml" Id="Rcacde5d567f648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7e8c9471214bc9" /><Relationship Type="http://schemas.openxmlformats.org/officeDocument/2006/relationships/notesMaster" Target="/ppt/notesMasters/notesMaster1.xml" Id="Rbfe15efe37d04b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9fd57f5cac4848" /><Relationship Type="http://schemas.openxmlformats.org/officeDocument/2006/relationships/notesMaster" Target="/ppt/notesMasters/notesMaster1.xml" Id="R2ee2f8b71baa43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3b780545dc4b30" /><Relationship Type="http://schemas.openxmlformats.org/officeDocument/2006/relationships/notesMaster" Target="/ppt/notesMasters/notesMaster1.xml" Id="Recc8cd68cabe48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c4185f3b524b4a" /><Relationship Type="http://schemas.openxmlformats.org/officeDocument/2006/relationships/notesMaster" Target="/ppt/notesMasters/notesMaster1.xml" Id="R65e108af728844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4411d822d24223" /><Relationship Type="http://schemas.openxmlformats.org/officeDocument/2006/relationships/notesMaster" Target="/ppt/notesMasters/notesMaster1.xml" Id="R37eb2a20086f4a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1ef23c56ec4d4e" /><Relationship Type="http://schemas.openxmlformats.org/officeDocument/2006/relationships/notesMaster" Target="/ppt/notesMasters/notesMaster1.xml" Id="Rdf8707fe302748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77594705ad4b53" /><Relationship Type="http://schemas.openxmlformats.org/officeDocument/2006/relationships/notesMaster" Target="/ppt/notesMasters/notesMaster1.xml" Id="R4269ffe18ac54e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d3c5c2a2144ed0" /><Relationship Type="http://schemas.openxmlformats.org/officeDocument/2006/relationships/notesMaster" Target="/ppt/notesMasters/notesMaster1.xml" Id="Rd9dcc2ff9f4e45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76fea7a93b4bfe" /><Relationship Type="http://schemas.openxmlformats.org/officeDocument/2006/relationships/notesMaster" Target="/ppt/notesMasters/notesMaster1.xml" Id="R40e717ccb3c943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5ba5c8596a4979" /><Relationship Type="http://schemas.openxmlformats.org/officeDocument/2006/relationships/notesMaster" Target="/ppt/notesMasters/notesMaster1.xml" Id="R97fcefc14ae242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65add4850345c5" /><Relationship Type="http://schemas.openxmlformats.org/officeDocument/2006/relationships/notesMaster" Target="/ppt/notesMasters/notesMaster1.xml" Id="Rd094750f87c349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d3e880ff9c4418" /><Relationship Type="http://schemas.openxmlformats.org/officeDocument/2006/relationships/notesMaster" Target="/ppt/notesMasters/notesMaster1.xml" Id="R26b2ce10be7242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63a7bc8f3841ed" /><Relationship Type="http://schemas.openxmlformats.org/officeDocument/2006/relationships/notesMaster" Target="/ppt/notesMasters/notesMaster1.xml" Id="R5ff12f76918f4c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31138201fa4d93" /><Relationship Type="http://schemas.openxmlformats.org/officeDocument/2006/relationships/notesMaster" Target="/ppt/notesMasters/notesMaster1.xml" Id="R36bafb15af2b44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50975802564f14" /><Relationship Type="http://schemas.openxmlformats.org/officeDocument/2006/relationships/notesMaster" Target="/ppt/notesMasters/notesMaster1.xml" Id="R51a0dfbad500491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118a0c78a9d4c70" /><Relationship Type="http://schemas.openxmlformats.org/officeDocument/2006/relationships/notesMaster" Target="/ppt/notesMasters/notesMaster1.xml" Id="R18c60ef320834e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7faabaab034e33" /><Relationship Type="http://schemas.openxmlformats.org/officeDocument/2006/relationships/notesMaster" Target="/ppt/notesMasters/notesMaster1.xml" Id="Re96433a948dc45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f29782fb9be4cfc" /><Relationship Type="http://schemas.openxmlformats.org/officeDocument/2006/relationships/notesMaster" Target="/ppt/notesMasters/notesMaster1.xml" Id="Rf76f8843e58748a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13876d4d5845af" /><Relationship Type="http://schemas.openxmlformats.org/officeDocument/2006/relationships/notesMaster" Target="/ppt/notesMasters/notesMaster1.xml" Id="R06efe5b2a8ba48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1e4934af2345e7" /><Relationship Type="http://schemas.openxmlformats.org/officeDocument/2006/relationships/notesMaster" Target="/ppt/notesMasters/notesMaster1.xml" Id="R16d5bfd38b98459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f528335eea643e2" /><Relationship Type="http://schemas.openxmlformats.org/officeDocument/2006/relationships/notesMaster" Target="/ppt/notesMasters/notesMaster1.xml" Id="R4f8041dad79b48b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e036bee83634ed5" /><Relationship Type="http://schemas.openxmlformats.org/officeDocument/2006/relationships/notesMaster" Target="/ppt/notesMasters/notesMaster1.xml" Id="R18383458855545e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4eb13c8c0764bf6" /><Relationship Type="http://schemas.openxmlformats.org/officeDocument/2006/relationships/notesMaster" Target="/ppt/notesMasters/notesMaster1.xml" Id="Rccf112f250e349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3949bd2a344c38" /><Relationship Type="http://schemas.openxmlformats.org/officeDocument/2006/relationships/notesMaster" Target="/ppt/notesMasters/notesMaster1.xml" Id="Reb79b7ff0dac47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0c9ae94b1434e67" /><Relationship Type="http://schemas.openxmlformats.org/officeDocument/2006/relationships/notesMaster" Target="/ppt/notesMasters/notesMaster1.xml" Id="Rfddc4da33eab4e2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9b7851e665c4e97" /><Relationship Type="http://schemas.openxmlformats.org/officeDocument/2006/relationships/notesMaster" Target="/ppt/notesMasters/notesMaster1.xml" Id="R67919fe4f11647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b16ca97f6d40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02bce0c6e84a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8a8d2589b540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f85edde6204f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1f373ef56d4f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201d50caca4a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fc47bf2bde440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03139e95b2f4ce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5d437992c0f40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5a95a5c55e748a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7f8190a619c42bc"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2ce3b3b2954bb9" /><Relationship Type="http://schemas.openxmlformats.org/officeDocument/2006/relationships/slideLayout" Target="/ppt/slideLayouts/slideLayout1.xml" Id="Re2cfe178379f42e7" /><Relationship Type="http://schemas.openxmlformats.org/officeDocument/2006/relationships/slideLayout" Target="/ppt/slideLayouts/slideLayout2.xml" Id="Rb7d8a593940d4ae5" /><Relationship Type="http://schemas.openxmlformats.org/officeDocument/2006/relationships/slideLayout" Target="/ppt/slideLayouts/slideLayout3.xml" Id="R2b6e72e56c144276" /><Relationship Type="http://schemas.openxmlformats.org/officeDocument/2006/relationships/slideLayout" Target="/ppt/slideLayouts/slideLayout4.xml" Id="R1a86812937ac446f" /><Relationship Type="http://schemas.openxmlformats.org/officeDocument/2006/relationships/slideLayout" Target="/ppt/slideLayouts/slideLayout5.xml" Id="R3ba2920f7b8543e3" /><Relationship Type="http://schemas.openxmlformats.org/officeDocument/2006/relationships/slideLayout" Target="/ppt/slideLayouts/slideLayout6.xml" Id="R957c25c3711d4386" /><Relationship Type="http://schemas.openxmlformats.org/officeDocument/2006/relationships/slideLayout" Target="/ppt/slideLayouts/slideLayout7.xml" Id="Rfaf4f09d2c524254" /><Relationship Type="http://schemas.openxmlformats.org/officeDocument/2006/relationships/slideLayout" Target="/ppt/slideLayouts/slideLayout8.xml" Id="Rb9821d4f2b4c450f" /><Relationship Type="http://schemas.openxmlformats.org/officeDocument/2006/relationships/slideLayout" Target="/ppt/slideLayouts/slideLayout9.xml" Id="R0f4062685b954cc2" /><Relationship Type="http://schemas.openxmlformats.org/officeDocument/2006/relationships/slideLayout" Target="/ppt/slideLayouts/slideLayout10.xml" Id="R7401ac8101dd4e02" /><Relationship Type="http://schemas.openxmlformats.org/officeDocument/2006/relationships/slideLayout" Target="/ppt/slideLayouts/slideLayout11.xml" Id="R568c690b395d488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2cfe178379f42e7"/>
    <p:sldLayoutId xmlns:r="http://schemas.openxmlformats.org/officeDocument/2006/relationships" id="2147483650" r:id="Rb7d8a593940d4ae5"/>
    <p:sldLayoutId xmlns:r="http://schemas.openxmlformats.org/officeDocument/2006/relationships" id="2147483651" r:id="R2b6e72e56c144276"/>
    <p:sldLayoutId xmlns:r="http://schemas.openxmlformats.org/officeDocument/2006/relationships" id="2147483652" r:id="R1a86812937ac446f"/>
    <p:sldLayoutId xmlns:r="http://schemas.openxmlformats.org/officeDocument/2006/relationships" id="2147483653" r:id="R3ba2920f7b8543e3"/>
    <p:sldLayoutId xmlns:r="http://schemas.openxmlformats.org/officeDocument/2006/relationships" id="2147483654" r:id="R957c25c3711d4386"/>
    <p:sldLayoutId xmlns:r="http://schemas.openxmlformats.org/officeDocument/2006/relationships" id="2147483655" r:id="Rfaf4f09d2c524254"/>
    <p:sldLayoutId xmlns:r="http://schemas.openxmlformats.org/officeDocument/2006/relationships" id="2147483656" r:id="Rb9821d4f2b4c450f"/>
    <p:sldLayoutId xmlns:r="http://schemas.openxmlformats.org/officeDocument/2006/relationships" id="2147483657" r:id="R0f4062685b954cc2"/>
    <p:sldLayoutId xmlns:r="http://schemas.openxmlformats.org/officeDocument/2006/relationships" id="2147483658" r:id="R7401ac8101dd4e02"/>
    <p:sldLayoutId xmlns:r="http://schemas.openxmlformats.org/officeDocument/2006/relationships" id="2147483659" r:id="R568c690b395d488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e4d529f33547e8" /><Relationship Type="http://schemas.openxmlformats.org/officeDocument/2006/relationships/image" Target="/ppt/media/image.png" Id="Rb574413063574ab3" /><Relationship Type="http://schemas.openxmlformats.org/officeDocument/2006/relationships/image" Target="/ppt/media/image2.png" Id="Rb58af2a60777400e" /><Relationship Type="http://schemas.openxmlformats.org/officeDocument/2006/relationships/notesSlide" Target="/ppt/notesSlides/notesSlide1.xml" Id="R7ff5086ed6c24f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5d27e31ba044dc" /><Relationship Type="http://schemas.openxmlformats.org/officeDocument/2006/relationships/image" Target="/ppt/media/image.jpeg" Id="R5bf66ca7d8ea4439" /><Relationship Type="http://schemas.openxmlformats.org/officeDocument/2006/relationships/image" Target="/ppt/media/image3.png" Id="R627882ae1d5846ce" /><Relationship Type="http://schemas.openxmlformats.org/officeDocument/2006/relationships/notesSlide" Target="/ppt/notesSlides/notesSlide2.xml" Id="R8f3a9222bd3944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abccfb865a8488d" /><Relationship Type="http://schemas.openxmlformats.org/officeDocument/2006/relationships/image" Target="/ppt/media/image2.jpeg" Id="R4d0a9916e2444cd4" /><Relationship Type="http://schemas.openxmlformats.org/officeDocument/2006/relationships/image" Target="/ppt/media/image2.png" Id="Rebd35aa0dd364cef" /><Relationship Type="http://schemas.openxmlformats.org/officeDocument/2006/relationships/image" Target="/ppt/media/image4.png" Id="Rb53691fd9f984e5c" /><Relationship Type="http://schemas.openxmlformats.org/officeDocument/2006/relationships/image" Target="/ppt/media/image5.png" Id="Rf11a7efc01c94be1" /><Relationship Type="http://schemas.openxmlformats.org/officeDocument/2006/relationships/notesSlide" Target="/ppt/notesSlides/notesSlide3.xml" Id="R44b2bc62fb1540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d44c5abf2e462f" /><Relationship Type="http://schemas.openxmlformats.org/officeDocument/2006/relationships/image" Target="/ppt/media/image2.jpeg" Id="R692c605451724f11" /><Relationship Type="http://schemas.openxmlformats.org/officeDocument/2006/relationships/image" Target="/ppt/media/image2.png" Id="R60e72a6d80f04db9" /><Relationship Type="http://schemas.openxmlformats.org/officeDocument/2006/relationships/image" Target="/ppt/media/image6.png" Id="R63336ac672324235" /><Relationship Type="http://schemas.openxmlformats.org/officeDocument/2006/relationships/notesSlide" Target="/ppt/notesSlides/notesSlide4.xml" Id="R2855b2d498e344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50b25b8de9478b" /><Relationship Type="http://schemas.openxmlformats.org/officeDocument/2006/relationships/image" Target="/ppt/media/image2.jpeg" Id="Rc052e4caed604d3e" /><Relationship Type="http://schemas.openxmlformats.org/officeDocument/2006/relationships/image" Target="/ppt/media/image2.png" Id="R16ed23cd1d664598" /><Relationship Type="http://schemas.openxmlformats.org/officeDocument/2006/relationships/notesSlide" Target="/ppt/notesSlides/notesSlide5.xml" Id="R4f41c4ffaec64f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b91c71edf94560" /><Relationship Type="http://schemas.openxmlformats.org/officeDocument/2006/relationships/image" Target="/ppt/media/image2.jpeg" Id="Rf6b0880bf4a646d4" /><Relationship Type="http://schemas.openxmlformats.org/officeDocument/2006/relationships/image" Target="/ppt/media/image2.png" Id="Ra826a35bc02d4c93" /><Relationship Type="http://schemas.openxmlformats.org/officeDocument/2006/relationships/notesSlide" Target="/ppt/notesSlides/notesSlide6.xml" Id="Rf544eb8bc10f43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1b2ab5bddb42cc" /><Relationship Type="http://schemas.openxmlformats.org/officeDocument/2006/relationships/image" Target="/ppt/media/image2.jpeg" Id="R8af56d821c0b4b0b" /><Relationship Type="http://schemas.openxmlformats.org/officeDocument/2006/relationships/image" Target="/ppt/media/image2.png" Id="Rc45a87e5c1af4645" /><Relationship Type="http://schemas.openxmlformats.org/officeDocument/2006/relationships/chart" Target="/ppt/slides/charts/chart1.xml" Id="R7398e87193e64ce2" /><Relationship Type="http://schemas.openxmlformats.org/officeDocument/2006/relationships/notesSlide" Target="/ppt/notesSlides/notesSlide7.xml" Id="R2aeb5e6f9c614b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527767bfe348de" /><Relationship Type="http://schemas.openxmlformats.org/officeDocument/2006/relationships/image" Target="/ppt/media/image2.jpeg" Id="R93b970ed3bd94121" /><Relationship Type="http://schemas.openxmlformats.org/officeDocument/2006/relationships/image" Target="/ppt/media/image2.png" Id="Rd86a3d237e064b91" /><Relationship Type="http://schemas.openxmlformats.org/officeDocument/2006/relationships/notesSlide" Target="/ppt/notesSlides/notesSlide8.xml" Id="Re937f6a88d4e49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ea72fd92e5412f" /><Relationship Type="http://schemas.openxmlformats.org/officeDocument/2006/relationships/image" Target="/ppt/media/image2.jpeg" Id="Rcaff5bd4ffe94595" /><Relationship Type="http://schemas.openxmlformats.org/officeDocument/2006/relationships/image" Target="/ppt/media/image2.png" Id="R7f49ab64df574c4c" /><Relationship Type="http://schemas.openxmlformats.org/officeDocument/2006/relationships/notesSlide" Target="/ppt/notesSlides/notesSlide9.xml" Id="Rc50e004cd25142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9d97380bc974387" /><Relationship Type="http://schemas.openxmlformats.org/officeDocument/2006/relationships/image" Target="/ppt/media/image2.jpeg" Id="R6469f834fa114e3e" /><Relationship Type="http://schemas.openxmlformats.org/officeDocument/2006/relationships/image" Target="/ppt/media/image2.png" Id="R01ed8cb8dd524676" /><Relationship Type="http://schemas.openxmlformats.org/officeDocument/2006/relationships/image" Target="/ppt/media/image4.png" Id="R074d4a67ab5d46af" /><Relationship Type="http://schemas.openxmlformats.org/officeDocument/2006/relationships/image" Target="/ppt/media/image7.png" Id="R496a1e1bbb694bdd" /><Relationship Type="http://schemas.openxmlformats.org/officeDocument/2006/relationships/notesSlide" Target="/ppt/notesSlides/notesSlide10.xml" Id="Ra8ac894896994f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4fd4a5975b4140" /><Relationship Type="http://schemas.openxmlformats.org/officeDocument/2006/relationships/image" Target="/ppt/media/image2.jpeg" Id="Rd21d70c40fa74c05" /><Relationship Type="http://schemas.openxmlformats.org/officeDocument/2006/relationships/image" Target="/ppt/media/image2.png" Id="Rc841065853ba439d" /><Relationship Type="http://schemas.openxmlformats.org/officeDocument/2006/relationships/notesSlide" Target="/ppt/notesSlides/notesSlide11.xml" Id="R7e617acc073447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8f2cc9d41b4108" /><Relationship Type="http://schemas.openxmlformats.org/officeDocument/2006/relationships/image" Target="/ppt/media/image3.jpeg" Id="Rc47b72d2a55e445d" /><Relationship Type="http://schemas.openxmlformats.org/officeDocument/2006/relationships/image" Target="/ppt/media/image8.png" Id="Rcea8b303e48b48ba" /><Relationship Type="http://schemas.openxmlformats.org/officeDocument/2006/relationships/notesSlide" Target="/ppt/notesSlides/notesSlide12.xml" Id="R3635998058e24c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b4f36ace8749e1" /><Relationship Type="http://schemas.openxmlformats.org/officeDocument/2006/relationships/image" Target="/ppt/media/image2.jpeg" Id="R5fdbc69220554077" /><Relationship Type="http://schemas.openxmlformats.org/officeDocument/2006/relationships/image" Target="/ppt/media/image2.png" Id="Rc5cf8a3642214cc5" /><Relationship Type="http://schemas.openxmlformats.org/officeDocument/2006/relationships/notesSlide" Target="/ppt/notesSlides/notesSlide13.xml" Id="R31e1e724356449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9ea5ec32d5413e" /><Relationship Type="http://schemas.openxmlformats.org/officeDocument/2006/relationships/image" Target="/ppt/media/image2.jpeg" Id="Rb2d2d096bb7b49af" /><Relationship Type="http://schemas.openxmlformats.org/officeDocument/2006/relationships/image" Target="/ppt/media/image2.png" Id="R99856eaaf6c34133" /><Relationship Type="http://schemas.openxmlformats.org/officeDocument/2006/relationships/notesSlide" Target="/ppt/notesSlides/notesSlide14.xml" Id="Ra1871fa1cde649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393061ba9bc42ac" /><Relationship Type="http://schemas.openxmlformats.org/officeDocument/2006/relationships/image" Target="/ppt/media/image2.jpeg" Id="Rfbe63d80d16d4967" /><Relationship Type="http://schemas.openxmlformats.org/officeDocument/2006/relationships/image" Target="/ppt/media/image2.png" Id="R70293ad4159b4b70" /><Relationship Type="http://schemas.openxmlformats.org/officeDocument/2006/relationships/image" Target="/ppt/media/image4.png" Id="R1070f841da854eff" /><Relationship Type="http://schemas.openxmlformats.org/officeDocument/2006/relationships/image" Target="/ppt/media/image9.png" Id="Rf844853a6d2c4a78" /><Relationship Type="http://schemas.openxmlformats.org/officeDocument/2006/relationships/notesSlide" Target="/ppt/notesSlides/notesSlide15.xml" Id="R99a49cfcb3db41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76768076f24efc" /><Relationship Type="http://schemas.openxmlformats.org/officeDocument/2006/relationships/image" Target="/ppt/media/image2.jpeg" Id="R1d885e6c96844435" /><Relationship Type="http://schemas.openxmlformats.org/officeDocument/2006/relationships/image" Target="/ppt/media/image2.png" Id="R4b27d6de9e3f4ea4" /><Relationship Type="http://schemas.openxmlformats.org/officeDocument/2006/relationships/image" Target="/ppt/media/image10.png" Id="R1347c2883536436b" /><Relationship Type="http://schemas.openxmlformats.org/officeDocument/2006/relationships/notesSlide" Target="/ppt/notesSlides/notesSlide16.xml" Id="R4d7247b609144b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f22dfacd714a84" /><Relationship Type="http://schemas.openxmlformats.org/officeDocument/2006/relationships/image" Target="/ppt/media/image2.jpeg" Id="Rfc650aa9ad6b434c" /><Relationship Type="http://schemas.openxmlformats.org/officeDocument/2006/relationships/image" Target="/ppt/media/image2.png" Id="R59ba86a92dd84f2f" /><Relationship Type="http://schemas.openxmlformats.org/officeDocument/2006/relationships/notesSlide" Target="/ppt/notesSlides/notesSlide17.xml" Id="Rcf99dc1c72e245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c95d8a122f4128" /><Relationship Type="http://schemas.openxmlformats.org/officeDocument/2006/relationships/image" Target="/ppt/media/image2.jpeg" Id="R873ee9d2f06841c1" /><Relationship Type="http://schemas.openxmlformats.org/officeDocument/2006/relationships/image" Target="/ppt/media/image2.png" Id="R0a8bf86aca26403f" /><Relationship Type="http://schemas.openxmlformats.org/officeDocument/2006/relationships/notesSlide" Target="/ppt/notesSlides/notesSlide18.xml" Id="R94ad7f0e306c4d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d451b4fcdf4ddd" /><Relationship Type="http://schemas.openxmlformats.org/officeDocument/2006/relationships/image" Target="/ppt/media/image2.jpeg" Id="R337b42e1a49e4f3f" /><Relationship Type="http://schemas.openxmlformats.org/officeDocument/2006/relationships/image" Target="/ppt/media/image2.png" Id="R0d9fabfc319b4f90" /><Relationship Type="http://schemas.openxmlformats.org/officeDocument/2006/relationships/notesSlide" Target="/ppt/notesSlides/notesSlide19.xml" Id="R42ab626a636f4a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b8886401b0f477d" /><Relationship Type="http://schemas.openxmlformats.org/officeDocument/2006/relationships/image" Target="/ppt/media/image2.jpeg" Id="R30ccf6f321704171" /><Relationship Type="http://schemas.openxmlformats.org/officeDocument/2006/relationships/image" Target="/ppt/media/image2.png" Id="R6e321caecaa042b7" /><Relationship Type="http://schemas.openxmlformats.org/officeDocument/2006/relationships/notesSlide" Target="/ppt/notesSlides/notesSlide20.xml" Id="Rdc9b8ce284c04e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e1023ac634d4e82" /><Relationship Type="http://schemas.openxmlformats.org/officeDocument/2006/relationships/image" Target="/ppt/media/image2.jpeg" Id="R46b4a8f240fd4013" /><Relationship Type="http://schemas.openxmlformats.org/officeDocument/2006/relationships/image" Target="/ppt/media/image2.png" Id="R61eea69028904c46" /><Relationship Type="http://schemas.openxmlformats.org/officeDocument/2006/relationships/notesSlide" Target="/ppt/notesSlides/notesSlide21.xml" Id="Re9da9ed3a42f46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dc9a16b2e9844446" /><Relationship Type="http://schemas.openxmlformats.org/officeDocument/2006/relationships/image" Target="/ppt/media/image2.jpeg" Id="Ra1e58c8044d04dbf" /><Relationship Type="http://schemas.openxmlformats.org/officeDocument/2006/relationships/image" Target="/ppt/media/image2.png" Id="Re51545c026ed48a7" /><Relationship Type="http://schemas.openxmlformats.org/officeDocument/2006/relationships/image" Target="/ppt/media/image4.png" Id="R86d3e615745545c2" /><Relationship Type="http://schemas.openxmlformats.org/officeDocument/2006/relationships/image" Target="/ppt/media/image11.png" Id="R6839cd11a0f74e56" /><Relationship Type="http://schemas.openxmlformats.org/officeDocument/2006/relationships/notesSlide" Target="/ppt/notesSlides/notesSlide22.xml" Id="R8a03b9e7ce6243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942a03cdaee4f8b" /><Relationship Type="http://schemas.openxmlformats.org/officeDocument/2006/relationships/image" Target="/ppt/media/image2.jpeg" Id="R4327c7a9663f46b3" /><Relationship Type="http://schemas.openxmlformats.org/officeDocument/2006/relationships/image" Target="/ppt/media/image2.png" Id="R5e18f6b103854847" /><Relationship Type="http://schemas.openxmlformats.org/officeDocument/2006/relationships/notesSlide" Target="/ppt/notesSlides/notesSlide23.xml" Id="Rfaadf3b27e374a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0c7fdfc2f94bc4" /><Relationship Type="http://schemas.openxmlformats.org/officeDocument/2006/relationships/image" Target="/ppt/media/image2.jpeg" Id="R7bd9f890e0714a9f" /><Relationship Type="http://schemas.openxmlformats.org/officeDocument/2006/relationships/image" Target="/ppt/media/image2.png" Id="R98cc8578b20b47b5" /><Relationship Type="http://schemas.openxmlformats.org/officeDocument/2006/relationships/chart" Target="/ppt/slides/charts/chart2.xml" Id="R82ce0177701242d6" /><Relationship Type="http://schemas.openxmlformats.org/officeDocument/2006/relationships/notesSlide" Target="/ppt/notesSlides/notesSlide24.xml" Id="R42be1fd88bcc4d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d7170e31124f10" /><Relationship Type="http://schemas.openxmlformats.org/officeDocument/2006/relationships/image" Target="/ppt/media/image2.jpeg" Id="R859261c0c8d04d5f" /><Relationship Type="http://schemas.openxmlformats.org/officeDocument/2006/relationships/image" Target="/ppt/media/image2.png" Id="Ra7ea62b4699541de" /><Relationship Type="http://schemas.openxmlformats.org/officeDocument/2006/relationships/image" Target="/ppt/media/image12.png" Id="R9974c693d49a4655" /><Relationship Type="http://schemas.openxmlformats.org/officeDocument/2006/relationships/image" Target="/ppt/media/image13.png" Id="Rb4a2c8295ab94024" /><Relationship Type="http://schemas.openxmlformats.org/officeDocument/2006/relationships/notesSlide" Target="/ppt/notesSlides/notesSlide25.xml" Id="R049e4c65dec445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8d5b8dee3da48b9" /><Relationship Type="http://schemas.openxmlformats.org/officeDocument/2006/relationships/image" Target="/ppt/media/image2.jpeg" Id="R29d38e9c0f4a4cc5" /><Relationship Type="http://schemas.openxmlformats.org/officeDocument/2006/relationships/image" Target="/ppt/media/image2.png" Id="Re62ef947eace4448" /><Relationship Type="http://schemas.openxmlformats.org/officeDocument/2006/relationships/image" Target="/ppt/media/image4.png" Id="R07927cc063de4d74" /><Relationship Type="http://schemas.openxmlformats.org/officeDocument/2006/relationships/image" Target="/ppt/media/image14.png" Id="R018e1a15569b4de9" /><Relationship Type="http://schemas.openxmlformats.org/officeDocument/2006/relationships/notesSlide" Target="/ppt/notesSlides/notesSlide26.xml" Id="R4cabce1f9213494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abd3603f53f4b42" /><Relationship Type="http://schemas.openxmlformats.org/officeDocument/2006/relationships/image" Target="/ppt/media/image2.jpeg" Id="R3c3d5b8fded643d5" /><Relationship Type="http://schemas.openxmlformats.org/officeDocument/2006/relationships/image" Target="/ppt/media/image2.png" Id="Rcd266c5afa1a46e1" /><Relationship Type="http://schemas.openxmlformats.org/officeDocument/2006/relationships/notesSlide" Target="/ppt/notesSlides/notesSlide27.xml" Id="Rd8debe50fdfe4e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e4efae62f984115" /><Relationship Type="http://schemas.openxmlformats.org/officeDocument/2006/relationships/image" Target="/ppt/media/image2.jpeg" Id="R53d66bd7235e430d" /><Relationship Type="http://schemas.openxmlformats.org/officeDocument/2006/relationships/image" Target="/ppt/media/image2.png" Id="R9fca87ddd1fa4d58" /><Relationship Type="http://schemas.openxmlformats.org/officeDocument/2006/relationships/notesSlide" Target="/ppt/notesSlides/notesSlide28.xml" Id="R2fc7c142328249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fee750af5c4f1e" /><Relationship Type="http://schemas.openxmlformats.org/officeDocument/2006/relationships/image" Target="/ppt/media/image2.jpeg" Id="Rc622ad7616e4426c" /><Relationship Type="http://schemas.openxmlformats.org/officeDocument/2006/relationships/image" Target="/ppt/media/image2.png" Id="R71ee06c1ed594cc6" /><Relationship Type="http://schemas.openxmlformats.org/officeDocument/2006/relationships/notesSlide" Target="/ppt/notesSlides/notesSlide29.xml" Id="R3c1443c5644f416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89666441f1944d3" /><Relationship Type="http://schemas.openxmlformats.org/officeDocument/2006/relationships/image" Target="/ppt/media/image2.jpeg" Id="Re38b869dd4e641bf" /><Relationship Type="http://schemas.openxmlformats.org/officeDocument/2006/relationships/image" Target="/ppt/media/image2.png" Id="R0ab2a4d671e1446e" /><Relationship Type="http://schemas.openxmlformats.org/officeDocument/2006/relationships/notesSlide" Target="/ppt/notesSlides/notesSlide30.xml" Id="R3435e74957164b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90ad57c2fc64d77" /><Relationship Type="http://schemas.openxmlformats.org/officeDocument/2006/relationships/image" Target="/ppt/media/image2.jpeg" Id="R28ff79f6383a414e" /><Relationship Type="http://schemas.openxmlformats.org/officeDocument/2006/relationships/image" Target="/ppt/media/image2.png" Id="R6977ec7ec98b4ff7" /><Relationship Type="http://schemas.openxmlformats.org/officeDocument/2006/relationships/notesSlide" Target="/ppt/notesSlides/notesSlide31.xml" Id="R54a88e2641094c0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7b2cdc4eb4545de" /><Relationship Type="http://schemas.openxmlformats.org/officeDocument/2006/relationships/image" Target="/ppt/media/image2.jpeg" Id="R968b0277843a45f2" /><Relationship Type="http://schemas.openxmlformats.org/officeDocument/2006/relationships/image" Target="/ppt/media/image2.png" Id="R64b3005eae5c4fbd" /><Relationship Type="http://schemas.openxmlformats.org/officeDocument/2006/relationships/notesSlide" Target="/ppt/notesSlides/notesSlide32.xml" Id="R220d8e124dcf4b8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9b3ad27d1424d88" /><Relationship Type="http://schemas.openxmlformats.org/officeDocument/2006/relationships/image" Target="/ppt/media/image2.jpeg" Id="R52c706db50564fd2" /><Relationship Type="http://schemas.openxmlformats.org/officeDocument/2006/relationships/image" Target="/ppt/media/image2.png" Id="Re7f98e18119e4ffc" /><Relationship Type="http://schemas.openxmlformats.org/officeDocument/2006/relationships/notesSlide" Target="/ppt/notesSlides/notesSlide33.xml" Id="R16d3c958654b405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bc3124edfef44f6" /><Relationship Type="http://schemas.openxmlformats.org/officeDocument/2006/relationships/image" Target="/ppt/media/image2.jpeg" Id="R4be3090d980e45cf" /><Relationship Type="http://schemas.openxmlformats.org/officeDocument/2006/relationships/image" Target="/ppt/media/image2.png" Id="R42d2a1e1b9314867" /><Relationship Type="http://schemas.openxmlformats.org/officeDocument/2006/relationships/notesSlide" Target="/ppt/notesSlides/notesSlide34.xml" Id="Rdf8a04b05a2145d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28c328d3a7f479a" /><Relationship Type="http://schemas.openxmlformats.org/officeDocument/2006/relationships/image" Target="/ppt/media/image2.jpeg" Id="Rdb3dfb73c05e4a54" /><Relationship Type="http://schemas.openxmlformats.org/officeDocument/2006/relationships/image" Target="/ppt/media/image2.png" Id="R404b9e1d3bae4b8f" /><Relationship Type="http://schemas.openxmlformats.org/officeDocument/2006/relationships/image" Target="/ppt/media/image15.png" Id="Rca2ce83d06a54697" /><Relationship Type="http://schemas.openxmlformats.org/officeDocument/2006/relationships/notesSlide" Target="/ppt/notesSlides/notesSlide35.xml" Id="R35e37d883c87486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f928c24c59dd4fbe" /><Relationship Type="http://schemas.openxmlformats.org/officeDocument/2006/relationships/image" Target="/ppt/media/image2.jpeg" Id="R5014c77700b44fd9" /><Relationship Type="http://schemas.openxmlformats.org/officeDocument/2006/relationships/image" Target="/ppt/media/image.gif" Id="R0467a22394604957" /><Relationship Type="http://schemas.openxmlformats.org/officeDocument/2006/relationships/image" Target="/ppt/media/image2.png" Id="R77fc935749984000" /><Relationship Type="http://schemas.openxmlformats.org/officeDocument/2006/relationships/notesSlide" Target="/ppt/notesSlides/notesSlide36.xml" Id="Rb3a8721c7bb8464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574413063574ab3">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b58af2a60777400e">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bf66ca7d8ea443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27882ae1d5846c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4d0a9916e2444c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ebd35aa0dd364c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b53691fd9f984e5c">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f11a7efc01c94be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92c605451724f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e72a6d80f04d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63336ac672324235"/>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52e4caed604d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6ed23cd1d6645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6b0880bf4a646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26a35bc02d4c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af56d821c0b4b0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5a87e5c1af46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7398e87193e64ce2"/>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3b970ed3bd941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6a3d237e064b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ff5bd4ffe9459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f49ab64df574c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6469f834fa114e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1ed8cb8dd5246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074d4a67ab5d46a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496a1e1bbb694bd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21d70c40fa74c0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41065853ba43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56477253-02DD-4047-A562-6B615159AA6E}"/>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194A12D6-1F0B-4908-BF93-6E18798A29C5}"/>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8E244616-4BF2-4817-B688-19567451F3A0}"/>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A530156E-2FE2-4388-A63B-4C0BAE96279B}"/>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DEED073D-AD80-4EB0-B093-9E9ACDBCCB96}"/>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E8E25F0D-9C54-42E5-A021-7EEB9804F6B0}"/>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CDEA3C91-B64F-479C-BA2A-53C0B2F39E2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7F9BCBBD-3846-4E0D-83E3-5AE490D9EB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69B0CBF3-E8A9-4C89-8BCC-26566A44B15B}"/>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31CA34EA-E911-4A7C-B002-38241A63E451}"/>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6EAE8572-9FFE-4512-A9A1-8D5B3C6069A0}"/>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295922BF-CD8D-42E3-8CC2-55795019E6A6}"/>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7C331703-0075-4393-B3EB-8E08E7C7BD0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720F68B2-4A09-49C8-B7BD-AC5D770500A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994F707A-BB0E-4E14-9B0E-E044F87E8597}"/>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3AAF2841-65D7-401E-B91F-C1C6C5E3D0B9}"/>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9D66F023-8AFB-48CF-BDED-05612DAA7CD7}"/>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755B5172-FA56-45D1-96D8-80E1493D5C16}"/>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9A91AE2E-2686-4A64-8D77-5CECFA182F53}"/>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98491B79-0DBB-4905-A1EB-1F5EE395D7D6}"/>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47b72d2a55e445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ea8b303e48b48b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5205F3A3-5463-41D7-9BEB-BFCE91480D07}"/>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D557A97B-5F13-49EF-A6E4-33434929DF49}"/>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73BEA770-2A40-43F1-9C76-19EF8E064A2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14C737AD-8768-4D52-9DCB-CAC8A11B048D}"/>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186AC4B6-2CD7-4878-815A-FB1D7F4C551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08B2CF9A-5F68-4514-8093-877A742D74CF}"/>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AB573583-0EEA-491F-B598-87A6BD6BB266}"/>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798E7EB7-C179-4394-946E-F697E1F16F27}"/>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1EACC806-1007-428D-851A-BFA354BB6D97}"/>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FABD2479-DB31-4936-B596-00B26E44FE57}"/>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10F0B84A-5595-42F8-A59A-3B670C2CBA39}"/>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DC191172-4058-445E-97E5-9B56B1A1B092}"/>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2FFC9571-F194-4A0D-A7F9-7F6E87783365}"/>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5F66B14D-6F81-4056-B927-EEB37E2DFCEB}"/>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80C11054-A778-42D3-949F-FF3126EA551C}"/>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633E03A9-80D3-4D54-9B65-E204F40DDC27}"/>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DF0C480A-A73B-4EA1-B193-314E0F160FD6}"/>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D0FD6162-3ACD-49A6-855C-261388F5CD39}"/>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4CF0A85F-7940-41ED-AA5A-E69C709B785D}"/>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0603C7BF-6511-46D2-B45E-BDE9B7A8AE2A}"/>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dbc692205540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cf8a3642214c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D7888242-CB1F-4611-882A-9BB3E4106A7E}"/>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31AA5B93-C148-4F40-81CD-45E3AE2C21BA}"/>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30D01112-557E-4760-B23B-62EDF6A14EB2}"/>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0723B7C4-E23E-4C0A-AC63-73035E1E3830}"/>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F3E62644-01BF-4578-A055-83893BE2BA38}"/>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44384E01-A622-4F43-A951-EB7F1AF8EBFC}"/>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38163921-338A-4386-A6D5-F33514935E6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852EF52E-EEDA-41EE-9557-563380E5F9D4}"/>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3BD62E73-BB35-4938-A66D-7004F7185BA8}"/>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5BEE4148-829E-4BB5-9BEA-0F14D1661CF5}"/>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12A27751-75E6-4ABD-8912-673CE6C03E93}"/>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FA0177AC-C507-4334-AA4B-39A68DBA4BDE}"/>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3636E3A0-FD56-45CB-A740-687EBE2BBDEB}"/>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2684A97A-872D-4E4F-A0B3-4763BF264509}"/>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9D88CC08-0565-4A48-99D9-1A55407D1472}"/>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368B1CE9-B2A1-44E6-84C2-4DD531707236}"/>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1C1D29BB-8D49-497A-B1C3-85C30FAA307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CD510544-230B-4F5C-A168-A48706EAF5CF}"/>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B2EE0429-1667-4939-8CC6-566C23351C26}"/>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2d2d096bb7b49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856eaaf6c341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fbe63d80d16d49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70293ad4159b4b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1070f841da854ef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f844853a6d2c4a78">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d885e6c968444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b27d6de9e3f4e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1347c2883536436b"/>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650aa9ad6b434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ba86a92dd84f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73ee9d2f06841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8bf86aca2640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7b42e1a49e4f3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9fabfc319b4f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0ccf6f3217041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321caecaa042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6b4a8f240fd40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eea69028904c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1e58c8044d04d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e51545c026ed48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86d3e615745545c2">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6839cd11a0f74e56">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327c7a9663f46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18f6b1038548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bd9f890e0714a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8cc8578b20b47b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82ce0177701242d6"/>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59261c0c8d04d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7ea62b4699541d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9974c693d49a4655"/>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b4a2c8295ab94024"/>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29d38e9c0f4a4cc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e62ef947eace44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07927cc063de4d7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18e1a15569b4de9">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c3d5b8fded643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266c5afa1a46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3d66bd7235e43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fca87ddd1fa4d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22ad7616e442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ee06c1ed594c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8b869dd4e641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b2a4d671e144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ff79f6383a41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977ec7ec98b4f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68b0277843a45f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b3005eae5c4f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2c706db50564fd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7f98e18119e4f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be3090d980e45c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d2a1e1b93148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3dfb73c05e4a5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4b9e1d3bae4b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a2ce83d06a54697">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5014c77700b44f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0467a2239460495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fc9357499840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2026-09-24T02:09:00.0560000Z</dcterms:created>
  <dcterms:modified xsi:type="dcterms:W3CDTF">2026-09-24T02:09:00.0560000Z</dcterms:modified>
</coreProperties>
</file>