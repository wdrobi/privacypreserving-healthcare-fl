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ca6395f9134ac5" /><Relationship Type="http://schemas.openxmlformats.org/officeDocument/2006/relationships/extended-properties" Target="/docProps/app.xml" Id="R315398d18a724864" /><Relationship Type="http://schemas.openxmlformats.org/officeDocument/2006/relationships/officeDocument" Target="/ppt/presentation.xml" Id="Rab7834f8d60440ec" /></Relationships>
</file>

<file path=ppt/presentation.xml><?xml version="1.0" encoding="utf-8"?>
<p:presentation xmlns:p="http://schemas.openxmlformats.org/presentationml/2006/main">
  <p:sldMasterIdLst>
    <p:sldMasterId xmlns:r="http://schemas.openxmlformats.org/officeDocument/2006/relationships" id="2147483648" r:id="R907fb4f269f0497e"/>
  </p:sldMasterIdLst>
  <p:notesMasterIdLst>
    <p:notesMasterId xmlns:r="http://schemas.openxmlformats.org/officeDocument/2006/relationships" r:id="Rb1a7a6a8d92b4012"/>
  </p:notesMasterIdLst>
  <p:sldIdLst>
    <p:sldId xmlns:r="http://schemas.openxmlformats.org/officeDocument/2006/relationships" id="256" r:id="R0fe3da4a3d424820"/>
    <p:sldId xmlns:r="http://schemas.openxmlformats.org/officeDocument/2006/relationships" id="257" r:id="R2499774a37274325"/>
    <p:sldId xmlns:r="http://schemas.openxmlformats.org/officeDocument/2006/relationships" id="258" r:id="R72661241c0c9405a"/>
    <p:sldId xmlns:r="http://schemas.openxmlformats.org/officeDocument/2006/relationships" id="259" r:id="R37f8a6eea4354c0a"/>
    <p:sldId xmlns:r="http://schemas.openxmlformats.org/officeDocument/2006/relationships" id="260" r:id="R0f447b6e9f8f4c49"/>
    <p:sldId xmlns:r="http://schemas.openxmlformats.org/officeDocument/2006/relationships" id="261" r:id="R51e998142bca40c5"/>
    <p:sldId xmlns:r="http://schemas.openxmlformats.org/officeDocument/2006/relationships" id="262" r:id="Rd61b4bf537344b91"/>
    <p:sldId xmlns:r="http://schemas.openxmlformats.org/officeDocument/2006/relationships" id="263" r:id="R649db1234b1743ec"/>
    <p:sldId xmlns:r="http://schemas.openxmlformats.org/officeDocument/2006/relationships" id="264" r:id="R7580599f5c3e4aed"/>
    <p:sldId xmlns:r="http://schemas.openxmlformats.org/officeDocument/2006/relationships" id="265" r:id="Rad079e7ed2c84b0b"/>
    <p:sldId xmlns:r="http://schemas.openxmlformats.org/officeDocument/2006/relationships" id="266" r:id="Rc8e8eb5d70f442bb"/>
    <p:sldId xmlns:r="http://schemas.openxmlformats.org/officeDocument/2006/relationships" id="267" r:id="R83b0be2c818e4bfe"/>
    <p:sldId xmlns:r="http://schemas.openxmlformats.org/officeDocument/2006/relationships" id="268" r:id="R14a76f674567448c"/>
    <p:sldId xmlns:r="http://schemas.openxmlformats.org/officeDocument/2006/relationships" id="269" r:id="R8c473b7dd2994db1"/>
    <p:sldId xmlns:r="http://schemas.openxmlformats.org/officeDocument/2006/relationships" id="270" r:id="R9cbecc0e2aa94f03"/>
    <p:sldId xmlns:r="http://schemas.openxmlformats.org/officeDocument/2006/relationships" id="271" r:id="R39f42a9e080f4d1a"/>
    <p:sldId xmlns:r="http://schemas.openxmlformats.org/officeDocument/2006/relationships" id="272" r:id="Rf2bf5d9be9ee4926"/>
    <p:sldId xmlns:r="http://schemas.openxmlformats.org/officeDocument/2006/relationships" id="273" r:id="R20bf271b64a84e8d"/>
    <p:sldId xmlns:r="http://schemas.openxmlformats.org/officeDocument/2006/relationships" id="274" r:id="R88da26f7a621444d"/>
    <p:sldId xmlns:r="http://schemas.openxmlformats.org/officeDocument/2006/relationships" id="275" r:id="R945ab33977714143"/>
    <p:sldId xmlns:r="http://schemas.openxmlformats.org/officeDocument/2006/relationships" id="276" r:id="R6285c3ed8de34110"/>
    <p:sldId xmlns:r="http://schemas.openxmlformats.org/officeDocument/2006/relationships" id="277" r:id="R92b287df9aa24c6d"/>
    <p:sldId xmlns:r="http://schemas.openxmlformats.org/officeDocument/2006/relationships" id="278" r:id="R75f99846fa694b9a"/>
    <p:sldId xmlns:r="http://schemas.openxmlformats.org/officeDocument/2006/relationships" id="279" r:id="Ra6a76a1146e3485f"/>
    <p:sldId xmlns:r="http://schemas.openxmlformats.org/officeDocument/2006/relationships" id="280" r:id="R54347ed0c08d42b1"/>
    <p:sldId xmlns:r="http://schemas.openxmlformats.org/officeDocument/2006/relationships" id="281" r:id="R83ebf01aead44c40"/>
    <p:sldId xmlns:r="http://schemas.openxmlformats.org/officeDocument/2006/relationships" id="282" r:id="R12792ad631c549e8"/>
    <p:sldId xmlns:r="http://schemas.openxmlformats.org/officeDocument/2006/relationships" id="283" r:id="R19d7b720c5fd4d31"/>
    <p:sldId xmlns:r="http://schemas.openxmlformats.org/officeDocument/2006/relationships" id="284" r:id="R8a39d0879f2441be"/>
    <p:sldId xmlns:r="http://schemas.openxmlformats.org/officeDocument/2006/relationships" id="285" r:id="R570dca7fd915411d"/>
    <p:sldId xmlns:r="http://schemas.openxmlformats.org/officeDocument/2006/relationships" id="286" r:id="R4d6e8f4de60a4e8c"/>
    <p:sldId xmlns:r="http://schemas.openxmlformats.org/officeDocument/2006/relationships" id="287" r:id="Rc1460e79faf444fd"/>
    <p:sldId xmlns:r="http://schemas.openxmlformats.org/officeDocument/2006/relationships" id="288" r:id="Rffe278070989466e"/>
    <p:sldId xmlns:r="http://schemas.openxmlformats.org/officeDocument/2006/relationships" id="289" r:id="R80bdb50c0dec4f6d"/>
    <p:sldId xmlns:r="http://schemas.openxmlformats.org/officeDocument/2006/relationships" id="290" r:id="R2df9a45bf37b4ec3"/>
    <p:sldId xmlns:r="http://schemas.openxmlformats.org/officeDocument/2006/relationships" id="291" r:id="Rd65baa92607a4b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0ac7211b17743a1" /><Relationship Type="http://schemas.openxmlformats.org/officeDocument/2006/relationships/slideMaster" Target="/ppt/slideMasters/slideMaster1.xml" Id="R907fb4f269f0497e" /><Relationship Type="http://schemas.openxmlformats.org/officeDocument/2006/relationships/notesMaster" Target="/ppt/notesMasters/notesMaster1.xml" Id="Rb1a7a6a8d92b4012" /><Relationship Type="http://schemas.openxmlformats.org/officeDocument/2006/relationships/presProps" Target="/ppt/presProps.xml" Id="R97e8e66658064949" /><Relationship Type="http://schemas.openxmlformats.org/officeDocument/2006/relationships/viewProps" Target="/ppt/viewProps.xml" Id="Rb5a043ac20f84e03" /><Relationship Type="http://schemas.openxmlformats.org/officeDocument/2006/relationships/tableStyles" Target="/ppt/tableStyles.xml" Id="R337f2b54c00a4151" /><Relationship Type="http://schemas.openxmlformats.org/officeDocument/2006/relationships/slide" Target="/ppt/slides/slide1.xml" Id="R0fe3da4a3d424820" /><Relationship Type="http://schemas.openxmlformats.org/officeDocument/2006/relationships/slide" Target="/ppt/slides/slide2.xml" Id="R2499774a37274325" /><Relationship Type="http://schemas.openxmlformats.org/officeDocument/2006/relationships/slide" Target="/ppt/slides/slide3.xml" Id="R72661241c0c9405a" /><Relationship Type="http://schemas.openxmlformats.org/officeDocument/2006/relationships/slide" Target="/ppt/slides/slide4.xml" Id="R37f8a6eea4354c0a" /><Relationship Type="http://schemas.openxmlformats.org/officeDocument/2006/relationships/slide" Target="/ppt/slides/slide5.xml" Id="R0f447b6e9f8f4c49" /><Relationship Type="http://schemas.openxmlformats.org/officeDocument/2006/relationships/slide" Target="/ppt/slides/slide6.xml" Id="R51e998142bca40c5" /><Relationship Type="http://schemas.openxmlformats.org/officeDocument/2006/relationships/slide" Target="/ppt/slides/slide7.xml" Id="Rd61b4bf537344b91" /><Relationship Type="http://schemas.openxmlformats.org/officeDocument/2006/relationships/slide" Target="/ppt/slides/slide8.xml" Id="R649db1234b1743ec" /><Relationship Type="http://schemas.openxmlformats.org/officeDocument/2006/relationships/slide" Target="/ppt/slides/slide9.xml" Id="R7580599f5c3e4aed" /><Relationship Type="http://schemas.openxmlformats.org/officeDocument/2006/relationships/slide" Target="/ppt/slides/slide10.xml" Id="Rad079e7ed2c84b0b" /><Relationship Type="http://schemas.openxmlformats.org/officeDocument/2006/relationships/slide" Target="/ppt/slides/slide11.xml" Id="Rc8e8eb5d70f442bb" /><Relationship Type="http://schemas.openxmlformats.org/officeDocument/2006/relationships/slide" Target="/ppt/slides/slide12.xml" Id="R83b0be2c818e4bfe" /><Relationship Type="http://schemas.openxmlformats.org/officeDocument/2006/relationships/slide" Target="/ppt/slides/slide13.xml" Id="R14a76f674567448c" /><Relationship Type="http://schemas.openxmlformats.org/officeDocument/2006/relationships/slide" Target="/ppt/slides/slide14.xml" Id="R8c473b7dd2994db1" /><Relationship Type="http://schemas.openxmlformats.org/officeDocument/2006/relationships/slide" Target="/ppt/slides/slide15.xml" Id="R9cbecc0e2aa94f03" /><Relationship Type="http://schemas.openxmlformats.org/officeDocument/2006/relationships/slide" Target="/ppt/slides/slide16.xml" Id="R39f42a9e080f4d1a" /><Relationship Type="http://schemas.openxmlformats.org/officeDocument/2006/relationships/slide" Target="/ppt/slides/slide17.xml" Id="Rf2bf5d9be9ee4926" /><Relationship Type="http://schemas.openxmlformats.org/officeDocument/2006/relationships/slide" Target="/ppt/slides/slide18.xml" Id="R20bf271b64a84e8d" /><Relationship Type="http://schemas.openxmlformats.org/officeDocument/2006/relationships/slide" Target="/ppt/slides/slide19.xml" Id="R88da26f7a621444d" /><Relationship Type="http://schemas.openxmlformats.org/officeDocument/2006/relationships/slide" Target="/ppt/slides/slide20.xml" Id="R945ab33977714143" /><Relationship Type="http://schemas.openxmlformats.org/officeDocument/2006/relationships/slide" Target="/ppt/slides/slide21.xml" Id="R6285c3ed8de34110" /><Relationship Type="http://schemas.openxmlformats.org/officeDocument/2006/relationships/slide" Target="/ppt/slides/slide22.xml" Id="R92b287df9aa24c6d" /><Relationship Type="http://schemas.openxmlformats.org/officeDocument/2006/relationships/slide" Target="/ppt/slides/slide23.xml" Id="R75f99846fa694b9a" /><Relationship Type="http://schemas.openxmlformats.org/officeDocument/2006/relationships/slide" Target="/ppt/slides/slide24.xml" Id="Ra6a76a1146e3485f" /><Relationship Type="http://schemas.openxmlformats.org/officeDocument/2006/relationships/slide" Target="/ppt/slides/slide25.xml" Id="R54347ed0c08d42b1" /><Relationship Type="http://schemas.openxmlformats.org/officeDocument/2006/relationships/slide" Target="/ppt/slides/slide26.xml" Id="R83ebf01aead44c40" /><Relationship Type="http://schemas.openxmlformats.org/officeDocument/2006/relationships/slide" Target="/ppt/slides/slide27.xml" Id="R12792ad631c549e8" /><Relationship Type="http://schemas.openxmlformats.org/officeDocument/2006/relationships/slide" Target="/ppt/slides/slide28.xml" Id="R19d7b720c5fd4d31" /><Relationship Type="http://schemas.openxmlformats.org/officeDocument/2006/relationships/slide" Target="/ppt/slides/slide29.xml" Id="R8a39d0879f2441be" /><Relationship Type="http://schemas.openxmlformats.org/officeDocument/2006/relationships/slide" Target="/ppt/slides/slide30.xml" Id="R570dca7fd915411d" /><Relationship Type="http://schemas.openxmlformats.org/officeDocument/2006/relationships/slide" Target="/ppt/slides/slide31.xml" Id="R4d6e8f4de60a4e8c" /><Relationship Type="http://schemas.openxmlformats.org/officeDocument/2006/relationships/slide" Target="/ppt/slides/slide32.xml" Id="Rc1460e79faf444fd" /><Relationship Type="http://schemas.openxmlformats.org/officeDocument/2006/relationships/slide" Target="/ppt/slides/slide33.xml" Id="Rffe278070989466e" /><Relationship Type="http://schemas.openxmlformats.org/officeDocument/2006/relationships/slide" Target="/ppt/slides/slide34.xml" Id="R80bdb50c0dec4f6d" /><Relationship Type="http://schemas.openxmlformats.org/officeDocument/2006/relationships/slide" Target="/ppt/slides/slide35.xml" Id="R2df9a45bf37b4ec3" /><Relationship Type="http://schemas.openxmlformats.org/officeDocument/2006/relationships/slide" Target="/ppt/slides/slide36.xml" Id="Rd65baa92607a4b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ad84b22fe54b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ffd447a5b445ae" /><Relationship Type="http://schemas.openxmlformats.org/officeDocument/2006/relationships/notesMaster" Target="/ppt/notesMasters/notesMaster1.xml" Id="R125befc0ef584a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3f649756254827" /><Relationship Type="http://schemas.openxmlformats.org/officeDocument/2006/relationships/notesMaster" Target="/ppt/notesMasters/notesMaster1.xml" Id="R658f0464445242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c4aa984bee488e" /><Relationship Type="http://schemas.openxmlformats.org/officeDocument/2006/relationships/notesMaster" Target="/ppt/notesMasters/notesMaster1.xml" Id="R162d4927348943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c31cb59e6843cf" /><Relationship Type="http://schemas.openxmlformats.org/officeDocument/2006/relationships/notesMaster" Target="/ppt/notesMasters/notesMaster1.xml" Id="R44bf5c374f5b47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d3f83746154c07" /><Relationship Type="http://schemas.openxmlformats.org/officeDocument/2006/relationships/notesMaster" Target="/ppt/notesMasters/notesMaster1.xml" Id="Rdfce5ed5e2b549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aea67976f246a9" /><Relationship Type="http://schemas.openxmlformats.org/officeDocument/2006/relationships/notesMaster" Target="/ppt/notesMasters/notesMaster1.xml" Id="Rd2d8f664ef654b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a919d5cf5440ed" /><Relationship Type="http://schemas.openxmlformats.org/officeDocument/2006/relationships/notesMaster" Target="/ppt/notesMasters/notesMaster1.xml" Id="R485744dd3a894f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cb4b02767140ce" /><Relationship Type="http://schemas.openxmlformats.org/officeDocument/2006/relationships/notesMaster" Target="/ppt/notesMasters/notesMaster1.xml" Id="R5e8968a5c4e442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fb99c93bc74ea0" /><Relationship Type="http://schemas.openxmlformats.org/officeDocument/2006/relationships/notesMaster" Target="/ppt/notesMasters/notesMaster1.xml" Id="R83f5542c88b44a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456f815ea643c2" /><Relationship Type="http://schemas.openxmlformats.org/officeDocument/2006/relationships/notesMaster" Target="/ppt/notesMasters/notesMaster1.xml" Id="R4ad410f53f3242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84625de3cd409a" /><Relationship Type="http://schemas.openxmlformats.org/officeDocument/2006/relationships/notesMaster" Target="/ppt/notesMasters/notesMaster1.xml" Id="R210c4c10835f48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67db9479464abc" /><Relationship Type="http://schemas.openxmlformats.org/officeDocument/2006/relationships/notesMaster" Target="/ppt/notesMasters/notesMaster1.xml" Id="R7b3f6c9d793543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171584ad174ab1" /><Relationship Type="http://schemas.openxmlformats.org/officeDocument/2006/relationships/notesMaster" Target="/ppt/notesMasters/notesMaster1.xml" Id="Rc8902386cd0842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cd32fa481d4ffe" /><Relationship Type="http://schemas.openxmlformats.org/officeDocument/2006/relationships/notesMaster" Target="/ppt/notesMasters/notesMaster1.xml" Id="R5efb76301d6e44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1e9b622b514af5" /><Relationship Type="http://schemas.openxmlformats.org/officeDocument/2006/relationships/notesMaster" Target="/ppt/notesMasters/notesMaster1.xml" Id="R683608e7710443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641bdb0ad44ea1" /><Relationship Type="http://schemas.openxmlformats.org/officeDocument/2006/relationships/notesMaster" Target="/ppt/notesMasters/notesMaster1.xml" Id="Ra7aab206a7864c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4c4f27aa564507" /><Relationship Type="http://schemas.openxmlformats.org/officeDocument/2006/relationships/notesMaster" Target="/ppt/notesMasters/notesMaster1.xml" Id="R2594628cac914f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d90f49f6394644" /><Relationship Type="http://schemas.openxmlformats.org/officeDocument/2006/relationships/notesMaster" Target="/ppt/notesMasters/notesMaster1.xml" Id="R6a0caa547f5c4c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3cea3e255845e9" /><Relationship Type="http://schemas.openxmlformats.org/officeDocument/2006/relationships/notesMaster" Target="/ppt/notesMasters/notesMaster1.xml" Id="R87f2ca9f9ad243c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38762b080249c5" /><Relationship Type="http://schemas.openxmlformats.org/officeDocument/2006/relationships/notesMaster" Target="/ppt/notesMasters/notesMaster1.xml" Id="Rff581f1d80a74a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b755288aa446a4" /><Relationship Type="http://schemas.openxmlformats.org/officeDocument/2006/relationships/notesMaster" Target="/ppt/notesMasters/notesMaster1.xml" Id="R871759fa734644e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bb27b0e7e64a33" /><Relationship Type="http://schemas.openxmlformats.org/officeDocument/2006/relationships/notesMaster" Target="/ppt/notesMasters/notesMaster1.xml" Id="Rb84776701b4e46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ff52e65f5054566" /><Relationship Type="http://schemas.openxmlformats.org/officeDocument/2006/relationships/notesMaster" Target="/ppt/notesMasters/notesMaster1.xml" Id="Re956390e29d6459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6b6f34737549bf" /><Relationship Type="http://schemas.openxmlformats.org/officeDocument/2006/relationships/notesMaster" Target="/ppt/notesMasters/notesMaster1.xml" Id="R8a43faffdb834c6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c070536c1a4060" /><Relationship Type="http://schemas.openxmlformats.org/officeDocument/2006/relationships/notesMaster" Target="/ppt/notesMasters/notesMaster1.xml" Id="R2feba2a4d1754ca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b7bd4596f9d4eae" /><Relationship Type="http://schemas.openxmlformats.org/officeDocument/2006/relationships/notesMaster" Target="/ppt/notesMasters/notesMaster1.xml" Id="R116bedf9e76640d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38c5f98f7454ffe" /><Relationship Type="http://schemas.openxmlformats.org/officeDocument/2006/relationships/notesMaster" Target="/ppt/notesMasters/notesMaster1.xml" Id="R28a80028cd5c4d8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41a593615fa4970" /><Relationship Type="http://schemas.openxmlformats.org/officeDocument/2006/relationships/notesMaster" Target="/ppt/notesMasters/notesMaster1.xml" Id="R868bb942cfcd47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3b251808e2d4a3f" /><Relationship Type="http://schemas.openxmlformats.org/officeDocument/2006/relationships/notesMaster" Target="/ppt/notesMasters/notesMaster1.xml" Id="R20cc2bf2732040f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cfdef66c7ec4e1d" /><Relationship Type="http://schemas.openxmlformats.org/officeDocument/2006/relationships/notesMaster" Target="/ppt/notesMasters/notesMaster1.xml" Id="R4a0e480ae957442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58bfcd1a4384824" /><Relationship Type="http://schemas.openxmlformats.org/officeDocument/2006/relationships/notesMaster" Target="/ppt/notesMasters/notesMaster1.xml" Id="Rec9aef15884c47e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442a4e27f024d60" /><Relationship Type="http://schemas.openxmlformats.org/officeDocument/2006/relationships/notesMaster" Target="/ppt/notesMasters/notesMaster1.xml" Id="R33e12ddb6bb1491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95037729a9340b0" /><Relationship Type="http://schemas.openxmlformats.org/officeDocument/2006/relationships/notesMaster" Target="/ppt/notesMasters/notesMaster1.xml" Id="R95cd45f8c6ae427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d36ab9ec9b14a24" /><Relationship Type="http://schemas.openxmlformats.org/officeDocument/2006/relationships/notesMaster" Target="/ppt/notesMasters/notesMaster1.xml" Id="R61597852bb6c43f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173ccbc3c974b8a" /><Relationship Type="http://schemas.openxmlformats.org/officeDocument/2006/relationships/notesMaster" Target="/ppt/notesMasters/notesMaster1.xml" Id="Rd9d209239c00473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023265b5bfb4c68" /><Relationship Type="http://schemas.openxmlformats.org/officeDocument/2006/relationships/notesMaster" Target="/ppt/notesMasters/notesMaster1.xml" Id="R0673e12e941048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137f677f994a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150debbff546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3a3e85aa0840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f97562fd0046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6fe3ace77b43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1c3ef0498f4d4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2f535145915482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4f0ca5dfded454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e946fd060245e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a8b6fb26f841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d1f87f0e33d4f0c"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0"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80955e320241fc" /><Relationship Type="http://schemas.openxmlformats.org/officeDocument/2006/relationships/slideLayout" Target="/ppt/slideLayouts/slideLayout1.xml" Id="R3fa31d3771894142" /><Relationship Type="http://schemas.openxmlformats.org/officeDocument/2006/relationships/slideLayout" Target="/ppt/slideLayouts/slideLayout2.xml" Id="R3a61e17377d2467c" /><Relationship Type="http://schemas.openxmlformats.org/officeDocument/2006/relationships/slideLayout" Target="/ppt/slideLayouts/slideLayout3.xml" Id="R7ebc6f74c1bb4054" /><Relationship Type="http://schemas.openxmlformats.org/officeDocument/2006/relationships/slideLayout" Target="/ppt/slideLayouts/slideLayout4.xml" Id="R98e77b16d1364a7d" /><Relationship Type="http://schemas.openxmlformats.org/officeDocument/2006/relationships/slideLayout" Target="/ppt/slideLayouts/slideLayout5.xml" Id="Rf6c5774c49fd4a35" /><Relationship Type="http://schemas.openxmlformats.org/officeDocument/2006/relationships/slideLayout" Target="/ppt/slideLayouts/slideLayout6.xml" Id="R26bba8d3664c40be" /><Relationship Type="http://schemas.openxmlformats.org/officeDocument/2006/relationships/slideLayout" Target="/ppt/slideLayouts/slideLayout7.xml" Id="R7a6cfc25c45c4eb8" /><Relationship Type="http://schemas.openxmlformats.org/officeDocument/2006/relationships/slideLayout" Target="/ppt/slideLayouts/slideLayout8.xml" Id="R795534260cb3450e" /><Relationship Type="http://schemas.openxmlformats.org/officeDocument/2006/relationships/slideLayout" Target="/ppt/slideLayouts/slideLayout9.xml" Id="Re60a5502ef414205" /><Relationship Type="http://schemas.openxmlformats.org/officeDocument/2006/relationships/slideLayout" Target="/ppt/slideLayouts/slideLayout10.xml" Id="R7b3651b5ea054e97" /><Relationship Type="http://schemas.openxmlformats.org/officeDocument/2006/relationships/slideLayout" Target="/ppt/slideLayouts/slideLayout11.xml" Id="R082fb3ef44424395"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fa31d3771894142"/>
    <p:sldLayoutId xmlns:r="http://schemas.openxmlformats.org/officeDocument/2006/relationships" id="2147483650" r:id="R3a61e17377d2467c"/>
    <p:sldLayoutId xmlns:r="http://schemas.openxmlformats.org/officeDocument/2006/relationships" id="2147483651" r:id="R7ebc6f74c1bb4054"/>
    <p:sldLayoutId xmlns:r="http://schemas.openxmlformats.org/officeDocument/2006/relationships" id="2147483652" r:id="R98e77b16d1364a7d"/>
    <p:sldLayoutId xmlns:r="http://schemas.openxmlformats.org/officeDocument/2006/relationships" id="2147483653" r:id="Rf6c5774c49fd4a35"/>
    <p:sldLayoutId xmlns:r="http://schemas.openxmlformats.org/officeDocument/2006/relationships" id="2147483654" r:id="R26bba8d3664c40be"/>
    <p:sldLayoutId xmlns:r="http://schemas.openxmlformats.org/officeDocument/2006/relationships" id="2147483655" r:id="R7a6cfc25c45c4eb8"/>
    <p:sldLayoutId xmlns:r="http://schemas.openxmlformats.org/officeDocument/2006/relationships" id="2147483656" r:id="R795534260cb3450e"/>
    <p:sldLayoutId xmlns:r="http://schemas.openxmlformats.org/officeDocument/2006/relationships" id="2147483657" r:id="Re60a5502ef414205"/>
    <p:sldLayoutId xmlns:r="http://schemas.openxmlformats.org/officeDocument/2006/relationships" id="2147483658" r:id="R7b3651b5ea054e97"/>
    <p:sldLayoutId xmlns:r="http://schemas.openxmlformats.org/officeDocument/2006/relationships" id="2147483659" r:id="R082fb3ef44424395"/>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f1d9db33874cc1" /><Relationship Type="http://schemas.openxmlformats.org/officeDocument/2006/relationships/image" Target="/ppt/media/image.png" Id="Rbf889d28cbcd4ba8" /><Relationship Type="http://schemas.openxmlformats.org/officeDocument/2006/relationships/image" Target="/ppt/media/image2.png" Id="R447195b90ae9443c" /><Relationship Type="http://schemas.openxmlformats.org/officeDocument/2006/relationships/notesSlide" Target="/ppt/notesSlides/notesSlide1.xml" Id="R0e5c75d4ad724a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9b931979214ede" /><Relationship Type="http://schemas.openxmlformats.org/officeDocument/2006/relationships/image" Target="/ppt/media/image.jpeg" Id="R2593a4a4ef674af9" /><Relationship Type="http://schemas.openxmlformats.org/officeDocument/2006/relationships/image" Target="/ppt/media/image3.png" Id="R93875d7f233544af" /><Relationship Type="http://schemas.openxmlformats.org/officeDocument/2006/relationships/notesSlide" Target="/ppt/notesSlides/notesSlide2.xml" Id="R50cbf491029040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735bf2d7581446b" /><Relationship Type="http://schemas.openxmlformats.org/officeDocument/2006/relationships/image" Target="/ppt/media/image2.jpeg" Id="R94d70e9ec5e74115" /><Relationship Type="http://schemas.openxmlformats.org/officeDocument/2006/relationships/image" Target="/ppt/media/image2.png" Id="Ra8bb1a3509234f41" /><Relationship Type="http://schemas.openxmlformats.org/officeDocument/2006/relationships/image" Target="/ppt/media/image4.png" Id="Rbb1a6d89902e472e" /><Relationship Type="http://schemas.openxmlformats.org/officeDocument/2006/relationships/image" Target="/ppt/media/image5.png" Id="R8ba95c06de254133" /><Relationship Type="http://schemas.openxmlformats.org/officeDocument/2006/relationships/notesSlide" Target="/ppt/notesSlides/notesSlide3.xml" Id="R310c02146ecb49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0209ee49cb4bc5" /><Relationship Type="http://schemas.openxmlformats.org/officeDocument/2006/relationships/image" Target="/ppt/media/image2.jpeg" Id="R1bd424417f1b4f59" /><Relationship Type="http://schemas.openxmlformats.org/officeDocument/2006/relationships/image" Target="/ppt/media/image2.png" Id="Rf3d1b7aeee784262" /><Relationship Type="http://schemas.openxmlformats.org/officeDocument/2006/relationships/image" Target="/ppt/media/image6.png" Id="R8f8cf410b55a4cc6" /><Relationship Type="http://schemas.openxmlformats.org/officeDocument/2006/relationships/notesSlide" Target="/ppt/notesSlides/notesSlide4.xml" Id="R677f52c458ba45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86a780a3b04b97" /><Relationship Type="http://schemas.openxmlformats.org/officeDocument/2006/relationships/image" Target="/ppt/media/image2.jpeg" Id="R4bd513be3389428b" /><Relationship Type="http://schemas.openxmlformats.org/officeDocument/2006/relationships/image" Target="/ppt/media/image2.png" Id="Rcdf3b943e1854501" /><Relationship Type="http://schemas.openxmlformats.org/officeDocument/2006/relationships/notesSlide" Target="/ppt/notesSlides/notesSlide5.xml" Id="Rc9f18bad14424d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c506e5c4a64fff" /><Relationship Type="http://schemas.openxmlformats.org/officeDocument/2006/relationships/image" Target="/ppt/media/image2.jpeg" Id="R6316abd1ad4d437b" /><Relationship Type="http://schemas.openxmlformats.org/officeDocument/2006/relationships/image" Target="/ppt/media/image2.png" Id="R760eed74568046a1" /><Relationship Type="http://schemas.openxmlformats.org/officeDocument/2006/relationships/notesSlide" Target="/ppt/notesSlides/notesSlide6.xml" Id="Ra19bf30fcccb40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3d28a8542244b4" /><Relationship Type="http://schemas.openxmlformats.org/officeDocument/2006/relationships/image" Target="/ppt/media/image2.jpeg" Id="R9ed34d08693e4b4c" /><Relationship Type="http://schemas.openxmlformats.org/officeDocument/2006/relationships/image" Target="/ppt/media/image2.png" Id="Rf8f8864f882c4a67" /><Relationship Type="http://schemas.openxmlformats.org/officeDocument/2006/relationships/chart" Target="/ppt/slides/charts/chart1.xml" Id="R6663e33408ca41e5" /><Relationship Type="http://schemas.openxmlformats.org/officeDocument/2006/relationships/notesSlide" Target="/ppt/notesSlides/notesSlide7.xml" Id="R19934c81ce1741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18af068fd94feb" /><Relationship Type="http://schemas.openxmlformats.org/officeDocument/2006/relationships/image" Target="/ppt/media/image2.jpeg" Id="Rf64237d1a8cb4518" /><Relationship Type="http://schemas.openxmlformats.org/officeDocument/2006/relationships/image" Target="/ppt/media/image2.png" Id="R41ceb3cdd0774cdd" /><Relationship Type="http://schemas.openxmlformats.org/officeDocument/2006/relationships/notesSlide" Target="/ppt/notesSlides/notesSlide8.xml" Id="R91248ba5ac1542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1c508f09794e48" /><Relationship Type="http://schemas.openxmlformats.org/officeDocument/2006/relationships/image" Target="/ppt/media/image2.jpeg" Id="R0e4318d017a847aa" /><Relationship Type="http://schemas.openxmlformats.org/officeDocument/2006/relationships/image" Target="/ppt/media/image2.png" Id="R4d77734d7e314e08" /><Relationship Type="http://schemas.openxmlformats.org/officeDocument/2006/relationships/notesSlide" Target="/ppt/notesSlides/notesSlide9.xml" Id="Rcf80f873be7642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c1f4b6f96c84dda" /><Relationship Type="http://schemas.openxmlformats.org/officeDocument/2006/relationships/image" Target="/ppt/media/image2.jpeg" Id="R497545489c0c4f09" /><Relationship Type="http://schemas.openxmlformats.org/officeDocument/2006/relationships/image" Target="/ppt/media/image2.png" Id="Ra0dd5478c00b4951" /><Relationship Type="http://schemas.openxmlformats.org/officeDocument/2006/relationships/image" Target="/ppt/media/image4.png" Id="R297a9bd6ea284a9f" /><Relationship Type="http://schemas.openxmlformats.org/officeDocument/2006/relationships/image" Target="/ppt/media/image7.png" Id="R4948343a49374efa" /><Relationship Type="http://schemas.openxmlformats.org/officeDocument/2006/relationships/notesSlide" Target="/ppt/notesSlides/notesSlide10.xml" Id="R983f35504e684d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5893a58024432f" /><Relationship Type="http://schemas.openxmlformats.org/officeDocument/2006/relationships/image" Target="/ppt/media/image2.jpeg" Id="R33fb4eef156449bf" /><Relationship Type="http://schemas.openxmlformats.org/officeDocument/2006/relationships/image" Target="/ppt/media/image2.png" Id="Re3e04e97c6ba4c30" /><Relationship Type="http://schemas.openxmlformats.org/officeDocument/2006/relationships/notesSlide" Target="/ppt/notesSlides/notesSlide11.xml" Id="R8f58e946e0884c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09072b891674703" /><Relationship Type="http://schemas.openxmlformats.org/officeDocument/2006/relationships/image" Target="/ppt/media/image3.jpeg" Id="Rfb5c311028e54633" /><Relationship Type="http://schemas.openxmlformats.org/officeDocument/2006/relationships/image" Target="/ppt/media/image8.png" Id="Rcabecd8ec1fc4d37" /><Relationship Type="http://schemas.openxmlformats.org/officeDocument/2006/relationships/notesSlide" Target="/ppt/notesSlides/notesSlide12.xml" Id="Rfe3f15ab487949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6b00dccc3c4e47" /><Relationship Type="http://schemas.openxmlformats.org/officeDocument/2006/relationships/image" Target="/ppt/media/image2.jpeg" Id="R92d40993f6fe4800" /><Relationship Type="http://schemas.openxmlformats.org/officeDocument/2006/relationships/image" Target="/ppt/media/image2.png" Id="R957078ed77b64c74" /><Relationship Type="http://schemas.openxmlformats.org/officeDocument/2006/relationships/notesSlide" Target="/ppt/notesSlides/notesSlide13.xml" Id="R4c96c4b692eb4c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2591555e0a475c" /><Relationship Type="http://schemas.openxmlformats.org/officeDocument/2006/relationships/image" Target="/ppt/media/image2.jpeg" Id="R726b558079094fd3" /><Relationship Type="http://schemas.openxmlformats.org/officeDocument/2006/relationships/image" Target="/ppt/media/image2.png" Id="Rb553ab645bae486e" /><Relationship Type="http://schemas.openxmlformats.org/officeDocument/2006/relationships/notesSlide" Target="/ppt/notesSlides/notesSlide14.xml" Id="R3f4c63739ad348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702dbd16e554664" /><Relationship Type="http://schemas.openxmlformats.org/officeDocument/2006/relationships/image" Target="/ppt/media/image2.jpeg" Id="R53f296ef8fc44615" /><Relationship Type="http://schemas.openxmlformats.org/officeDocument/2006/relationships/image" Target="/ppt/media/image2.png" Id="Rd608c38b5e1a4b3a" /><Relationship Type="http://schemas.openxmlformats.org/officeDocument/2006/relationships/image" Target="/ppt/media/image4.png" Id="Rc4f846a1bee54ef1" /><Relationship Type="http://schemas.openxmlformats.org/officeDocument/2006/relationships/image" Target="/ppt/media/image9.png" Id="R9ba0f72937cd47fc" /><Relationship Type="http://schemas.openxmlformats.org/officeDocument/2006/relationships/notesSlide" Target="/ppt/notesSlides/notesSlide15.xml" Id="Rccbb834d946e4c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db5e45c44f4b10" /><Relationship Type="http://schemas.openxmlformats.org/officeDocument/2006/relationships/image" Target="/ppt/media/image2.jpeg" Id="R19d990f3776445a6" /><Relationship Type="http://schemas.openxmlformats.org/officeDocument/2006/relationships/image" Target="/ppt/media/image2.png" Id="R41ec043e7b2c45ee" /><Relationship Type="http://schemas.openxmlformats.org/officeDocument/2006/relationships/image" Target="/ppt/media/image10.png" Id="R59192b91a240456c" /><Relationship Type="http://schemas.openxmlformats.org/officeDocument/2006/relationships/notesSlide" Target="/ppt/notesSlides/notesSlide16.xml" Id="R842c3725788c4c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3195e9adc3249f6" /><Relationship Type="http://schemas.openxmlformats.org/officeDocument/2006/relationships/image" Target="/ppt/media/image2.jpeg" Id="Rb7faf0b7462441ab" /><Relationship Type="http://schemas.openxmlformats.org/officeDocument/2006/relationships/image" Target="/ppt/media/image2.png" Id="R1bed2dd8d5c3432c" /><Relationship Type="http://schemas.openxmlformats.org/officeDocument/2006/relationships/notesSlide" Target="/ppt/notesSlides/notesSlide17.xml" Id="R40a3168381c948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2167aa52ae4ec5" /><Relationship Type="http://schemas.openxmlformats.org/officeDocument/2006/relationships/image" Target="/ppt/media/image2.jpeg" Id="Re32a45847a3f4e8f" /><Relationship Type="http://schemas.openxmlformats.org/officeDocument/2006/relationships/image" Target="/ppt/media/image2.png" Id="R142cc3b1b4ee4975" /><Relationship Type="http://schemas.openxmlformats.org/officeDocument/2006/relationships/notesSlide" Target="/ppt/notesSlides/notesSlide18.xml" Id="R3b5e1cfe17f346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2490831f3284a99" /><Relationship Type="http://schemas.openxmlformats.org/officeDocument/2006/relationships/image" Target="/ppt/media/image2.jpeg" Id="Rd892aaa841724808" /><Relationship Type="http://schemas.openxmlformats.org/officeDocument/2006/relationships/image" Target="/ppt/media/image2.png" Id="R0f627c905fd3466e" /><Relationship Type="http://schemas.openxmlformats.org/officeDocument/2006/relationships/notesSlide" Target="/ppt/notesSlides/notesSlide19.xml" Id="R3b93393b420841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5acf924a4a742f6" /><Relationship Type="http://schemas.openxmlformats.org/officeDocument/2006/relationships/image" Target="/ppt/media/image2.jpeg" Id="R69090ed713ab4d98" /><Relationship Type="http://schemas.openxmlformats.org/officeDocument/2006/relationships/image" Target="/ppt/media/image2.png" Id="R5f8e02f640fa4c4e" /><Relationship Type="http://schemas.openxmlformats.org/officeDocument/2006/relationships/notesSlide" Target="/ppt/notesSlides/notesSlide20.xml" Id="R54f426cc1d5040e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f0b96a374744198" /><Relationship Type="http://schemas.openxmlformats.org/officeDocument/2006/relationships/image" Target="/ppt/media/image2.jpeg" Id="R9136583b086843c0" /><Relationship Type="http://schemas.openxmlformats.org/officeDocument/2006/relationships/image" Target="/ppt/media/image2.png" Id="Rbf03a2e01f6d4c57" /><Relationship Type="http://schemas.openxmlformats.org/officeDocument/2006/relationships/notesSlide" Target="/ppt/notesSlides/notesSlide21.xml" Id="Rb72caa1a5faa4d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bef7f077876470d" /><Relationship Type="http://schemas.openxmlformats.org/officeDocument/2006/relationships/image" Target="/ppt/media/image2.jpeg" Id="Ra0b18cc8a72a4dd9" /><Relationship Type="http://schemas.openxmlformats.org/officeDocument/2006/relationships/image" Target="/ppt/media/image2.png" Id="Re7bd0f61b01e4b7f" /><Relationship Type="http://schemas.openxmlformats.org/officeDocument/2006/relationships/image" Target="/ppt/media/image4.png" Id="R8ad24eb053ac4601" /><Relationship Type="http://schemas.openxmlformats.org/officeDocument/2006/relationships/image" Target="/ppt/media/image11.png" Id="R468a3edbdc9e4173" /><Relationship Type="http://schemas.openxmlformats.org/officeDocument/2006/relationships/notesSlide" Target="/ppt/notesSlides/notesSlide22.xml" Id="R71af7e009cda447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8fe38dba6fd4e48" /><Relationship Type="http://schemas.openxmlformats.org/officeDocument/2006/relationships/image" Target="/ppt/media/image2.jpeg" Id="R247c4c3be68a40c2" /><Relationship Type="http://schemas.openxmlformats.org/officeDocument/2006/relationships/image" Target="/ppt/media/image2.png" Id="Rbe3ef0e19cb74072" /><Relationship Type="http://schemas.openxmlformats.org/officeDocument/2006/relationships/notesSlide" Target="/ppt/notesSlides/notesSlide23.xml" Id="R818ae3ff7e4340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55a4c5e897c4c5b" /><Relationship Type="http://schemas.openxmlformats.org/officeDocument/2006/relationships/image" Target="/ppt/media/image2.jpeg" Id="R51893b3d00e24f75" /><Relationship Type="http://schemas.openxmlformats.org/officeDocument/2006/relationships/image" Target="/ppt/media/image2.png" Id="Raf45387b8a544f84" /><Relationship Type="http://schemas.openxmlformats.org/officeDocument/2006/relationships/chart" Target="/ppt/slides/charts/chart2.xml" Id="R306d1872a110432d" /><Relationship Type="http://schemas.openxmlformats.org/officeDocument/2006/relationships/notesSlide" Target="/ppt/notesSlides/notesSlide24.xml" Id="Rbeb97aa2d3da4ef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f349be40bf54093" /><Relationship Type="http://schemas.openxmlformats.org/officeDocument/2006/relationships/image" Target="/ppt/media/image2.jpeg" Id="Recb8ae1126f042e2" /><Relationship Type="http://schemas.openxmlformats.org/officeDocument/2006/relationships/image" Target="/ppt/media/image2.png" Id="R8b198d44d85445bb" /><Relationship Type="http://schemas.openxmlformats.org/officeDocument/2006/relationships/image" Target="/ppt/media/image12.png" Id="R6a0ce5269f5e4664" /><Relationship Type="http://schemas.openxmlformats.org/officeDocument/2006/relationships/image" Target="/ppt/media/image13.png" Id="R74dd3cf7b5a84d14" /><Relationship Type="http://schemas.openxmlformats.org/officeDocument/2006/relationships/notesSlide" Target="/ppt/notesSlides/notesSlide25.xml" Id="R4d721ee06d28433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3a3ca8dc1354ce3" /><Relationship Type="http://schemas.openxmlformats.org/officeDocument/2006/relationships/image" Target="/ppt/media/image2.jpeg" Id="Rc3b860ece0244c77" /><Relationship Type="http://schemas.openxmlformats.org/officeDocument/2006/relationships/image" Target="/ppt/media/image2.png" Id="Rcb74d96cfa2a43e4" /><Relationship Type="http://schemas.openxmlformats.org/officeDocument/2006/relationships/image" Target="/ppt/media/image4.png" Id="R477c5536b9b4417e" /><Relationship Type="http://schemas.openxmlformats.org/officeDocument/2006/relationships/image" Target="/ppt/media/image14.png" Id="Rc60cce9fbcc94751" /><Relationship Type="http://schemas.openxmlformats.org/officeDocument/2006/relationships/notesSlide" Target="/ppt/notesSlides/notesSlide26.xml" Id="R93b6cc071fa94cd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31648bfb11b42d9" /><Relationship Type="http://schemas.openxmlformats.org/officeDocument/2006/relationships/image" Target="/ppt/media/image2.jpeg" Id="R41b5531eab304af1" /><Relationship Type="http://schemas.openxmlformats.org/officeDocument/2006/relationships/image" Target="/ppt/media/image2.png" Id="Rddfddf5063674467" /><Relationship Type="http://schemas.openxmlformats.org/officeDocument/2006/relationships/notesSlide" Target="/ppt/notesSlides/notesSlide27.xml" Id="R9365fa82c92b4d7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a1838eff32a4c63" /><Relationship Type="http://schemas.openxmlformats.org/officeDocument/2006/relationships/image" Target="/ppt/media/image2.jpeg" Id="R66c29ca614a440f5" /><Relationship Type="http://schemas.openxmlformats.org/officeDocument/2006/relationships/image" Target="/ppt/media/image2.png" Id="Ra93fa524741243fb" /><Relationship Type="http://schemas.openxmlformats.org/officeDocument/2006/relationships/notesSlide" Target="/ppt/notesSlides/notesSlide28.xml" Id="R1250a71d39ad487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c9400e0f2374240" /><Relationship Type="http://schemas.openxmlformats.org/officeDocument/2006/relationships/image" Target="/ppt/media/image2.jpeg" Id="R681b2a66be814027" /><Relationship Type="http://schemas.openxmlformats.org/officeDocument/2006/relationships/image" Target="/ppt/media/image2.png" Id="Rabf2cbdc1cd24fd0" /><Relationship Type="http://schemas.openxmlformats.org/officeDocument/2006/relationships/notesSlide" Target="/ppt/notesSlides/notesSlide29.xml" Id="Rb5e1ef8898f749c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dbbcfd386fd4595" /><Relationship Type="http://schemas.openxmlformats.org/officeDocument/2006/relationships/image" Target="/ppt/media/image2.jpeg" Id="Rfd865a25822540f1" /><Relationship Type="http://schemas.openxmlformats.org/officeDocument/2006/relationships/image" Target="/ppt/media/image2.png" Id="R3295c51ea4a74603" /><Relationship Type="http://schemas.openxmlformats.org/officeDocument/2006/relationships/notesSlide" Target="/ppt/notesSlides/notesSlide30.xml" Id="R3733700698a749e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3a5f1d5ae3b49c5" /><Relationship Type="http://schemas.openxmlformats.org/officeDocument/2006/relationships/image" Target="/ppt/media/image2.jpeg" Id="Rfd009f8d33e34753" /><Relationship Type="http://schemas.openxmlformats.org/officeDocument/2006/relationships/image" Target="/ppt/media/image2.png" Id="Ra35a2caf469b49a8" /><Relationship Type="http://schemas.openxmlformats.org/officeDocument/2006/relationships/notesSlide" Target="/ppt/notesSlides/notesSlide31.xml" Id="Rf8de80edeb3c49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5d608a2621240ab" /><Relationship Type="http://schemas.openxmlformats.org/officeDocument/2006/relationships/image" Target="/ppt/media/image2.jpeg" Id="Re78daa1fa34f4506" /><Relationship Type="http://schemas.openxmlformats.org/officeDocument/2006/relationships/image" Target="/ppt/media/image2.png" Id="R75141ceb04a04a7a" /><Relationship Type="http://schemas.openxmlformats.org/officeDocument/2006/relationships/notesSlide" Target="/ppt/notesSlides/notesSlide32.xml" Id="R7e9be5552f38407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1311580dd604451" /><Relationship Type="http://schemas.openxmlformats.org/officeDocument/2006/relationships/image" Target="/ppt/media/image2.jpeg" Id="Ra06eb8214d64436a" /><Relationship Type="http://schemas.openxmlformats.org/officeDocument/2006/relationships/image" Target="/ppt/media/image2.png" Id="Rabf6326deb1e4b03" /><Relationship Type="http://schemas.openxmlformats.org/officeDocument/2006/relationships/notesSlide" Target="/ppt/notesSlides/notesSlide33.xml" Id="R4a76aa6a7758492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1232612206a4188" /><Relationship Type="http://schemas.openxmlformats.org/officeDocument/2006/relationships/image" Target="/ppt/media/image2.jpeg" Id="R2d6b378ef42148ed" /><Relationship Type="http://schemas.openxmlformats.org/officeDocument/2006/relationships/image" Target="/ppt/media/image2.png" Id="R1301c01632c34625" /><Relationship Type="http://schemas.openxmlformats.org/officeDocument/2006/relationships/notesSlide" Target="/ppt/notesSlides/notesSlide34.xml" Id="R162b11d359cd469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27238c77d7e4497" /><Relationship Type="http://schemas.openxmlformats.org/officeDocument/2006/relationships/image" Target="/ppt/media/image2.jpeg" Id="R46127afd7dd842f8" /><Relationship Type="http://schemas.openxmlformats.org/officeDocument/2006/relationships/image" Target="/ppt/media/image2.png" Id="Rb2bd5bc366374919" /><Relationship Type="http://schemas.openxmlformats.org/officeDocument/2006/relationships/image" Target="/ppt/media/image15.png" Id="R2c1cd7cf09334060" /><Relationship Type="http://schemas.openxmlformats.org/officeDocument/2006/relationships/notesSlide" Target="/ppt/notesSlides/notesSlide35.xml" Id="R75c00aa574be490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a3d7db58d9824756" /><Relationship Type="http://schemas.openxmlformats.org/officeDocument/2006/relationships/image" Target="/ppt/media/image2.jpeg" Id="R6248530eb7ed4499" /><Relationship Type="http://schemas.openxmlformats.org/officeDocument/2006/relationships/image" Target="/ppt/media/image.gif" Id="Re882bf47ef874f1c" /><Relationship Type="http://schemas.openxmlformats.org/officeDocument/2006/relationships/image" Target="/ppt/media/image2.png" Id="Rd3f978614b3a46d0" /><Relationship Type="http://schemas.openxmlformats.org/officeDocument/2006/relationships/notesSlide" Target="/ppt/notesSlides/notesSlide36.xml" Id="R0d26e872bd004341"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bf889d28cbcd4ba8">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447195b90ae9443c">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593a4a4ef674af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3875d7f233544a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5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94d70e9ec5e7411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a8bb1a3509234f4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6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bb1a6d89902e472e">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6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8ba95c06de254133">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6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bd424417f1b4f5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3d1b7aeee78426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8f8cf410b55a4cc6"/>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bd513be338942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f3b943e185450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316abd1ad4d437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60eed74568046a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4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ed34d08693e4b4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8f8864f882c4a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8"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6663e33408ca41e5"/>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64237d1a8cb451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ceb3cdd0774cd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e4318d017a847a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d77734d7e314e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2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497545489c0c4f0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3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a0dd5478c00b49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3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297a9bd6ea284a9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3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4948343a49374efa">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3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fb4eef156449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e04e97c6ba4c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b5c311028e5463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abecd8ec1fc4d3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2d40993f6fe480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57078ed77b64c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26b558079094fd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53ab645bae48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37"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53f296ef8fc4461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38"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d608c38b5e1a4b3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39"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c4f846a1bee54ef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41"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9ba0f72937cd47fc">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45"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9d990f3776445a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ec043e7b2c45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59192b91a240456c"/>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7faf0b7462441a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bed2dd8d5c3432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32a45847a3f4e8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2cc3b1b4ee497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92aaa8417248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f627c905fd346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9090ed713ab4d9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f8e02f640fa4c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136583b086843c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03a2e01f6d4c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4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a0b18cc8a72a4d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4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e7bd0f61b01e4b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4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8ad24eb053ac4601">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5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468a3edbdc9e4173">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5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47c4c3be68a40c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e3ef0e19cb740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1893b3d00e24f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f45387b8a544f8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06d1872a110432d"/>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cb8ae1126f042e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b198d44d85445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6a0ce5269f5e4664"/>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74dd3cf7b5a84d14"/>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588"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c3b860ece0244c7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89"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cb74d96cfa2a43e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90"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477c5536b9b4417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92"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c60cce9fbcc94751">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94"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b5531eab304af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dfddf50636744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6c29ca614a440f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3fa524741243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1b2a66be8140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f2cbdc1cd24fd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d865a25822540f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295c51ea4a7460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d009f8d33e347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5a2caf469b49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78daa1fa34f45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5141ceb04a04a7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06eb8214d6443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f6326deb1e4b0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6b378ef42148e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301c01632c3462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6127afd7dd842f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2bd5bc36637491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2c1cd7cf09334060">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6248530eb7ed44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e882bf47ef874f1c">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3f978614b3a46d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2026-09-24T01:40:32.9730000Z</dcterms:created>
  <dcterms:modified xsi:type="dcterms:W3CDTF">2026-09-24T01:40:32.9730000Z</dcterms:modified>
</coreProperties>
</file>