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009cbf387544ba" /><Relationship Type="http://schemas.openxmlformats.org/officeDocument/2006/relationships/extended-properties" Target="/docProps/app.xml" Id="Ra079f0712fd04f6d" /><Relationship Type="http://schemas.openxmlformats.org/officeDocument/2006/relationships/officeDocument" Target="/ppt/presentation.xml" Id="R5f98cef4908c4f50" /></Relationships>
</file>

<file path=ppt/presentation.xml><?xml version="1.0" encoding="utf-8"?>
<p:presentation xmlns:p="http://schemas.openxmlformats.org/presentationml/2006/main">
  <p:sldMasterIdLst>
    <p:sldMasterId xmlns:r="http://schemas.openxmlformats.org/officeDocument/2006/relationships" id="2147483648" r:id="Rda7cf8a365164045"/>
  </p:sldMasterIdLst>
  <p:notesMasterIdLst>
    <p:notesMasterId xmlns:r="http://schemas.openxmlformats.org/officeDocument/2006/relationships" r:id="Raac2472803794c3c"/>
  </p:notesMasterIdLst>
  <p:sldIdLst>
    <p:sldId xmlns:r="http://schemas.openxmlformats.org/officeDocument/2006/relationships" id="256" r:id="R769a1a8c08864364"/>
    <p:sldId xmlns:r="http://schemas.openxmlformats.org/officeDocument/2006/relationships" id="257" r:id="R93e857b1e70d4a3b"/>
    <p:sldId xmlns:r="http://schemas.openxmlformats.org/officeDocument/2006/relationships" id="258" r:id="R49d0538b5f2c4c95"/>
    <p:sldId xmlns:r="http://schemas.openxmlformats.org/officeDocument/2006/relationships" id="259" r:id="R2937a96321574a9f"/>
    <p:sldId xmlns:r="http://schemas.openxmlformats.org/officeDocument/2006/relationships" id="260" r:id="R1007157fab904d98"/>
    <p:sldId xmlns:r="http://schemas.openxmlformats.org/officeDocument/2006/relationships" id="261" r:id="R7d7b5bc7644d4319"/>
    <p:sldId xmlns:r="http://schemas.openxmlformats.org/officeDocument/2006/relationships" id="262" r:id="R73458bdcbfcb43ec"/>
    <p:sldId xmlns:r="http://schemas.openxmlformats.org/officeDocument/2006/relationships" id="263" r:id="R0ce760342f2f47ee"/>
    <p:sldId xmlns:r="http://schemas.openxmlformats.org/officeDocument/2006/relationships" id="264" r:id="R12abd3ab9b0c49f5"/>
    <p:sldId xmlns:r="http://schemas.openxmlformats.org/officeDocument/2006/relationships" id="265" r:id="R801072dd1d5048cf"/>
    <p:sldId xmlns:r="http://schemas.openxmlformats.org/officeDocument/2006/relationships" id="266" r:id="R05d137428b814963"/>
    <p:sldId xmlns:r="http://schemas.openxmlformats.org/officeDocument/2006/relationships" id="267" r:id="R7f776dff06c94a49"/>
    <p:sldId xmlns:r="http://schemas.openxmlformats.org/officeDocument/2006/relationships" id="268" r:id="Ra938169ba8e24c0d"/>
    <p:sldId xmlns:r="http://schemas.openxmlformats.org/officeDocument/2006/relationships" id="269" r:id="R3efd2ccc4442485b"/>
    <p:sldId xmlns:r="http://schemas.openxmlformats.org/officeDocument/2006/relationships" id="270" r:id="Ra9bc11a0aad54d16"/>
    <p:sldId xmlns:r="http://schemas.openxmlformats.org/officeDocument/2006/relationships" id="271" r:id="R9574f4a2fb994e5a"/>
    <p:sldId xmlns:r="http://schemas.openxmlformats.org/officeDocument/2006/relationships" id="272" r:id="Radbd8417db59432d"/>
    <p:sldId xmlns:r="http://schemas.openxmlformats.org/officeDocument/2006/relationships" id="273" r:id="R2426f60c8a9b4c13"/>
    <p:sldId xmlns:r="http://schemas.openxmlformats.org/officeDocument/2006/relationships" id="274" r:id="R2c8177f117784c14"/>
    <p:sldId xmlns:r="http://schemas.openxmlformats.org/officeDocument/2006/relationships" id="275" r:id="R3f72f3ed1d95457b"/>
    <p:sldId xmlns:r="http://schemas.openxmlformats.org/officeDocument/2006/relationships" id="276" r:id="R252c6775277b4fa4"/>
    <p:sldId xmlns:r="http://schemas.openxmlformats.org/officeDocument/2006/relationships" id="277" r:id="R36dc5464bcac43e9"/>
    <p:sldId xmlns:r="http://schemas.openxmlformats.org/officeDocument/2006/relationships" id="278" r:id="R8637144a0ce94e84"/>
    <p:sldId xmlns:r="http://schemas.openxmlformats.org/officeDocument/2006/relationships" id="279" r:id="Rc3d4ff2f28764983"/>
    <p:sldId xmlns:r="http://schemas.openxmlformats.org/officeDocument/2006/relationships" id="280" r:id="R730798af1b734d24"/>
    <p:sldId xmlns:r="http://schemas.openxmlformats.org/officeDocument/2006/relationships" id="281" r:id="R926e0455e4a94f64"/>
    <p:sldId xmlns:r="http://schemas.openxmlformats.org/officeDocument/2006/relationships" id="282" r:id="R8e7428e5e81046c5"/>
    <p:sldId xmlns:r="http://schemas.openxmlformats.org/officeDocument/2006/relationships" id="283" r:id="Rc1bcac716e2e4664"/>
    <p:sldId xmlns:r="http://schemas.openxmlformats.org/officeDocument/2006/relationships" id="284" r:id="R54449d9517a5450d"/>
    <p:sldId xmlns:r="http://schemas.openxmlformats.org/officeDocument/2006/relationships" id="285" r:id="Ra641f9b55f124922"/>
    <p:sldId xmlns:r="http://schemas.openxmlformats.org/officeDocument/2006/relationships" id="286" r:id="R9c19149f98b34613"/>
    <p:sldId xmlns:r="http://schemas.openxmlformats.org/officeDocument/2006/relationships" id="287" r:id="R377d4788ae084189"/>
    <p:sldId xmlns:r="http://schemas.openxmlformats.org/officeDocument/2006/relationships" id="288" r:id="R5062c22d10f24ac8"/>
    <p:sldId xmlns:r="http://schemas.openxmlformats.org/officeDocument/2006/relationships" id="289" r:id="R578a48ffc1d74f2d"/>
    <p:sldId xmlns:r="http://schemas.openxmlformats.org/officeDocument/2006/relationships" id="290" r:id="R18e31ea5639d4e7f"/>
    <p:sldId xmlns:r="http://schemas.openxmlformats.org/officeDocument/2006/relationships" id="291" r:id="Ra61434d8c4fb4f13"/>
    <p:sldId xmlns:r="http://schemas.openxmlformats.org/officeDocument/2006/relationships" id="292" r:id="R8f28ac4b674a40cf"/>
    <p:sldId xmlns:r="http://schemas.openxmlformats.org/officeDocument/2006/relationships" id="293" r:id="R9e8382e14b6b4a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e7fc3e1c9dd4b1f" /><Relationship Type="http://schemas.openxmlformats.org/officeDocument/2006/relationships/slideMaster" Target="/ppt/slideMasters/slideMaster1.xml" Id="Rda7cf8a365164045" /><Relationship Type="http://schemas.openxmlformats.org/officeDocument/2006/relationships/notesMaster" Target="/ppt/notesMasters/notesMaster1.xml" Id="Raac2472803794c3c" /><Relationship Type="http://schemas.openxmlformats.org/officeDocument/2006/relationships/presProps" Target="/ppt/presProps.xml" Id="Rbdc8a288b71b4e76" /><Relationship Type="http://schemas.openxmlformats.org/officeDocument/2006/relationships/viewProps" Target="/ppt/viewProps.xml" Id="R4fa1c777fdc544d4" /><Relationship Type="http://schemas.openxmlformats.org/officeDocument/2006/relationships/tableStyles" Target="/ppt/tableStyles.xml" Id="R36a7e6f57f404ba2" /><Relationship Type="http://schemas.openxmlformats.org/officeDocument/2006/relationships/slide" Target="/ppt/slides/slide1.xml" Id="R769a1a8c08864364" /><Relationship Type="http://schemas.openxmlformats.org/officeDocument/2006/relationships/slide" Target="/ppt/slides/slide2.xml" Id="R93e857b1e70d4a3b" /><Relationship Type="http://schemas.openxmlformats.org/officeDocument/2006/relationships/slide" Target="/ppt/slides/slide3.xml" Id="R49d0538b5f2c4c95" /><Relationship Type="http://schemas.openxmlformats.org/officeDocument/2006/relationships/slide" Target="/ppt/slides/slide4.xml" Id="R2937a96321574a9f" /><Relationship Type="http://schemas.openxmlformats.org/officeDocument/2006/relationships/slide" Target="/ppt/slides/slide5.xml" Id="R1007157fab904d98" /><Relationship Type="http://schemas.openxmlformats.org/officeDocument/2006/relationships/slide" Target="/ppt/slides/slide6.xml" Id="R7d7b5bc7644d4319" /><Relationship Type="http://schemas.openxmlformats.org/officeDocument/2006/relationships/slide" Target="/ppt/slides/slide7.xml" Id="R73458bdcbfcb43ec" /><Relationship Type="http://schemas.openxmlformats.org/officeDocument/2006/relationships/slide" Target="/ppt/slides/slide8.xml" Id="R0ce760342f2f47ee" /><Relationship Type="http://schemas.openxmlformats.org/officeDocument/2006/relationships/slide" Target="/ppt/slides/slide9.xml" Id="R12abd3ab9b0c49f5" /><Relationship Type="http://schemas.openxmlformats.org/officeDocument/2006/relationships/slide" Target="/ppt/slides/slide10.xml" Id="R801072dd1d5048cf" /><Relationship Type="http://schemas.openxmlformats.org/officeDocument/2006/relationships/slide" Target="/ppt/slides/slide11.xml" Id="R05d137428b814963" /><Relationship Type="http://schemas.openxmlformats.org/officeDocument/2006/relationships/slide" Target="/ppt/slides/slide12.xml" Id="R7f776dff06c94a49" /><Relationship Type="http://schemas.openxmlformats.org/officeDocument/2006/relationships/slide" Target="/ppt/slides/slide13.xml" Id="Ra938169ba8e24c0d" /><Relationship Type="http://schemas.openxmlformats.org/officeDocument/2006/relationships/slide" Target="/ppt/slides/slide14.xml" Id="R3efd2ccc4442485b" /><Relationship Type="http://schemas.openxmlformats.org/officeDocument/2006/relationships/slide" Target="/ppt/slides/slide15.xml" Id="Ra9bc11a0aad54d16" /><Relationship Type="http://schemas.openxmlformats.org/officeDocument/2006/relationships/slide" Target="/ppt/slides/slide16.xml" Id="R9574f4a2fb994e5a" /><Relationship Type="http://schemas.openxmlformats.org/officeDocument/2006/relationships/slide" Target="/ppt/slides/slide17.xml" Id="Radbd8417db59432d" /><Relationship Type="http://schemas.openxmlformats.org/officeDocument/2006/relationships/slide" Target="/ppt/slides/slide18.xml" Id="R2426f60c8a9b4c13" /><Relationship Type="http://schemas.openxmlformats.org/officeDocument/2006/relationships/slide" Target="/ppt/slides/slide19.xml" Id="R2c8177f117784c14" /><Relationship Type="http://schemas.openxmlformats.org/officeDocument/2006/relationships/slide" Target="/ppt/slides/slide20.xml" Id="R3f72f3ed1d95457b" /><Relationship Type="http://schemas.openxmlformats.org/officeDocument/2006/relationships/slide" Target="/ppt/slides/slide21.xml" Id="R252c6775277b4fa4" /><Relationship Type="http://schemas.openxmlformats.org/officeDocument/2006/relationships/slide" Target="/ppt/slides/slide22.xml" Id="R36dc5464bcac43e9" /><Relationship Type="http://schemas.openxmlformats.org/officeDocument/2006/relationships/slide" Target="/ppt/slides/slide23.xml" Id="R8637144a0ce94e84" /><Relationship Type="http://schemas.openxmlformats.org/officeDocument/2006/relationships/slide" Target="/ppt/slides/slide24.xml" Id="Rc3d4ff2f28764983" /><Relationship Type="http://schemas.openxmlformats.org/officeDocument/2006/relationships/slide" Target="/ppt/slides/slide25.xml" Id="R730798af1b734d24" /><Relationship Type="http://schemas.openxmlformats.org/officeDocument/2006/relationships/slide" Target="/ppt/slides/slide26.xml" Id="R926e0455e4a94f64" /><Relationship Type="http://schemas.openxmlformats.org/officeDocument/2006/relationships/slide" Target="/ppt/slides/slide27.xml" Id="R8e7428e5e81046c5" /><Relationship Type="http://schemas.openxmlformats.org/officeDocument/2006/relationships/slide" Target="/ppt/slides/slide28.xml" Id="Rc1bcac716e2e4664" /><Relationship Type="http://schemas.openxmlformats.org/officeDocument/2006/relationships/slide" Target="/ppt/slides/slide29.xml" Id="R54449d9517a5450d" /><Relationship Type="http://schemas.openxmlformats.org/officeDocument/2006/relationships/slide" Target="/ppt/slides/slide30.xml" Id="Ra641f9b55f124922" /><Relationship Type="http://schemas.openxmlformats.org/officeDocument/2006/relationships/slide" Target="/ppt/slides/slide31.xml" Id="R9c19149f98b34613" /><Relationship Type="http://schemas.openxmlformats.org/officeDocument/2006/relationships/slide" Target="/ppt/slides/slide32.xml" Id="R377d4788ae084189" /><Relationship Type="http://schemas.openxmlformats.org/officeDocument/2006/relationships/slide" Target="/ppt/slides/slide33.xml" Id="R5062c22d10f24ac8" /><Relationship Type="http://schemas.openxmlformats.org/officeDocument/2006/relationships/slide" Target="/ppt/slides/slide34.xml" Id="R578a48ffc1d74f2d" /><Relationship Type="http://schemas.openxmlformats.org/officeDocument/2006/relationships/slide" Target="/ppt/slides/slide35.xml" Id="R18e31ea5639d4e7f" /><Relationship Type="http://schemas.openxmlformats.org/officeDocument/2006/relationships/slide" Target="/ppt/slides/slide36.xml" Id="Ra61434d8c4fb4f13" /><Relationship Type="http://schemas.openxmlformats.org/officeDocument/2006/relationships/slide" Target="/ppt/slides/slide37.xml" Id="R8f28ac4b674a40cf" /><Relationship Type="http://schemas.openxmlformats.org/officeDocument/2006/relationships/slide" Target="/ppt/slides/slide38.xml" Id="R9e8382e14b6b4a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8d83361b334e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8be269c12e45b4" /><Relationship Type="http://schemas.openxmlformats.org/officeDocument/2006/relationships/notesMaster" Target="/ppt/notesMasters/notesMaster1.xml" Id="R2f29f714289b4b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43a2a626844893" /><Relationship Type="http://schemas.openxmlformats.org/officeDocument/2006/relationships/notesMaster" Target="/ppt/notesMasters/notesMaster1.xml" Id="R8190fbf26ee642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aaed9912f24976" /><Relationship Type="http://schemas.openxmlformats.org/officeDocument/2006/relationships/notesMaster" Target="/ppt/notesMasters/notesMaster1.xml" Id="Rc37f111ffdf940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b048f1a36e4563" /><Relationship Type="http://schemas.openxmlformats.org/officeDocument/2006/relationships/notesMaster" Target="/ppt/notesMasters/notesMaster1.xml" Id="R45eba8e3031c43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5e324db6314bd4" /><Relationship Type="http://schemas.openxmlformats.org/officeDocument/2006/relationships/notesMaster" Target="/ppt/notesMasters/notesMaster1.xml" Id="Rc9a8ee15fea240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42b5c0256246b4" /><Relationship Type="http://schemas.openxmlformats.org/officeDocument/2006/relationships/notesMaster" Target="/ppt/notesMasters/notesMaster1.xml" Id="R5af4485f2bb64e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2351f00c4d4918" /><Relationship Type="http://schemas.openxmlformats.org/officeDocument/2006/relationships/notesMaster" Target="/ppt/notesMasters/notesMaster1.xml" Id="Rcf054132bf3a43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b6ae9816ee4f84" /><Relationship Type="http://schemas.openxmlformats.org/officeDocument/2006/relationships/notesMaster" Target="/ppt/notesMasters/notesMaster1.xml" Id="R60c4fc7214d94c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fca72e5b554d7a" /><Relationship Type="http://schemas.openxmlformats.org/officeDocument/2006/relationships/notesMaster" Target="/ppt/notesMasters/notesMaster1.xml" Id="Re0a9270f8a1447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1bb8e4b87142f0" /><Relationship Type="http://schemas.openxmlformats.org/officeDocument/2006/relationships/notesMaster" Target="/ppt/notesMasters/notesMaster1.xml" Id="R3bb8834a61b94d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45ab471f6844f8" /><Relationship Type="http://schemas.openxmlformats.org/officeDocument/2006/relationships/notesMaster" Target="/ppt/notesMasters/notesMaster1.xml" Id="Rcb1832eec3ab4a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883061a4e6493f" /><Relationship Type="http://schemas.openxmlformats.org/officeDocument/2006/relationships/notesMaster" Target="/ppt/notesMasters/notesMaster1.xml" Id="R05fcc3e262184c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7cea23ebe84310" /><Relationship Type="http://schemas.openxmlformats.org/officeDocument/2006/relationships/notesMaster" Target="/ppt/notesMasters/notesMaster1.xml" Id="Rbf32fa267cc441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c446ac01bc43bb" /><Relationship Type="http://schemas.openxmlformats.org/officeDocument/2006/relationships/notesMaster" Target="/ppt/notesMasters/notesMaster1.xml" Id="R2dfc0e7c20df47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7a89804c27416c" /><Relationship Type="http://schemas.openxmlformats.org/officeDocument/2006/relationships/notesMaster" Target="/ppt/notesMasters/notesMaster1.xml" Id="R273796af8ad54d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cc51e12bd64cfc" /><Relationship Type="http://schemas.openxmlformats.org/officeDocument/2006/relationships/notesMaster" Target="/ppt/notesMasters/notesMaster1.xml" Id="Reb70dbc51cd345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2bcc1ea12345c3" /><Relationship Type="http://schemas.openxmlformats.org/officeDocument/2006/relationships/notesMaster" Target="/ppt/notesMasters/notesMaster1.xml" Id="R28937ad7beaf4f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0f7ce0565945ec" /><Relationship Type="http://schemas.openxmlformats.org/officeDocument/2006/relationships/notesMaster" Target="/ppt/notesMasters/notesMaster1.xml" Id="R8ed334e9e45f46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f75f2969ff4eb3" /><Relationship Type="http://schemas.openxmlformats.org/officeDocument/2006/relationships/notesMaster" Target="/ppt/notesMasters/notesMaster1.xml" Id="R18450df524b346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fca4bf41354ed9" /><Relationship Type="http://schemas.openxmlformats.org/officeDocument/2006/relationships/notesMaster" Target="/ppt/notesMasters/notesMaster1.xml" Id="Rc65ede1290834b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41c2257cf04936" /><Relationship Type="http://schemas.openxmlformats.org/officeDocument/2006/relationships/notesMaster" Target="/ppt/notesMasters/notesMaster1.xml" Id="R50f30e9a548140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54d06bd7da4402" /><Relationship Type="http://schemas.openxmlformats.org/officeDocument/2006/relationships/notesMaster" Target="/ppt/notesMasters/notesMaster1.xml" Id="Ra621ea21de0043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14bb3ce7274d86" /><Relationship Type="http://schemas.openxmlformats.org/officeDocument/2006/relationships/notesMaster" Target="/ppt/notesMasters/notesMaster1.xml" Id="Rd25ee0687cfa48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e629ef54aa42f3" /><Relationship Type="http://schemas.openxmlformats.org/officeDocument/2006/relationships/notesMaster" Target="/ppt/notesMasters/notesMaster1.xml" Id="R0500dc44db894f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d0a9bb4703b40af" /><Relationship Type="http://schemas.openxmlformats.org/officeDocument/2006/relationships/notesMaster" Target="/ppt/notesMasters/notesMaster1.xml" Id="R1e253385c3774e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fd5d8f81ebc4b87" /><Relationship Type="http://schemas.openxmlformats.org/officeDocument/2006/relationships/notesMaster" Target="/ppt/notesMasters/notesMaster1.xml" Id="R8c2a2e7f8b54469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23cd2a15d634cc4" /><Relationship Type="http://schemas.openxmlformats.org/officeDocument/2006/relationships/notesMaster" Target="/ppt/notesMasters/notesMaster1.xml" Id="R5921519933914d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d46e4edad3747ea" /><Relationship Type="http://schemas.openxmlformats.org/officeDocument/2006/relationships/notesMaster" Target="/ppt/notesMasters/notesMaster1.xml" Id="Rb6d507f810b44e6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d28bcd39304428" /><Relationship Type="http://schemas.openxmlformats.org/officeDocument/2006/relationships/notesMaster" Target="/ppt/notesMasters/notesMaster1.xml" Id="R3e8584f86c7d4db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fac4db5cf1a4737" /><Relationship Type="http://schemas.openxmlformats.org/officeDocument/2006/relationships/notesMaster" Target="/ppt/notesMasters/notesMaster1.xml" Id="Rc5af7a94be0c481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6f71df2f104a5a" /><Relationship Type="http://schemas.openxmlformats.org/officeDocument/2006/relationships/notesMaster" Target="/ppt/notesMasters/notesMaster1.xml" Id="R1f4b4246f9f2439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22214114ac46f0" /><Relationship Type="http://schemas.openxmlformats.org/officeDocument/2006/relationships/notesMaster" Target="/ppt/notesMasters/notesMaster1.xml" Id="Rc184f0aa18454d8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7952fa6f464ac2" /><Relationship Type="http://schemas.openxmlformats.org/officeDocument/2006/relationships/notesMaster" Target="/ppt/notesMasters/notesMaster1.xml" Id="R2b347cd87ee84e0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63c209d46f4aba" /><Relationship Type="http://schemas.openxmlformats.org/officeDocument/2006/relationships/notesMaster" Target="/ppt/notesMasters/notesMaster1.xml" Id="Rf25529cf330b4d4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c296813d51b4d07" /><Relationship Type="http://schemas.openxmlformats.org/officeDocument/2006/relationships/notesMaster" Target="/ppt/notesMasters/notesMaster1.xml" Id="R33fcf1a740ff44a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cac9aa7bc764ef1" /><Relationship Type="http://schemas.openxmlformats.org/officeDocument/2006/relationships/notesMaster" Target="/ppt/notesMasters/notesMaster1.xml" Id="Rd2caffc778eb476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e6c0fe922354c19" /><Relationship Type="http://schemas.openxmlformats.org/officeDocument/2006/relationships/notesMaster" Target="/ppt/notesMasters/notesMaster1.xml" Id="Rf3390a9c0b86468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eb752033ea248b6" /><Relationship Type="http://schemas.openxmlformats.org/officeDocument/2006/relationships/notesMaster" Target="/ppt/notesMasters/notesMaster1.xml" Id="R6b2853daf9db41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bc95ae25cd42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9cefcd60a44c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31dd8cdcb94f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cba29a1d1a42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72c85291c941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b88e18beed41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2cc38058f345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0c91e2fa2eb4d9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72a2dd27a854cd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0f546d778fe46d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d0763f32a0d4986"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36"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2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3870ca5bf54f0c" /><Relationship Type="http://schemas.openxmlformats.org/officeDocument/2006/relationships/slideLayout" Target="/ppt/slideLayouts/slideLayout1.xml" Id="R7d070954b6ea4c49" /><Relationship Type="http://schemas.openxmlformats.org/officeDocument/2006/relationships/slideLayout" Target="/ppt/slideLayouts/slideLayout2.xml" Id="R086cf9c3582144c8" /><Relationship Type="http://schemas.openxmlformats.org/officeDocument/2006/relationships/slideLayout" Target="/ppt/slideLayouts/slideLayout3.xml" Id="R35427dcea3474224" /><Relationship Type="http://schemas.openxmlformats.org/officeDocument/2006/relationships/slideLayout" Target="/ppt/slideLayouts/slideLayout4.xml" Id="R19d0fb028fa14918" /><Relationship Type="http://schemas.openxmlformats.org/officeDocument/2006/relationships/slideLayout" Target="/ppt/slideLayouts/slideLayout5.xml" Id="R90ac6066c51c4f07" /><Relationship Type="http://schemas.openxmlformats.org/officeDocument/2006/relationships/slideLayout" Target="/ppt/slideLayouts/slideLayout6.xml" Id="R8112899140dd461c" /><Relationship Type="http://schemas.openxmlformats.org/officeDocument/2006/relationships/slideLayout" Target="/ppt/slideLayouts/slideLayout7.xml" Id="Re4f481fd3e9942c9" /><Relationship Type="http://schemas.openxmlformats.org/officeDocument/2006/relationships/slideLayout" Target="/ppt/slideLayouts/slideLayout8.xml" Id="R046201c969c54a1d" /><Relationship Type="http://schemas.openxmlformats.org/officeDocument/2006/relationships/slideLayout" Target="/ppt/slideLayouts/slideLayout9.xml" Id="Rb74ba5d7fc8d4dfe" /><Relationship Type="http://schemas.openxmlformats.org/officeDocument/2006/relationships/slideLayout" Target="/ppt/slideLayouts/slideLayout10.xml" Id="Rd3a2992c9bfa45bd" /><Relationship Type="http://schemas.openxmlformats.org/officeDocument/2006/relationships/slideLayout" Target="/ppt/slideLayouts/slideLayout11.xml" Id="R5ad3541c00064ca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d070954b6ea4c49"/>
    <p:sldLayoutId xmlns:r="http://schemas.openxmlformats.org/officeDocument/2006/relationships" id="2147483650" r:id="R086cf9c3582144c8"/>
    <p:sldLayoutId xmlns:r="http://schemas.openxmlformats.org/officeDocument/2006/relationships" id="2147483651" r:id="R35427dcea3474224"/>
    <p:sldLayoutId xmlns:r="http://schemas.openxmlformats.org/officeDocument/2006/relationships" id="2147483652" r:id="R19d0fb028fa14918"/>
    <p:sldLayoutId xmlns:r="http://schemas.openxmlformats.org/officeDocument/2006/relationships" id="2147483653" r:id="R90ac6066c51c4f07"/>
    <p:sldLayoutId xmlns:r="http://schemas.openxmlformats.org/officeDocument/2006/relationships" id="2147483654" r:id="R8112899140dd461c"/>
    <p:sldLayoutId xmlns:r="http://schemas.openxmlformats.org/officeDocument/2006/relationships" id="2147483655" r:id="Re4f481fd3e9942c9"/>
    <p:sldLayoutId xmlns:r="http://schemas.openxmlformats.org/officeDocument/2006/relationships" id="2147483656" r:id="R046201c969c54a1d"/>
    <p:sldLayoutId xmlns:r="http://schemas.openxmlformats.org/officeDocument/2006/relationships" id="2147483657" r:id="Rb74ba5d7fc8d4dfe"/>
    <p:sldLayoutId xmlns:r="http://schemas.openxmlformats.org/officeDocument/2006/relationships" id="2147483658" r:id="Rd3a2992c9bfa45bd"/>
    <p:sldLayoutId xmlns:r="http://schemas.openxmlformats.org/officeDocument/2006/relationships" id="2147483659" r:id="R5ad3541c00064ca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33bf1c29e946bd" /><Relationship Type="http://schemas.openxmlformats.org/officeDocument/2006/relationships/image" Target="/ppt/media/image.png" Id="Rdda1dc41e37c4741" /><Relationship Type="http://schemas.openxmlformats.org/officeDocument/2006/relationships/image" Target="/ppt/media/image2.png" Id="R2d1da870912f4259" /><Relationship Type="http://schemas.openxmlformats.org/officeDocument/2006/relationships/notesSlide" Target="/ppt/notesSlides/notesSlide1.xml" Id="R123e7c3d28544c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ed448855e74e57" /><Relationship Type="http://schemas.openxmlformats.org/officeDocument/2006/relationships/image" Target="/ppt/media/image.jpeg" Id="R9f90e7c665794b21" /><Relationship Type="http://schemas.openxmlformats.org/officeDocument/2006/relationships/image" Target="/ppt/media/image3.png" Id="R3a23d02ecec7416f" /><Relationship Type="http://schemas.openxmlformats.org/officeDocument/2006/relationships/notesSlide" Target="/ppt/notesSlides/notesSlide2.xml" Id="R7aba885a144d46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d247c8c398a4a9e" /><Relationship Type="http://schemas.openxmlformats.org/officeDocument/2006/relationships/image" Target="/ppt/media/image2.jpeg" Id="R1254ed2f3dc14037" /><Relationship Type="http://schemas.openxmlformats.org/officeDocument/2006/relationships/image" Target="/ppt/media/image2.png" Id="R0b9e705303284e96" /><Relationship Type="http://schemas.openxmlformats.org/officeDocument/2006/relationships/image" Target="/ppt/media/image4.png" Id="Rfc447b6d34d646a3" /><Relationship Type="http://schemas.openxmlformats.org/officeDocument/2006/relationships/image" Target="/ppt/media/image5.png" Id="Rbe3eef942e654b1f" /><Relationship Type="http://schemas.openxmlformats.org/officeDocument/2006/relationships/notesSlide" Target="/ppt/notesSlides/notesSlide3.xml" Id="R6c88e633c61344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445f3756054f74" /><Relationship Type="http://schemas.openxmlformats.org/officeDocument/2006/relationships/image" Target="/ppt/media/image2.jpeg" Id="R99c45039fd944f9a" /><Relationship Type="http://schemas.openxmlformats.org/officeDocument/2006/relationships/image" Target="/ppt/media/image2.png" Id="Rd6f99a0b894f49a5" /><Relationship Type="http://schemas.openxmlformats.org/officeDocument/2006/relationships/image" Target="/ppt/media/image6.png" Id="R32f5a7983ee14b63" /><Relationship Type="http://schemas.openxmlformats.org/officeDocument/2006/relationships/notesSlide" Target="/ppt/notesSlides/notesSlide4.xml" Id="R12ca6f11b6dd4b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d2b565c8854ef5" /><Relationship Type="http://schemas.openxmlformats.org/officeDocument/2006/relationships/image" Target="/ppt/media/image2.jpeg" Id="Rf7b579f5a2934e16" /><Relationship Type="http://schemas.openxmlformats.org/officeDocument/2006/relationships/image" Target="/ppt/media/image2.png" Id="R86acb3d5d1ff48d2" /><Relationship Type="http://schemas.openxmlformats.org/officeDocument/2006/relationships/notesSlide" Target="/ppt/notesSlides/notesSlide5.xml" Id="Rfe0cd28f944143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fb54050b014769" /><Relationship Type="http://schemas.openxmlformats.org/officeDocument/2006/relationships/image" Target="/ppt/media/image2.jpeg" Id="R6c722505b65540f6" /><Relationship Type="http://schemas.openxmlformats.org/officeDocument/2006/relationships/image" Target="/ppt/media/image2.png" Id="R71e6e5359da746a4" /><Relationship Type="http://schemas.openxmlformats.org/officeDocument/2006/relationships/notesSlide" Target="/ppt/notesSlides/notesSlide6.xml" Id="Rb32eba476a5347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7146a3b3a54477" /><Relationship Type="http://schemas.openxmlformats.org/officeDocument/2006/relationships/image" Target="/ppt/media/image2.jpeg" Id="Rc7f682229c384c51" /><Relationship Type="http://schemas.openxmlformats.org/officeDocument/2006/relationships/image" Target="/ppt/media/image2.png" Id="Rf314ca4a958c4420" /><Relationship Type="http://schemas.openxmlformats.org/officeDocument/2006/relationships/chart" Target="/ppt/slides/charts/chart1.xml" Id="R1e5e54c1cc584bba" /><Relationship Type="http://schemas.openxmlformats.org/officeDocument/2006/relationships/notesSlide" Target="/ppt/notesSlides/notesSlide7.xml" Id="R11f4f944d9b247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62ccde80d54d67" /><Relationship Type="http://schemas.openxmlformats.org/officeDocument/2006/relationships/image" Target="/ppt/media/image2.jpeg" Id="Re5f7424932214201" /><Relationship Type="http://schemas.openxmlformats.org/officeDocument/2006/relationships/image" Target="/ppt/media/image2.png" Id="R923f9333d0a0494c" /><Relationship Type="http://schemas.openxmlformats.org/officeDocument/2006/relationships/notesSlide" Target="/ppt/notesSlides/notesSlide8.xml" Id="R85236ac6abe640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e52ec89fdee4c14" /><Relationship Type="http://schemas.openxmlformats.org/officeDocument/2006/relationships/image" Target="/ppt/media/image2.jpeg" Id="Rfa2162e1b675487b" /><Relationship Type="http://schemas.openxmlformats.org/officeDocument/2006/relationships/image" Target="/ppt/media/image2.png" Id="Rbf3d993beef642c2" /><Relationship Type="http://schemas.openxmlformats.org/officeDocument/2006/relationships/notesSlide" Target="/ppt/notesSlides/notesSlide9.xml" Id="R1261653511d445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7db28b573044f79" /><Relationship Type="http://schemas.openxmlformats.org/officeDocument/2006/relationships/image" Target="/ppt/media/image2.jpeg" Id="R22182387cff14bb9" /><Relationship Type="http://schemas.openxmlformats.org/officeDocument/2006/relationships/image" Target="/ppt/media/image2.png" Id="R0fb8df54fabf4e27" /><Relationship Type="http://schemas.openxmlformats.org/officeDocument/2006/relationships/image" Target="/ppt/media/image4.png" Id="R5ab2f3d4a9674c0f" /><Relationship Type="http://schemas.openxmlformats.org/officeDocument/2006/relationships/image" Target="/ppt/media/image7.png" Id="R9592fb90979c4dfb" /><Relationship Type="http://schemas.openxmlformats.org/officeDocument/2006/relationships/notesSlide" Target="/ppt/notesSlides/notesSlide10.xml" Id="R5d0779e8ea6545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9107a2e0b14af6" /><Relationship Type="http://schemas.openxmlformats.org/officeDocument/2006/relationships/image" Target="/ppt/media/image2.jpeg" Id="R0919791bf02642d0" /><Relationship Type="http://schemas.openxmlformats.org/officeDocument/2006/relationships/image" Target="/ppt/media/image2.png" Id="R926e47effacc485b" /><Relationship Type="http://schemas.openxmlformats.org/officeDocument/2006/relationships/notesSlide" Target="/ppt/notesSlides/notesSlide11.xml" Id="R062286a83ea54b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eaa6129ab2451f" /><Relationship Type="http://schemas.openxmlformats.org/officeDocument/2006/relationships/image" Target="/ppt/media/image3.jpeg" Id="R8e2749fa2b914936" /><Relationship Type="http://schemas.openxmlformats.org/officeDocument/2006/relationships/image" Target="/ppt/media/image8.png" Id="R6687d6abcdeb473d" /><Relationship Type="http://schemas.openxmlformats.org/officeDocument/2006/relationships/notesSlide" Target="/ppt/notesSlides/notesSlide12.xml" Id="Rac23ac84c47e42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228c6ccf774af9" /><Relationship Type="http://schemas.openxmlformats.org/officeDocument/2006/relationships/image" Target="/ppt/media/image2.jpeg" Id="Rca9f36b9eb4345cb" /><Relationship Type="http://schemas.openxmlformats.org/officeDocument/2006/relationships/image" Target="/ppt/media/image2.png" Id="Rc93198bd150e4a13" /><Relationship Type="http://schemas.openxmlformats.org/officeDocument/2006/relationships/notesSlide" Target="/ppt/notesSlides/notesSlide13.xml" Id="Ra9c4b8a649374d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e1518dd018a43af" /><Relationship Type="http://schemas.openxmlformats.org/officeDocument/2006/relationships/image" Target="/ppt/media/image2.jpeg" Id="Rb2c8218bf9c44b1b" /><Relationship Type="http://schemas.openxmlformats.org/officeDocument/2006/relationships/image" Target="/ppt/media/image2.png" Id="Rad5991e0a22d4269" /><Relationship Type="http://schemas.openxmlformats.org/officeDocument/2006/relationships/image" Target="/ppt/media/image4.jpeg" Id="Rf874e6983971463d" /><Relationship Type="http://schemas.openxmlformats.org/officeDocument/2006/relationships/image" Target="/ppt/media/image9.png" Id="R71bba0ac4f3548f8" /><Relationship Type="http://schemas.openxmlformats.org/officeDocument/2006/relationships/notesSlide" Target="/ppt/notesSlides/notesSlide14.xml" Id="Rb2d9440d95c94d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31075996244590" /><Relationship Type="http://schemas.openxmlformats.org/officeDocument/2006/relationships/image" Target="/ppt/media/image2.jpeg" Id="R788206a8cd354ecb" /><Relationship Type="http://schemas.openxmlformats.org/officeDocument/2006/relationships/image" Target="/ppt/media/image2.png" Id="R8a5cff8992094f8e" /><Relationship Type="http://schemas.openxmlformats.org/officeDocument/2006/relationships/notesSlide" Target="/ppt/notesSlides/notesSlide15.xml" Id="Rb9acff005d5541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85cbcb432b04deb" /><Relationship Type="http://schemas.openxmlformats.org/officeDocument/2006/relationships/image" Target="/ppt/media/image2.jpeg" Id="R243d5485bc00489e" /><Relationship Type="http://schemas.openxmlformats.org/officeDocument/2006/relationships/image" Target="/ppt/media/image2.png" Id="R891b640ebb1e46a5" /><Relationship Type="http://schemas.openxmlformats.org/officeDocument/2006/relationships/image" Target="/ppt/media/image4.png" Id="R9e3542a1eba34eb1" /><Relationship Type="http://schemas.openxmlformats.org/officeDocument/2006/relationships/image" Target="/ppt/media/image10.png" Id="Rfd84d61dce06497d" /><Relationship Type="http://schemas.openxmlformats.org/officeDocument/2006/relationships/notesSlide" Target="/ppt/notesSlides/notesSlide16.xml" Id="Rff62829f0e1648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6f7f2b2e02d4480" /><Relationship Type="http://schemas.openxmlformats.org/officeDocument/2006/relationships/image" Target="/ppt/media/image2.jpeg" Id="R93be8a2357274f76" /><Relationship Type="http://schemas.openxmlformats.org/officeDocument/2006/relationships/image" Target="/ppt/media/image2.png" Id="Rb5468de55b0341f9" /><Relationship Type="http://schemas.openxmlformats.org/officeDocument/2006/relationships/image" Target="/ppt/media/image11.png" Id="R06ee2e0eebe9426f" /><Relationship Type="http://schemas.openxmlformats.org/officeDocument/2006/relationships/image" Target="/ppt/media/image12.png" Id="Rbe430ef1f9b24b19" /><Relationship Type="http://schemas.openxmlformats.org/officeDocument/2006/relationships/notesSlide" Target="/ppt/notesSlides/notesSlide17.xml" Id="Rc1f527992d0a46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9f6a9764f534734" /><Relationship Type="http://schemas.openxmlformats.org/officeDocument/2006/relationships/image" Target="/ppt/media/image2.jpeg" Id="R155b939703e64923" /><Relationship Type="http://schemas.openxmlformats.org/officeDocument/2006/relationships/image" Target="/ppt/media/image2.png" Id="Ra4f14924cf2349a6" /><Relationship Type="http://schemas.openxmlformats.org/officeDocument/2006/relationships/image" Target="/ppt/media/image11.png" Id="R18ecd6936dc64656" /><Relationship Type="http://schemas.openxmlformats.org/officeDocument/2006/relationships/image" Target="/ppt/media/image13.png" Id="R09cf99f1a3ff4cdb" /><Relationship Type="http://schemas.openxmlformats.org/officeDocument/2006/relationships/image" Target="/ppt/media/image5.jpeg" Id="R84e2be54ffa446c9" /><Relationship Type="http://schemas.openxmlformats.org/officeDocument/2006/relationships/image" Target="/ppt/media/image14.png" Id="Rcd11934a5acd4c04" /><Relationship Type="http://schemas.openxmlformats.org/officeDocument/2006/relationships/notesSlide" Target="/ppt/notesSlides/notesSlide18.xml" Id="R563cde81826447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4217de2fed849a1" /><Relationship Type="http://schemas.openxmlformats.org/officeDocument/2006/relationships/image" Target="/ppt/media/image2.jpeg" Id="R28a19bdb26a74259" /><Relationship Type="http://schemas.openxmlformats.org/officeDocument/2006/relationships/image" Target="/ppt/media/image2.png" Id="R2cfbdfb3763a43f8" /><Relationship Type="http://schemas.openxmlformats.org/officeDocument/2006/relationships/notesSlide" Target="/ppt/notesSlides/notesSlide19.xml" Id="R725c35eedd4248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bcaeda6c0524f43" /><Relationship Type="http://schemas.openxmlformats.org/officeDocument/2006/relationships/image" Target="/ppt/media/image2.jpeg" Id="R5d2f76f9edac4806" /><Relationship Type="http://schemas.openxmlformats.org/officeDocument/2006/relationships/image" Target="/ppt/media/image2.png" Id="R2df1c07238be4324" /><Relationship Type="http://schemas.openxmlformats.org/officeDocument/2006/relationships/notesSlide" Target="/ppt/notesSlides/notesSlide20.xml" Id="R6cb069a19c0b47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cb08728f5f74bd6" /><Relationship Type="http://schemas.openxmlformats.org/officeDocument/2006/relationships/image" Target="/ppt/media/image2.jpeg" Id="R3b10f37cc0ea4582" /><Relationship Type="http://schemas.openxmlformats.org/officeDocument/2006/relationships/image" Target="/ppt/media/image2.png" Id="Rae9715d94d96458e" /><Relationship Type="http://schemas.openxmlformats.org/officeDocument/2006/relationships/notesSlide" Target="/ppt/notesSlides/notesSlide21.xml" Id="R406dfff01ebc4c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aa0026341764e6c" /><Relationship Type="http://schemas.openxmlformats.org/officeDocument/2006/relationships/image" Target="/ppt/media/image2.jpeg" Id="Rf8aef4a9ce0f4a51" /><Relationship Type="http://schemas.openxmlformats.org/officeDocument/2006/relationships/image" Target="/ppt/media/image2.png" Id="Rfe4e6269af8a42e5" /><Relationship Type="http://schemas.openxmlformats.org/officeDocument/2006/relationships/notesSlide" Target="/ppt/notesSlides/notesSlide22.xml" Id="R309cf34445754f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70512795a06449a" /><Relationship Type="http://schemas.openxmlformats.org/officeDocument/2006/relationships/image" Target="/ppt/media/image2.jpeg" Id="Ra8bb7bbe3280456f" /><Relationship Type="http://schemas.openxmlformats.org/officeDocument/2006/relationships/image" Target="/ppt/media/image2.png" Id="R5d44de47eaeb4e89" /><Relationship Type="http://schemas.openxmlformats.org/officeDocument/2006/relationships/notesSlide" Target="/ppt/notesSlides/notesSlide23.xml" Id="R70a36326925d4c8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f1699e523214879" /><Relationship Type="http://schemas.openxmlformats.org/officeDocument/2006/relationships/image" Target="/ppt/media/image2.jpeg" Id="R18b0bbc1c35349ed" /><Relationship Type="http://schemas.openxmlformats.org/officeDocument/2006/relationships/image" Target="/ppt/media/image2.png" Id="Rd56d0d35b4044231" /><Relationship Type="http://schemas.openxmlformats.org/officeDocument/2006/relationships/image" Target="/ppt/media/image4.png" Id="R1195d92a45784755" /><Relationship Type="http://schemas.openxmlformats.org/officeDocument/2006/relationships/image" Target="/ppt/media/image15.png" Id="R5e0524e7c3324bbe" /><Relationship Type="http://schemas.openxmlformats.org/officeDocument/2006/relationships/notesSlide" Target="/ppt/notesSlides/notesSlide24.xml" Id="R501ab8ff5e0645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a0843f1e6b441a0" /><Relationship Type="http://schemas.openxmlformats.org/officeDocument/2006/relationships/image" Target="/ppt/media/image2.jpeg" Id="R14c5b230449a47c2" /><Relationship Type="http://schemas.openxmlformats.org/officeDocument/2006/relationships/image" Target="/ppt/media/image2.png" Id="R91a5ad6dbd9e425e" /><Relationship Type="http://schemas.openxmlformats.org/officeDocument/2006/relationships/notesSlide" Target="/ppt/notesSlides/notesSlide25.xml" Id="R9f98efc108fd44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c6314457b1a492d" /><Relationship Type="http://schemas.openxmlformats.org/officeDocument/2006/relationships/image" Target="/ppt/media/image2.jpeg" Id="Red50987541e64bb1" /><Relationship Type="http://schemas.openxmlformats.org/officeDocument/2006/relationships/image" Target="/ppt/media/image2.png" Id="R3a2733db49564360" /><Relationship Type="http://schemas.openxmlformats.org/officeDocument/2006/relationships/chart" Target="/ppt/slides/charts/chart2.xml" Id="R852749dfc969476b" /><Relationship Type="http://schemas.openxmlformats.org/officeDocument/2006/relationships/notesSlide" Target="/ppt/notesSlides/notesSlide26.xml" Id="Rfbb50fec07874f7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f0d44a4b53b4ba4" /><Relationship Type="http://schemas.openxmlformats.org/officeDocument/2006/relationships/image" Target="/ppt/media/image2.jpeg" Id="R6bf738d0f81347ef" /><Relationship Type="http://schemas.openxmlformats.org/officeDocument/2006/relationships/image" Target="/ppt/media/image2.png" Id="R13431f09b1184e5d" /><Relationship Type="http://schemas.openxmlformats.org/officeDocument/2006/relationships/image" Target="/ppt/media/image16.png" Id="R011ef4267fde4188" /><Relationship Type="http://schemas.openxmlformats.org/officeDocument/2006/relationships/image" Target="/ppt/media/image17.png" Id="R4b67476bfdde4a25" /><Relationship Type="http://schemas.openxmlformats.org/officeDocument/2006/relationships/notesSlide" Target="/ppt/notesSlides/notesSlide27.xml" Id="R9edff7f452a24e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9b65daf2126d45e3" /><Relationship Type="http://schemas.openxmlformats.org/officeDocument/2006/relationships/image" Target="/ppt/media/image2.jpeg" Id="Re2c03b879aec4f4d" /><Relationship Type="http://schemas.openxmlformats.org/officeDocument/2006/relationships/image" Target="/ppt/media/image2.png" Id="R03575374df954044" /><Relationship Type="http://schemas.openxmlformats.org/officeDocument/2006/relationships/image" Target="/ppt/media/image4.png" Id="R455f41a9fa7c4acb" /><Relationship Type="http://schemas.openxmlformats.org/officeDocument/2006/relationships/image" Target="/ppt/media/image18.png" Id="Re6285df4ac664e3d" /><Relationship Type="http://schemas.openxmlformats.org/officeDocument/2006/relationships/notesSlide" Target="/ppt/notesSlides/notesSlide28.xml" Id="Rf4c85a9d604942b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d0a897ceaa94e10" /><Relationship Type="http://schemas.openxmlformats.org/officeDocument/2006/relationships/image" Target="/ppt/media/image2.jpeg" Id="Rbda46a962e3349bb" /><Relationship Type="http://schemas.openxmlformats.org/officeDocument/2006/relationships/image" Target="/ppt/media/image2.png" Id="R3f75dd647c7f4683" /><Relationship Type="http://schemas.openxmlformats.org/officeDocument/2006/relationships/notesSlide" Target="/ppt/notesSlides/notesSlide29.xml" Id="R6ffe643209504b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74105e4c3604842" /><Relationship Type="http://schemas.openxmlformats.org/officeDocument/2006/relationships/image" Target="/ppt/media/image2.jpeg" Id="Rf35da70471474c64" /><Relationship Type="http://schemas.openxmlformats.org/officeDocument/2006/relationships/image" Target="/ppt/media/image2.png" Id="R96ba4cecd55d48b2" /><Relationship Type="http://schemas.openxmlformats.org/officeDocument/2006/relationships/notesSlide" Target="/ppt/notesSlides/notesSlide30.xml" Id="R9867c41cd83d482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4b84a3346d24fc2" /><Relationship Type="http://schemas.openxmlformats.org/officeDocument/2006/relationships/image" Target="/ppt/media/image2.jpeg" Id="R0a93b19e05fa4d29" /><Relationship Type="http://schemas.openxmlformats.org/officeDocument/2006/relationships/image" Target="/ppt/media/image2.png" Id="Rf598a5d3442146e1" /><Relationship Type="http://schemas.openxmlformats.org/officeDocument/2006/relationships/notesSlide" Target="/ppt/notesSlides/notesSlide31.xml" Id="R55e0982c385548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e76c42fde2d4300" /><Relationship Type="http://schemas.openxmlformats.org/officeDocument/2006/relationships/image" Target="/ppt/media/image2.jpeg" Id="R382f0ec7f01f4d97" /><Relationship Type="http://schemas.openxmlformats.org/officeDocument/2006/relationships/image" Target="/ppt/media/image2.png" Id="R7709016b1b634c10" /><Relationship Type="http://schemas.openxmlformats.org/officeDocument/2006/relationships/notesSlide" Target="/ppt/notesSlides/notesSlide32.xml" Id="R2820a7510da2462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4814b3dc14a44d6" /><Relationship Type="http://schemas.openxmlformats.org/officeDocument/2006/relationships/image" Target="/ppt/media/image2.jpeg" Id="Re42dc6970ffb45fc" /><Relationship Type="http://schemas.openxmlformats.org/officeDocument/2006/relationships/image" Target="/ppt/media/image2.png" Id="R4a05db56465b478d" /><Relationship Type="http://schemas.openxmlformats.org/officeDocument/2006/relationships/notesSlide" Target="/ppt/notesSlides/notesSlide33.xml" Id="Rab89e817ab3a4f3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973db21b0a245d9" /><Relationship Type="http://schemas.openxmlformats.org/officeDocument/2006/relationships/image" Target="/ppt/media/image2.jpeg" Id="R0c4065a39c8f4c32" /><Relationship Type="http://schemas.openxmlformats.org/officeDocument/2006/relationships/image" Target="/ppt/media/image2.png" Id="R41d1a0565e9f403c" /><Relationship Type="http://schemas.openxmlformats.org/officeDocument/2006/relationships/notesSlide" Target="/ppt/notesSlides/notesSlide34.xml" Id="R3a7d43382f19428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4fc53c9b6224ce7" /><Relationship Type="http://schemas.openxmlformats.org/officeDocument/2006/relationships/image" Target="/ppt/media/image2.jpeg" Id="R9cdbb5340ffc41cb" /><Relationship Type="http://schemas.openxmlformats.org/officeDocument/2006/relationships/image" Target="/ppt/media/image2.png" Id="R8e932678a7a341b0" /><Relationship Type="http://schemas.openxmlformats.org/officeDocument/2006/relationships/notesSlide" Target="/ppt/notesSlides/notesSlide35.xml" Id="Rb0b61b3c4f68427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ec0e4d0acac4ad8" /><Relationship Type="http://schemas.openxmlformats.org/officeDocument/2006/relationships/image" Target="/ppt/media/image2.jpeg" Id="Rdecdc6f12e434f04" /><Relationship Type="http://schemas.openxmlformats.org/officeDocument/2006/relationships/image" Target="/ppt/media/image2.png" Id="Rf7c67610bcbd4d70" /><Relationship Type="http://schemas.openxmlformats.org/officeDocument/2006/relationships/notesSlide" Target="/ppt/notesSlides/notesSlide36.xml" Id="Ra97d418276b444a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2bf436c4e154143" /><Relationship Type="http://schemas.openxmlformats.org/officeDocument/2006/relationships/image" Target="/ppt/media/image2.jpeg" Id="Re90e952371aa4564" /><Relationship Type="http://schemas.openxmlformats.org/officeDocument/2006/relationships/image" Target="/ppt/media/image2.png" Id="R96ff9df1c7f74b67" /><Relationship Type="http://schemas.openxmlformats.org/officeDocument/2006/relationships/image" Target="/ppt/media/image19.png" Id="Rcf0b3177b9a64497" /><Relationship Type="http://schemas.openxmlformats.org/officeDocument/2006/relationships/notesSlide" Target="/ppt/notesSlides/notesSlide37.xml" Id="Rf36d4719d1e4428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711c7e7f13244f32" /><Relationship Type="http://schemas.openxmlformats.org/officeDocument/2006/relationships/image" Target="/ppt/media/image2.jpeg" Id="R4a296d10ee2f497f" /><Relationship Type="http://schemas.openxmlformats.org/officeDocument/2006/relationships/image" Target="/ppt/media/image.gif" Id="R2363134affab4cb0" /><Relationship Type="http://schemas.openxmlformats.org/officeDocument/2006/relationships/image" Target="/ppt/media/image2.png" Id="Ra7abb537e1f2442d" /><Relationship Type="http://schemas.openxmlformats.org/officeDocument/2006/relationships/notesSlide" Target="/ppt/notesSlides/notesSlide38.xml" Id="Rbee00019749e4d7a"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da1dc41e37c4741">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d1da870912f4259">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9f90e7c665794b2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3a23d02ecec7416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37222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381000"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buNone/>
              <a:defRPr sz="1200">
                <a:solidFill>
                  <a:srgbClr val="163F7A"/>
                </a:solidFill>
                <a:latin typeface="Arial"/>
                <a:ea typeface="Arial"/>
                <a:cs typeface="Arial"/>
              </a:defRPr>
            </a:pPr>
            <a:r>
              <a:rPr sz="12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buNone/>
              <a:defRPr sz="1200">
                <a:solidFill>
                  <a:srgbClr val="163F7A"/>
                </a:solidFill>
                <a:latin typeface="Arial"/>
                <a:ea typeface="Arial"/>
                <a:cs typeface="Arial"/>
              </a:defRPr>
            </a:pPr>
            <a:r>
              <a:rPr sz="12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buNone/>
              <a:defRPr sz="1200">
                <a:solidFill>
                  <a:srgbClr val="163F7A"/>
                </a:solidFill>
                <a:latin typeface="Arial"/>
                <a:ea typeface="Arial"/>
                <a:cs typeface="Arial"/>
              </a:defRPr>
            </a:pPr>
            <a:r>
              <a:rPr sz="12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buNone/>
              <a:defRPr sz="1200">
                <a:solidFill>
                  <a:srgbClr val="163F7A"/>
                </a:solidFill>
                <a:latin typeface="Arial"/>
                <a:ea typeface="Arial"/>
                <a:cs typeface="Arial"/>
              </a:defRPr>
            </a:pPr>
            <a:r>
              <a:rPr sz="12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buNone/>
              <a:defRPr sz="1200">
                <a:solidFill>
                  <a:srgbClr val="163F7A"/>
                </a:solidFill>
                <a:latin typeface="Arial"/>
                <a:ea typeface="Arial"/>
                <a:cs typeface="Arial"/>
              </a:defRPr>
            </a:pPr>
            <a:r>
              <a:rPr sz="12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5" name="toc-reading-order-note">
            <a:extLst xmlns:a="http://schemas.openxmlformats.org/drawingml/2006/main">
              <a:ext uri="{FF2B5EF4-FFF2-40B4-BE49-F238E27FC236}">
                <a16:creationId xmlns:a16="http://schemas.microsoft.com/office/drawing/2014/main" id="{05B9A29F-A0A7-4301-9115-DB609760DD84}"/>
              </a:ext>
            </a:extLst>
          </p:cNvPr>
          <p:cNvSpPr>
            <a:spLocks xmlns:a="http://schemas.openxmlformats.org/drawingml/2006/main" noGrp="1"/>
          </p:cNvSpPr>
          <p:nvPr/>
        </p:nvSpPr>
        <p:spPr>
          <a:xfrm xmlns:a="http://schemas.openxmlformats.org/drawingml/2006/main">
            <a:off x="1000125" y="51911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i="1">
                <a:solidFill>
                  <a:srgbClr val="5B677A"/>
                </a:solidFill>
                <a:latin typeface="Arial"/>
                <a:ea typeface="Arial"/>
                <a:cs typeface="Arial"/>
              </a:defRPr>
            </a:pPr>
            <a:r>
              <a:rPr sz="1125" i="1">
                <a:solidFill>
                  <a:srgbClr val="5B677A"/>
                </a:solidFill>
                <a:latin typeface="Arial"/>
                <a:ea typeface="Arial"/>
                <a:cs typeface="Arial"/>
              </a:rPr>
              <a:t>The presentation follows the thesis structure from problem definition to evidence and conclusions.</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3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1254ed2f3dc140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4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0b9e705303284e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4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c447b6d34d646a3">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4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be3eef942e654b1f">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4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c45039fd944f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f99a0b894f49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32f5a7983ee14b63"/>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7b579f5a2934e1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acb3d5d1ff48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c722505b65540f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e6e5359da746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7f682229c384c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314ca4a958c442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1e5e54c1cc584bba"/>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f74249322142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23f9333d0a049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a2162e1b675487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3d993beef642c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0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22182387cff14b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1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0fb8df54fabf4e2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1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5ab2f3d4a9674c0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1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9592fb90979c4dfb">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1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19791bf02642d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26e47effacc48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e2749fa2b91493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687d6abcdeb473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9f36b9eb4345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3198bd150e4a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2c8218bf9c44b1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d5991e0a22d426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f874e6983971463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71bba0ac4f3548f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88206a8cd354e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a5cff8992094f8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41"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243d5485bc00489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2"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891b640ebb1e46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3"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e3542a1eba34eb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45"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fd84d61dce06497d">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54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45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3be8a2357274f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5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468de55b0341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459" name=""/>
          <p:cNvPicPr>
            <a:picLocks xmlns:a="http://schemas.openxmlformats.org/drawingml/2006/main" noChangeAspect="1"/>
          </p:cNvPicPr>
          <p:nvPr/>
        </p:nvPicPr>
        <p:blipFill>
          <a:blip xmlns:r="http://schemas.openxmlformats.org/officeDocument/2006/relationships" xmlns:a="http://schemas.openxmlformats.org/drawingml/2006/main" r:embed="R06ee2e0eebe9426f"/>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63" name=""/>
          <p:cNvPicPr>
            <a:picLocks xmlns:a="http://schemas.openxmlformats.org/drawingml/2006/main" noChangeAspect="1"/>
          </p:cNvPicPr>
          <p:nvPr/>
        </p:nvPicPr>
        <p:blipFill>
          <a:blip xmlns:r="http://schemas.openxmlformats.org/officeDocument/2006/relationships" xmlns:a="http://schemas.openxmlformats.org/drawingml/2006/main" r:embed="Rbe430ef1f9b24b19"/>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478" name=""/>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79" name=""/>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484" name=""/>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85" name=""/>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86" name=""/>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491" name=""/>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92" name=""/>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93" name=""/>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499" name=""/>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0" name=""/>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1" name=""/>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2" name=""/>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3" name=""/>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04" name=""/>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05" name=""/>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06" name=""/>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51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55b939703e649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f14924cf2349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519" name=""/>
          <p:cNvPicPr>
            <a:picLocks xmlns:a="http://schemas.openxmlformats.org/drawingml/2006/main" noChangeAspect="1"/>
          </p:cNvPicPr>
          <p:nvPr/>
        </p:nvPicPr>
        <p:blipFill>
          <a:blip xmlns:r="http://schemas.openxmlformats.org/officeDocument/2006/relationships" xmlns:a="http://schemas.openxmlformats.org/drawingml/2006/main" r:embed="R18ecd6936dc6465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23" name=""/>
          <p:cNvPicPr>
            <a:picLocks xmlns:a="http://schemas.openxmlformats.org/drawingml/2006/main" noChangeAspect="1"/>
          </p:cNvPicPr>
          <p:nvPr/>
        </p:nvPicPr>
        <p:blipFill>
          <a:blip xmlns:r="http://schemas.openxmlformats.org/officeDocument/2006/relationships" xmlns:a="http://schemas.openxmlformats.org/drawingml/2006/main" r:embed="R09cf99f1a3ff4cdb"/>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50E7BA17-8C1E-4D0A-92D7-81F6E7F9B3E4}"/>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527" name=""/>
          <p:cNvPicPr>
            <a:picLocks xmlns:a="http://schemas.openxmlformats.org/drawingml/2006/main" noChangeAspect="1"/>
          </p:cNvPicPr>
          <p:nvPr/>
        </p:nvPicPr>
        <p:blipFill>
          <a:blip xmlns:r="http://schemas.openxmlformats.org/officeDocument/2006/relationships" xmlns:a="http://schemas.openxmlformats.org/drawingml/2006/main" r:embed="R84e2be54ffa446c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528" name=""/>
          <p:cNvPicPr>
            <a:picLocks xmlns:a="http://schemas.openxmlformats.org/drawingml/2006/main" noChangeAspect="1"/>
          </p:cNvPicPr>
          <p:nvPr/>
        </p:nvPicPr>
        <p:blipFill>
          <a:blip xmlns:r="http://schemas.openxmlformats.org/officeDocument/2006/relationships" xmlns:a="http://schemas.openxmlformats.org/drawingml/2006/main" r:embed="Rcd11934a5acd4c0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83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543" name=""/>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4" name=""/>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5" name=""/>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551" name=""/>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2" name=""/>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3" name=""/>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4" name=""/>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81525"/>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557" name=""/>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558" name=""/>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23"/>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565" name=""/>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66" name=""/>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67" name=""/>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64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573" name=""/>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74" name=""/>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75" name=""/>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76" name=""/>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77" name=""/>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78" name=""/>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579" name=""/>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8a19bdb26a7425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fbdfb3763a43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d2f76f9edac48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f1c07238be432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b10f37cc0ea45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e9715d94d96458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8aef4a9ce0f4a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e4e6269af8a42e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8bb7bbe328045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d44de47eaeb4e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62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18b0bbc1c35349e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2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d56d0d35b404423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2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1195d92a45784755">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3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5e0524e7c3324bbe">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3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4c5b230449a47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a5ad6dbd9e42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d50987541e64b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a2733db4956436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852749dfc969476b"/>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bf738d0f81347e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3431f09b1184e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011ef4267fde4188"/>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4b67476bfdde4a25"/>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76"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e2c03b879aec4f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77"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03575374df9540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78"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455f41a9fa7c4acb">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80"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e6285df4ac664e3d">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8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da46a962e3349b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75dd647c7f46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5da70471474c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6ba4cecd55d48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a93b19e05fa4d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98a5d3442146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82f0ec7f01f4d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09016b1b634c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42dc6970ffb45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a05db56465b47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c4065a39c8f4c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d1a0565e9f403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cdbb5340ffc41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e932678a7a341b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ecdc6f12e434f0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c67610bcbd4d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90e952371aa45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6ff9df1c7f74b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cf0b3177b9a64497">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a296d10ee2f49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2363134affab4cb0">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7abb537e1f2442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2026-09-24T04:26:14.6250000Z</dcterms:created>
  <dcterms:modified xsi:type="dcterms:W3CDTF">2026-09-24T04:26:14.6250000Z</dcterms:modified>
</coreProperties>
</file>