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0a3e31341647d4" /><Relationship Type="http://schemas.openxmlformats.org/officeDocument/2006/relationships/extended-properties" Target="/docProps/app.xml" Id="R30c5b0cac4f943b8" /><Relationship Type="http://schemas.openxmlformats.org/officeDocument/2006/relationships/officeDocument" Target="/ppt/presentation.xml" Id="R4c8a63f3c6c34e0a" /></Relationships>
</file>

<file path=ppt/presentation.xml><?xml version="1.0" encoding="utf-8"?>
<p:presentation xmlns:p="http://schemas.openxmlformats.org/presentationml/2006/main">
  <p:sldMasterIdLst>
    <p:sldMasterId xmlns:r="http://schemas.openxmlformats.org/officeDocument/2006/relationships" id="2147483648" r:id="R6ac88f5173bb4e83"/>
  </p:sldMasterIdLst>
  <p:notesMasterIdLst>
    <p:notesMasterId xmlns:r="http://schemas.openxmlformats.org/officeDocument/2006/relationships" r:id="Re60745c2fc084e57"/>
  </p:notesMasterIdLst>
  <p:sldIdLst>
    <p:sldId xmlns:r="http://schemas.openxmlformats.org/officeDocument/2006/relationships" id="256" r:id="R8f89fdca7e23464e"/>
    <p:sldId xmlns:r="http://schemas.openxmlformats.org/officeDocument/2006/relationships" id="257" r:id="Rd11150c6684241af"/>
    <p:sldId xmlns:r="http://schemas.openxmlformats.org/officeDocument/2006/relationships" id="258" r:id="R8b0c063685f84f61"/>
    <p:sldId xmlns:r="http://schemas.openxmlformats.org/officeDocument/2006/relationships" id="259" r:id="R78f6fc9c125e48d0"/>
    <p:sldId xmlns:r="http://schemas.openxmlformats.org/officeDocument/2006/relationships" id="260" r:id="R035b167d33314188"/>
    <p:sldId xmlns:r="http://schemas.openxmlformats.org/officeDocument/2006/relationships" id="261" r:id="Rc6de0dbcd7b74fc3"/>
    <p:sldId xmlns:r="http://schemas.openxmlformats.org/officeDocument/2006/relationships" id="262" r:id="R0fa3928053744465"/>
    <p:sldId xmlns:r="http://schemas.openxmlformats.org/officeDocument/2006/relationships" id="263" r:id="R246884a7c43a465b"/>
    <p:sldId xmlns:r="http://schemas.openxmlformats.org/officeDocument/2006/relationships" id="264" r:id="Rb6c7863963e144a4"/>
    <p:sldId xmlns:r="http://schemas.openxmlformats.org/officeDocument/2006/relationships" id="265" r:id="Re6a7477491414b42"/>
    <p:sldId xmlns:r="http://schemas.openxmlformats.org/officeDocument/2006/relationships" id="266" r:id="Rb7a8f0f86fc649f0"/>
    <p:sldId xmlns:r="http://schemas.openxmlformats.org/officeDocument/2006/relationships" id="267" r:id="R4b29a2623feb48fb"/>
    <p:sldId xmlns:r="http://schemas.openxmlformats.org/officeDocument/2006/relationships" id="268" r:id="Rf0f66b3552e64b91"/>
    <p:sldId xmlns:r="http://schemas.openxmlformats.org/officeDocument/2006/relationships" id="269" r:id="R587e5c4771c64afa"/>
    <p:sldId xmlns:r="http://schemas.openxmlformats.org/officeDocument/2006/relationships" id="270" r:id="R8f408717098642db"/>
    <p:sldId xmlns:r="http://schemas.openxmlformats.org/officeDocument/2006/relationships" id="271" r:id="Rb329b12cab944d26"/>
    <p:sldId xmlns:r="http://schemas.openxmlformats.org/officeDocument/2006/relationships" id="272" r:id="Rfe3f05ee64e345c6"/>
    <p:sldId xmlns:r="http://schemas.openxmlformats.org/officeDocument/2006/relationships" id="273" r:id="R62f22b307ba14f3d"/>
    <p:sldId xmlns:r="http://schemas.openxmlformats.org/officeDocument/2006/relationships" id="274" r:id="Rfd63a8fc011d49a9"/>
    <p:sldId xmlns:r="http://schemas.openxmlformats.org/officeDocument/2006/relationships" id="275" r:id="Rb206ae8c5eba422d"/>
    <p:sldId xmlns:r="http://schemas.openxmlformats.org/officeDocument/2006/relationships" id="276" r:id="R6c421dea1fdf4361"/>
    <p:sldId xmlns:r="http://schemas.openxmlformats.org/officeDocument/2006/relationships" id="277" r:id="Ra3db47fe568b4581"/>
    <p:sldId xmlns:r="http://schemas.openxmlformats.org/officeDocument/2006/relationships" id="278" r:id="R81cf95230bdb4694"/>
    <p:sldId xmlns:r="http://schemas.openxmlformats.org/officeDocument/2006/relationships" id="279" r:id="R95b0f2f1fa7a4338"/>
    <p:sldId xmlns:r="http://schemas.openxmlformats.org/officeDocument/2006/relationships" id="280" r:id="Re2edcbcfc97a4cad"/>
    <p:sldId xmlns:r="http://schemas.openxmlformats.org/officeDocument/2006/relationships" id="281" r:id="Rdf2b10c005a341a5"/>
    <p:sldId xmlns:r="http://schemas.openxmlformats.org/officeDocument/2006/relationships" id="282" r:id="R17966a3fad094a1c"/>
    <p:sldId xmlns:r="http://schemas.openxmlformats.org/officeDocument/2006/relationships" id="283" r:id="Ra52d6b75fe0e4bb3"/>
    <p:sldId xmlns:r="http://schemas.openxmlformats.org/officeDocument/2006/relationships" id="284" r:id="Rf87733cd36a2407f"/>
    <p:sldId xmlns:r="http://schemas.openxmlformats.org/officeDocument/2006/relationships" id="285" r:id="R9c162c0abc33448d"/>
    <p:sldId xmlns:r="http://schemas.openxmlformats.org/officeDocument/2006/relationships" id="286" r:id="R6c029f8de0934625"/>
    <p:sldId xmlns:r="http://schemas.openxmlformats.org/officeDocument/2006/relationships" id="287" r:id="R06bea3ed2b62483f"/>
    <p:sldId xmlns:r="http://schemas.openxmlformats.org/officeDocument/2006/relationships" id="288" r:id="R1b3e325875684e00"/>
    <p:sldId xmlns:r="http://schemas.openxmlformats.org/officeDocument/2006/relationships" id="289" r:id="R013b453ff5264bfd"/>
    <p:sldId xmlns:r="http://schemas.openxmlformats.org/officeDocument/2006/relationships" id="290" r:id="Rfb804a538cba4ade"/>
    <p:sldId xmlns:r="http://schemas.openxmlformats.org/officeDocument/2006/relationships" id="291" r:id="R4c31b07447124184"/>
    <p:sldId xmlns:r="http://schemas.openxmlformats.org/officeDocument/2006/relationships" id="292" r:id="R4af4b4f260d04dc6"/>
    <p:sldId xmlns:r="http://schemas.openxmlformats.org/officeDocument/2006/relationships" id="293" r:id="R876ef718f3844a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5a5ca8028b14259" /><Relationship Type="http://schemas.openxmlformats.org/officeDocument/2006/relationships/slideMaster" Target="/ppt/slideMasters/slideMaster1.xml" Id="R6ac88f5173bb4e83" /><Relationship Type="http://schemas.openxmlformats.org/officeDocument/2006/relationships/notesMaster" Target="/ppt/notesMasters/notesMaster1.xml" Id="Re60745c2fc084e57" /><Relationship Type="http://schemas.openxmlformats.org/officeDocument/2006/relationships/presProps" Target="/ppt/presProps.xml" Id="R53422ed9b8234a4f" /><Relationship Type="http://schemas.openxmlformats.org/officeDocument/2006/relationships/viewProps" Target="/ppt/viewProps.xml" Id="Rbc1b5a78ea2b44f1" /><Relationship Type="http://schemas.openxmlformats.org/officeDocument/2006/relationships/tableStyles" Target="/ppt/tableStyles.xml" Id="R2ea67457b76c406c" /><Relationship Type="http://schemas.openxmlformats.org/officeDocument/2006/relationships/slide" Target="/ppt/slides/slide1.xml" Id="R8f89fdca7e23464e" /><Relationship Type="http://schemas.openxmlformats.org/officeDocument/2006/relationships/slide" Target="/ppt/slides/slide2.xml" Id="Rd11150c6684241af" /><Relationship Type="http://schemas.openxmlformats.org/officeDocument/2006/relationships/slide" Target="/ppt/slides/slide3.xml" Id="R8b0c063685f84f61" /><Relationship Type="http://schemas.openxmlformats.org/officeDocument/2006/relationships/slide" Target="/ppt/slides/slide4.xml" Id="R78f6fc9c125e48d0" /><Relationship Type="http://schemas.openxmlformats.org/officeDocument/2006/relationships/slide" Target="/ppt/slides/slide5.xml" Id="R035b167d33314188" /><Relationship Type="http://schemas.openxmlformats.org/officeDocument/2006/relationships/slide" Target="/ppt/slides/slide6.xml" Id="Rc6de0dbcd7b74fc3" /><Relationship Type="http://schemas.openxmlformats.org/officeDocument/2006/relationships/slide" Target="/ppt/slides/slide7.xml" Id="R0fa3928053744465" /><Relationship Type="http://schemas.openxmlformats.org/officeDocument/2006/relationships/slide" Target="/ppt/slides/slide8.xml" Id="R246884a7c43a465b" /><Relationship Type="http://schemas.openxmlformats.org/officeDocument/2006/relationships/slide" Target="/ppt/slides/slide9.xml" Id="Rb6c7863963e144a4" /><Relationship Type="http://schemas.openxmlformats.org/officeDocument/2006/relationships/slide" Target="/ppt/slides/slide10.xml" Id="Re6a7477491414b42" /><Relationship Type="http://schemas.openxmlformats.org/officeDocument/2006/relationships/slide" Target="/ppt/slides/slide11.xml" Id="Rb7a8f0f86fc649f0" /><Relationship Type="http://schemas.openxmlformats.org/officeDocument/2006/relationships/slide" Target="/ppt/slides/slide12.xml" Id="R4b29a2623feb48fb" /><Relationship Type="http://schemas.openxmlformats.org/officeDocument/2006/relationships/slide" Target="/ppt/slides/slide13.xml" Id="Rf0f66b3552e64b91" /><Relationship Type="http://schemas.openxmlformats.org/officeDocument/2006/relationships/slide" Target="/ppt/slides/slide14.xml" Id="R587e5c4771c64afa" /><Relationship Type="http://schemas.openxmlformats.org/officeDocument/2006/relationships/slide" Target="/ppt/slides/slide15.xml" Id="R8f408717098642db" /><Relationship Type="http://schemas.openxmlformats.org/officeDocument/2006/relationships/slide" Target="/ppt/slides/slide16.xml" Id="Rb329b12cab944d26" /><Relationship Type="http://schemas.openxmlformats.org/officeDocument/2006/relationships/slide" Target="/ppt/slides/slide17.xml" Id="Rfe3f05ee64e345c6" /><Relationship Type="http://schemas.openxmlformats.org/officeDocument/2006/relationships/slide" Target="/ppt/slides/slide18.xml" Id="R62f22b307ba14f3d" /><Relationship Type="http://schemas.openxmlformats.org/officeDocument/2006/relationships/slide" Target="/ppt/slides/slide19.xml" Id="Rfd63a8fc011d49a9" /><Relationship Type="http://schemas.openxmlformats.org/officeDocument/2006/relationships/slide" Target="/ppt/slides/slide20.xml" Id="Rb206ae8c5eba422d" /><Relationship Type="http://schemas.openxmlformats.org/officeDocument/2006/relationships/slide" Target="/ppt/slides/slide21.xml" Id="R6c421dea1fdf4361" /><Relationship Type="http://schemas.openxmlformats.org/officeDocument/2006/relationships/slide" Target="/ppt/slides/slide22.xml" Id="Ra3db47fe568b4581" /><Relationship Type="http://schemas.openxmlformats.org/officeDocument/2006/relationships/slide" Target="/ppt/slides/slide23.xml" Id="R81cf95230bdb4694" /><Relationship Type="http://schemas.openxmlformats.org/officeDocument/2006/relationships/slide" Target="/ppt/slides/slide24.xml" Id="R95b0f2f1fa7a4338" /><Relationship Type="http://schemas.openxmlformats.org/officeDocument/2006/relationships/slide" Target="/ppt/slides/slide25.xml" Id="Re2edcbcfc97a4cad" /><Relationship Type="http://schemas.openxmlformats.org/officeDocument/2006/relationships/slide" Target="/ppt/slides/slide26.xml" Id="Rdf2b10c005a341a5" /><Relationship Type="http://schemas.openxmlformats.org/officeDocument/2006/relationships/slide" Target="/ppt/slides/slide27.xml" Id="R17966a3fad094a1c" /><Relationship Type="http://schemas.openxmlformats.org/officeDocument/2006/relationships/slide" Target="/ppt/slides/slide28.xml" Id="Ra52d6b75fe0e4bb3" /><Relationship Type="http://schemas.openxmlformats.org/officeDocument/2006/relationships/slide" Target="/ppt/slides/slide29.xml" Id="Rf87733cd36a2407f" /><Relationship Type="http://schemas.openxmlformats.org/officeDocument/2006/relationships/slide" Target="/ppt/slides/slide30.xml" Id="R9c162c0abc33448d" /><Relationship Type="http://schemas.openxmlformats.org/officeDocument/2006/relationships/slide" Target="/ppt/slides/slide31.xml" Id="R6c029f8de0934625" /><Relationship Type="http://schemas.openxmlformats.org/officeDocument/2006/relationships/slide" Target="/ppt/slides/slide32.xml" Id="R06bea3ed2b62483f" /><Relationship Type="http://schemas.openxmlformats.org/officeDocument/2006/relationships/slide" Target="/ppt/slides/slide33.xml" Id="R1b3e325875684e00" /><Relationship Type="http://schemas.openxmlformats.org/officeDocument/2006/relationships/slide" Target="/ppt/slides/slide34.xml" Id="R013b453ff5264bfd" /><Relationship Type="http://schemas.openxmlformats.org/officeDocument/2006/relationships/slide" Target="/ppt/slides/slide35.xml" Id="Rfb804a538cba4ade" /><Relationship Type="http://schemas.openxmlformats.org/officeDocument/2006/relationships/slide" Target="/ppt/slides/slide36.xml" Id="R4c31b07447124184" /><Relationship Type="http://schemas.openxmlformats.org/officeDocument/2006/relationships/slide" Target="/ppt/slides/slide37.xml" Id="R4af4b4f260d04dc6" /><Relationship Type="http://schemas.openxmlformats.org/officeDocument/2006/relationships/slide" Target="/ppt/slides/slide38.xml" Id="R876ef718f3844a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423946e084542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10a940b4bd4029" /><Relationship Type="http://schemas.openxmlformats.org/officeDocument/2006/relationships/notesMaster" Target="/ppt/notesMasters/notesMaster1.xml" Id="R5556f5cb6e924f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2b8f6abaec549fb" /><Relationship Type="http://schemas.openxmlformats.org/officeDocument/2006/relationships/notesMaster" Target="/ppt/notesMasters/notesMaster1.xml" Id="Rb28e8bef9f9c4e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93dd579489438f" /><Relationship Type="http://schemas.openxmlformats.org/officeDocument/2006/relationships/notesMaster" Target="/ppt/notesMasters/notesMaster1.xml" Id="R257f3ca8123444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d4f435ce534e39" /><Relationship Type="http://schemas.openxmlformats.org/officeDocument/2006/relationships/notesMaster" Target="/ppt/notesMasters/notesMaster1.xml" Id="R2fa34f8739b84e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10e21936a3497f" /><Relationship Type="http://schemas.openxmlformats.org/officeDocument/2006/relationships/notesMaster" Target="/ppt/notesMasters/notesMaster1.xml" Id="R834f26c800da4f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68c7d247684ca8" /><Relationship Type="http://schemas.openxmlformats.org/officeDocument/2006/relationships/notesMaster" Target="/ppt/notesMasters/notesMaster1.xml" Id="Rd5bc1b2bed594e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17817b163534fca" /><Relationship Type="http://schemas.openxmlformats.org/officeDocument/2006/relationships/notesMaster" Target="/ppt/notesMasters/notesMaster1.xml" Id="Rd302351d2c1b43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2022441f854e95" /><Relationship Type="http://schemas.openxmlformats.org/officeDocument/2006/relationships/notesMaster" Target="/ppt/notesMasters/notesMaster1.xml" Id="Rd5a545c3fd1c40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88a4b1ca716405e" /><Relationship Type="http://schemas.openxmlformats.org/officeDocument/2006/relationships/notesMaster" Target="/ppt/notesMasters/notesMaster1.xml" Id="Rbfbc4e142a2c41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325ddde4ff94cd2" /><Relationship Type="http://schemas.openxmlformats.org/officeDocument/2006/relationships/notesMaster" Target="/ppt/notesMasters/notesMaster1.xml" Id="Rdfbdcc1137a446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ccc12531e2495d" /><Relationship Type="http://schemas.openxmlformats.org/officeDocument/2006/relationships/notesMaster" Target="/ppt/notesMasters/notesMaster1.xml" Id="R85acf23779fc41e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2ef01c77a254665" /><Relationship Type="http://schemas.openxmlformats.org/officeDocument/2006/relationships/notesMaster" Target="/ppt/notesMasters/notesMaster1.xml" Id="R14bac98f051e42c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4e109bc0e2d41a0" /><Relationship Type="http://schemas.openxmlformats.org/officeDocument/2006/relationships/notesMaster" Target="/ppt/notesMasters/notesMaster1.xml" Id="R4826e735aa55438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9d9961fcaf442e" /><Relationship Type="http://schemas.openxmlformats.org/officeDocument/2006/relationships/notesMaster" Target="/ppt/notesMasters/notesMaster1.xml" Id="R2319534a9cad41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ee81722b2646df" /><Relationship Type="http://schemas.openxmlformats.org/officeDocument/2006/relationships/notesMaster" Target="/ppt/notesMasters/notesMaster1.xml" Id="R31cdbf22e9c44bc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929b6d7e0584238" /><Relationship Type="http://schemas.openxmlformats.org/officeDocument/2006/relationships/notesMaster" Target="/ppt/notesMasters/notesMaster1.xml" Id="R3a9ea4691ec5489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c467e12d6d6464e" /><Relationship Type="http://schemas.openxmlformats.org/officeDocument/2006/relationships/notesMaster" Target="/ppt/notesMasters/notesMaster1.xml" Id="R4cd8cbf557ed47a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4e6e168e9bf4ac8" /><Relationship Type="http://schemas.openxmlformats.org/officeDocument/2006/relationships/notesMaster" Target="/ppt/notesMasters/notesMaster1.xml" Id="Rd228d31676a7443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cff24cdf264b4c" /><Relationship Type="http://schemas.openxmlformats.org/officeDocument/2006/relationships/notesMaster" Target="/ppt/notesMasters/notesMaster1.xml" Id="Re81923c1e953459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33e2dcd75a54e20" /><Relationship Type="http://schemas.openxmlformats.org/officeDocument/2006/relationships/notesMaster" Target="/ppt/notesMasters/notesMaster1.xml" Id="Rcedfa9bafc0544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8b9a1a0df854e51" /><Relationship Type="http://schemas.openxmlformats.org/officeDocument/2006/relationships/notesMaster" Target="/ppt/notesMasters/notesMaster1.xml" Id="R5db8bf2d8c58463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3ca74dcd6e4147" /><Relationship Type="http://schemas.openxmlformats.org/officeDocument/2006/relationships/notesMaster" Target="/ppt/notesMasters/notesMaster1.xml" Id="R8c468d4040a74c7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aac24a557184388" /><Relationship Type="http://schemas.openxmlformats.org/officeDocument/2006/relationships/notesMaster" Target="/ppt/notesMasters/notesMaster1.xml" Id="R1626a348ab64417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651c523f4be423f" /><Relationship Type="http://schemas.openxmlformats.org/officeDocument/2006/relationships/notesMaster" Target="/ppt/notesMasters/notesMaster1.xml" Id="Raddb090494d64d5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5333245861f4eb2" /><Relationship Type="http://schemas.openxmlformats.org/officeDocument/2006/relationships/notesMaster" Target="/ppt/notesMasters/notesMaster1.xml" Id="R63e3125f6c4642f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977feaf2b7e452b" /><Relationship Type="http://schemas.openxmlformats.org/officeDocument/2006/relationships/notesMaster" Target="/ppt/notesMasters/notesMaster1.xml" Id="R0a8d84819f22409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1237e7b724f42ce" /><Relationship Type="http://schemas.openxmlformats.org/officeDocument/2006/relationships/notesMaster" Target="/ppt/notesMasters/notesMaster1.xml" Id="R99578632293a4fe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275bb29d644bbc" /><Relationship Type="http://schemas.openxmlformats.org/officeDocument/2006/relationships/notesMaster" Target="/ppt/notesMasters/notesMaster1.xml" Id="R5aa1b40f0ed54eb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68be48768e945fc" /><Relationship Type="http://schemas.openxmlformats.org/officeDocument/2006/relationships/notesMaster" Target="/ppt/notesMasters/notesMaster1.xml" Id="R6d73a1c718d14c6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85397e5bdda4bb9" /><Relationship Type="http://schemas.openxmlformats.org/officeDocument/2006/relationships/notesMaster" Target="/ppt/notesMasters/notesMaster1.xml" Id="R7173fcaf0545488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f47c3d58854e79" /><Relationship Type="http://schemas.openxmlformats.org/officeDocument/2006/relationships/notesMaster" Target="/ppt/notesMasters/notesMaster1.xml" Id="R89c69b1b4574495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8db96e088f944b7e" /><Relationship Type="http://schemas.openxmlformats.org/officeDocument/2006/relationships/notesMaster" Target="/ppt/notesMasters/notesMaster1.xml" Id="R589a189838e34b7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ea8c7f2b9e349c7" /><Relationship Type="http://schemas.openxmlformats.org/officeDocument/2006/relationships/notesMaster" Target="/ppt/notesMasters/notesMaster1.xml" Id="Rf5d0379cbcf4477b"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6b2660f26d9741fc" /><Relationship Type="http://schemas.openxmlformats.org/officeDocument/2006/relationships/notesMaster" Target="/ppt/notesMasters/notesMaster1.xml" Id="R4834a076cf324d2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507931c1ad64daf" /><Relationship Type="http://schemas.openxmlformats.org/officeDocument/2006/relationships/notesMaster" Target="/ppt/notesMasters/notesMaster1.xml" Id="R204993002f9c40d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e2fc0c82a794c3c" /><Relationship Type="http://schemas.openxmlformats.org/officeDocument/2006/relationships/notesMaster" Target="/ppt/notesMasters/notesMaster1.xml" Id="R9129c7a898b44c4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9b6a93cac634cbd" /><Relationship Type="http://schemas.openxmlformats.org/officeDocument/2006/relationships/notesMaster" Target="/ppt/notesMasters/notesMaster1.xml" Id="Rc4a2a118915f447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35d7efa32844fe6" /><Relationship Type="http://schemas.openxmlformats.org/officeDocument/2006/relationships/notesMaster" Target="/ppt/notesMasters/notesMaster1.xml" Id="R4eb1f0fe3cf945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c4c50ea12e542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281706dc18a47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3cfbb2d2aa74ef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0edd0f379e45d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0adf6f097ec462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1de5e18e4341e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014f64ffa81497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e4621712337450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bf87215bb21439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02c69e58d49411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7ac0b6b3fbe46e5"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15"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11"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9094fb2fa64f97" /><Relationship Type="http://schemas.openxmlformats.org/officeDocument/2006/relationships/slideLayout" Target="/ppt/slideLayouts/slideLayout1.xml" Id="R796ba1c51c41425d" /><Relationship Type="http://schemas.openxmlformats.org/officeDocument/2006/relationships/slideLayout" Target="/ppt/slideLayouts/slideLayout2.xml" Id="R2ac73735cb974fc0" /><Relationship Type="http://schemas.openxmlformats.org/officeDocument/2006/relationships/slideLayout" Target="/ppt/slideLayouts/slideLayout3.xml" Id="R83b5bfb6d153400d" /><Relationship Type="http://schemas.openxmlformats.org/officeDocument/2006/relationships/slideLayout" Target="/ppt/slideLayouts/slideLayout4.xml" Id="R5f4eed8faaef4856" /><Relationship Type="http://schemas.openxmlformats.org/officeDocument/2006/relationships/slideLayout" Target="/ppt/slideLayouts/slideLayout5.xml" Id="Rf8c23b2b2e634936" /><Relationship Type="http://schemas.openxmlformats.org/officeDocument/2006/relationships/slideLayout" Target="/ppt/slideLayouts/slideLayout6.xml" Id="Re76d0e316979408f" /><Relationship Type="http://schemas.openxmlformats.org/officeDocument/2006/relationships/slideLayout" Target="/ppt/slideLayouts/slideLayout7.xml" Id="Rb61dcf532bdb4de6" /><Relationship Type="http://schemas.openxmlformats.org/officeDocument/2006/relationships/slideLayout" Target="/ppt/slideLayouts/slideLayout8.xml" Id="R3fb9f9c9f9a54393" /><Relationship Type="http://schemas.openxmlformats.org/officeDocument/2006/relationships/slideLayout" Target="/ppt/slideLayouts/slideLayout9.xml" Id="Redfea2bb57e94312" /><Relationship Type="http://schemas.openxmlformats.org/officeDocument/2006/relationships/slideLayout" Target="/ppt/slideLayouts/slideLayout10.xml" Id="R1e57e7a39b334d49" /><Relationship Type="http://schemas.openxmlformats.org/officeDocument/2006/relationships/slideLayout" Target="/ppt/slideLayouts/slideLayout11.xml" Id="R4d385ddb5da6436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796ba1c51c41425d"/>
    <p:sldLayoutId xmlns:r="http://schemas.openxmlformats.org/officeDocument/2006/relationships" id="2147483650" r:id="R2ac73735cb974fc0"/>
    <p:sldLayoutId xmlns:r="http://schemas.openxmlformats.org/officeDocument/2006/relationships" id="2147483651" r:id="R83b5bfb6d153400d"/>
    <p:sldLayoutId xmlns:r="http://schemas.openxmlformats.org/officeDocument/2006/relationships" id="2147483652" r:id="R5f4eed8faaef4856"/>
    <p:sldLayoutId xmlns:r="http://schemas.openxmlformats.org/officeDocument/2006/relationships" id="2147483653" r:id="Rf8c23b2b2e634936"/>
    <p:sldLayoutId xmlns:r="http://schemas.openxmlformats.org/officeDocument/2006/relationships" id="2147483654" r:id="Re76d0e316979408f"/>
    <p:sldLayoutId xmlns:r="http://schemas.openxmlformats.org/officeDocument/2006/relationships" id="2147483655" r:id="Rb61dcf532bdb4de6"/>
    <p:sldLayoutId xmlns:r="http://schemas.openxmlformats.org/officeDocument/2006/relationships" id="2147483656" r:id="R3fb9f9c9f9a54393"/>
    <p:sldLayoutId xmlns:r="http://schemas.openxmlformats.org/officeDocument/2006/relationships" id="2147483657" r:id="Redfea2bb57e94312"/>
    <p:sldLayoutId xmlns:r="http://schemas.openxmlformats.org/officeDocument/2006/relationships" id="2147483658" r:id="R1e57e7a39b334d49"/>
    <p:sldLayoutId xmlns:r="http://schemas.openxmlformats.org/officeDocument/2006/relationships" id="2147483659" r:id="R4d385ddb5da64362"/>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d3b3d05c8794c54" /><Relationship Type="http://schemas.openxmlformats.org/officeDocument/2006/relationships/image" Target="/ppt/media/image.png" Id="R99feb1ff8b35488f" /><Relationship Type="http://schemas.openxmlformats.org/officeDocument/2006/relationships/image" Target="/ppt/media/image2.png" Id="Rb47cbc2861d44ca7" /><Relationship Type="http://schemas.openxmlformats.org/officeDocument/2006/relationships/notesSlide" Target="/ppt/notesSlides/notesSlide1.xml" Id="R8fef2e6b1dda416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bdbc08deab349df" /><Relationship Type="http://schemas.openxmlformats.org/officeDocument/2006/relationships/image" Target="/ppt/media/image.jpeg" Id="Rff6e3e6bd50940ee" /><Relationship Type="http://schemas.openxmlformats.org/officeDocument/2006/relationships/image" Target="/ppt/media/image3.png" Id="R88ac04c57c5748a5" /><Relationship Type="http://schemas.openxmlformats.org/officeDocument/2006/relationships/notesSlide" Target="/ppt/notesSlides/notesSlide2.xml" Id="R310bf3c25a5844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32b9096ba2142fd" /><Relationship Type="http://schemas.openxmlformats.org/officeDocument/2006/relationships/image" Target="/ppt/media/image2.jpeg" Id="R35c5d7efcf794787" /><Relationship Type="http://schemas.openxmlformats.org/officeDocument/2006/relationships/image" Target="/ppt/media/image2.png" Id="Reca6d1a2c8054992" /><Relationship Type="http://schemas.openxmlformats.org/officeDocument/2006/relationships/image" Target="/ppt/media/image4.png" Id="R8cf50ca8256b4b2f" /><Relationship Type="http://schemas.openxmlformats.org/officeDocument/2006/relationships/image" Target="/ppt/media/image5.png" Id="R9a8eaee225f8401f" /><Relationship Type="http://schemas.openxmlformats.org/officeDocument/2006/relationships/notesSlide" Target="/ppt/notesSlides/notesSlide3.xml" Id="R2243a4a487e14f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667863e66ce40fa" /><Relationship Type="http://schemas.openxmlformats.org/officeDocument/2006/relationships/image" Target="/ppt/media/image2.jpeg" Id="Rea0fb798bd274340" /><Relationship Type="http://schemas.openxmlformats.org/officeDocument/2006/relationships/image" Target="/ppt/media/image2.png" Id="R236420a03d6e4a8b" /><Relationship Type="http://schemas.openxmlformats.org/officeDocument/2006/relationships/image" Target="/ppt/media/image6.png" Id="R5211f05ab3c44e98" /><Relationship Type="http://schemas.openxmlformats.org/officeDocument/2006/relationships/notesSlide" Target="/ppt/notesSlides/notesSlide4.xml" Id="R26bcff5c2f0b40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f592a3e1b64474" /><Relationship Type="http://schemas.openxmlformats.org/officeDocument/2006/relationships/image" Target="/ppt/media/image2.jpeg" Id="Raa6b91be341d4d1f" /><Relationship Type="http://schemas.openxmlformats.org/officeDocument/2006/relationships/image" Target="/ppt/media/image2.png" Id="R4b7063ee60a14388" /><Relationship Type="http://schemas.openxmlformats.org/officeDocument/2006/relationships/notesSlide" Target="/ppt/notesSlides/notesSlide5.xml" Id="Rc869a2f50d0544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b0b814af68c4998" /><Relationship Type="http://schemas.openxmlformats.org/officeDocument/2006/relationships/image" Target="/ppt/media/image2.jpeg" Id="Rea3c97c22d0c405f" /><Relationship Type="http://schemas.openxmlformats.org/officeDocument/2006/relationships/image" Target="/ppt/media/image2.png" Id="R26537e7924684aca" /><Relationship Type="http://schemas.openxmlformats.org/officeDocument/2006/relationships/notesSlide" Target="/ppt/notesSlides/notesSlide6.xml" Id="R82bdf5361813485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f5a52c38e34c33" /><Relationship Type="http://schemas.openxmlformats.org/officeDocument/2006/relationships/image" Target="/ppt/media/image2.jpeg" Id="R032c826b6ec14e52" /><Relationship Type="http://schemas.openxmlformats.org/officeDocument/2006/relationships/image" Target="/ppt/media/image2.png" Id="R4aa6b5c19ff94704" /><Relationship Type="http://schemas.openxmlformats.org/officeDocument/2006/relationships/chart" Target="/ppt/slides/charts/chart1.xml" Id="R9867e4a6fff24a88" /><Relationship Type="http://schemas.openxmlformats.org/officeDocument/2006/relationships/notesSlide" Target="/ppt/notesSlides/notesSlide7.xml" Id="R1c0fc33dde6740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f1089ac3c049c0" /><Relationship Type="http://schemas.openxmlformats.org/officeDocument/2006/relationships/image" Target="/ppt/media/image2.jpeg" Id="R78c2b2e221894b74" /><Relationship Type="http://schemas.openxmlformats.org/officeDocument/2006/relationships/image" Target="/ppt/media/image2.png" Id="R7d90dc2c1d644238" /><Relationship Type="http://schemas.openxmlformats.org/officeDocument/2006/relationships/notesSlide" Target="/ppt/notesSlides/notesSlide8.xml" Id="R64b1df454e2641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2c9a8ab25544cd" /><Relationship Type="http://schemas.openxmlformats.org/officeDocument/2006/relationships/image" Target="/ppt/media/image2.jpeg" Id="R77388215ddb2483c" /><Relationship Type="http://schemas.openxmlformats.org/officeDocument/2006/relationships/image" Target="/ppt/media/image2.png" Id="R3a51b2ba4ea74ec9" /><Relationship Type="http://schemas.openxmlformats.org/officeDocument/2006/relationships/notesSlide" Target="/ppt/notesSlides/notesSlide9.xml" Id="Rd0d2e6d8fa4844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33bb8ae93da54732" /><Relationship Type="http://schemas.openxmlformats.org/officeDocument/2006/relationships/image" Target="/ppt/media/image2.jpeg" Id="Rd55b7e7476f3491b" /><Relationship Type="http://schemas.openxmlformats.org/officeDocument/2006/relationships/image" Target="/ppt/media/image2.png" Id="R2e5019bea9c54826" /><Relationship Type="http://schemas.openxmlformats.org/officeDocument/2006/relationships/image" Target="/ppt/media/image4.png" Id="R152cc168011a4d79" /><Relationship Type="http://schemas.openxmlformats.org/officeDocument/2006/relationships/image" Target="/ppt/media/image7.png" Id="Rc04e00a0837240a4" /><Relationship Type="http://schemas.openxmlformats.org/officeDocument/2006/relationships/notesSlide" Target="/ppt/notesSlides/notesSlide10.xml" Id="R352edaf730c9455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1ec63f5c23b473b" /><Relationship Type="http://schemas.openxmlformats.org/officeDocument/2006/relationships/image" Target="/ppt/media/image2.jpeg" Id="Re087cf31db564746" /><Relationship Type="http://schemas.openxmlformats.org/officeDocument/2006/relationships/image" Target="/ppt/media/image2.png" Id="R30229a6e9a9e45bc" /><Relationship Type="http://schemas.openxmlformats.org/officeDocument/2006/relationships/notesSlide" Target="/ppt/notesSlides/notesSlide11.xml" Id="Recb34c74a4d34f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c898422849a4284" /><Relationship Type="http://schemas.openxmlformats.org/officeDocument/2006/relationships/image" Target="/ppt/media/image3.jpeg" Id="R495a034413324a49" /><Relationship Type="http://schemas.openxmlformats.org/officeDocument/2006/relationships/image" Target="/ppt/media/image8.png" Id="Rc4e3255cf1cb4a47" /><Relationship Type="http://schemas.openxmlformats.org/officeDocument/2006/relationships/notesSlide" Target="/ppt/notesSlides/notesSlide12.xml" Id="R8a352c3f1a3a4de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5028954ae04d91" /><Relationship Type="http://schemas.openxmlformats.org/officeDocument/2006/relationships/image" Target="/ppt/media/image2.jpeg" Id="R05ebd8e4a6ad44c4" /><Relationship Type="http://schemas.openxmlformats.org/officeDocument/2006/relationships/image" Target="/ppt/media/image2.png" Id="Rc444c2c9a0be4179" /><Relationship Type="http://schemas.openxmlformats.org/officeDocument/2006/relationships/notesSlide" Target="/ppt/notesSlides/notesSlide13.xml" Id="Rad89bf01907147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2ca396ab59d4d44" /><Relationship Type="http://schemas.openxmlformats.org/officeDocument/2006/relationships/image" Target="/ppt/media/image2.jpeg" Id="Re66fba48d1fe459e" /><Relationship Type="http://schemas.openxmlformats.org/officeDocument/2006/relationships/image" Target="/ppt/media/image2.png" Id="R9cda69b1f0e34df5" /><Relationship Type="http://schemas.openxmlformats.org/officeDocument/2006/relationships/image" Target="/ppt/media/image4.jpeg" Id="Ra1270bb96b504ca1" /><Relationship Type="http://schemas.openxmlformats.org/officeDocument/2006/relationships/image" Target="/ppt/media/image9.png" Id="R5c0ed38428214403" /><Relationship Type="http://schemas.openxmlformats.org/officeDocument/2006/relationships/notesSlide" Target="/ppt/notesSlides/notesSlide14.xml" Id="R4b9da281012e44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54c8a15cec54cc9" /><Relationship Type="http://schemas.openxmlformats.org/officeDocument/2006/relationships/image" Target="/ppt/media/image2.jpeg" Id="R7367237d1bd44cb2" /><Relationship Type="http://schemas.openxmlformats.org/officeDocument/2006/relationships/image" Target="/ppt/media/image2.png" Id="R0d3e15c424ff4e54" /><Relationship Type="http://schemas.openxmlformats.org/officeDocument/2006/relationships/notesSlide" Target="/ppt/notesSlides/notesSlide15.xml" Id="R4ce4d58658064b4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6d8228eed4c4d8d" /><Relationship Type="http://schemas.openxmlformats.org/officeDocument/2006/relationships/image" Target="/ppt/media/image2.jpeg" Id="Rd974a337aa754f5a" /><Relationship Type="http://schemas.openxmlformats.org/officeDocument/2006/relationships/image" Target="/ppt/media/image2.png" Id="R7e0cded1375748fc" /><Relationship Type="http://schemas.openxmlformats.org/officeDocument/2006/relationships/image" Target="/ppt/media/image4.png" Id="Rbcb2220a1b8f4068" /><Relationship Type="http://schemas.openxmlformats.org/officeDocument/2006/relationships/image" Target="/ppt/media/image10.png" Id="R0004df5f0e844890" /><Relationship Type="http://schemas.openxmlformats.org/officeDocument/2006/relationships/notesSlide" Target="/ppt/notesSlides/notesSlide16.xml" Id="R210b119b971844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38ce8b1663947f6" /><Relationship Type="http://schemas.openxmlformats.org/officeDocument/2006/relationships/image" Target="/ppt/media/image2.jpeg" Id="Rea63671bc98744ea" /><Relationship Type="http://schemas.openxmlformats.org/officeDocument/2006/relationships/image" Target="/ppt/media/image2.png" Id="Recb9332c19f4414e" /><Relationship Type="http://schemas.openxmlformats.org/officeDocument/2006/relationships/image" Target="/ppt/media/image11.png" Id="R49f2ab2f51c34446" /><Relationship Type="http://schemas.openxmlformats.org/officeDocument/2006/relationships/image" Target="/ppt/media/image12.png" Id="R31b7b398ceed4f12" /><Relationship Type="http://schemas.openxmlformats.org/officeDocument/2006/relationships/notesSlide" Target="/ppt/notesSlides/notesSlide17.xml" Id="R1b3f837819e24b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9fe16a724614867" /><Relationship Type="http://schemas.openxmlformats.org/officeDocument/2006/relationships/image" Target="/ppt/media/image2.jpeg" Id="R4380e1ab730d4013" /><Relationship Type="http://schemas.openxmlformats.org/officeDocument/2006/relationships/image" Target="/ppt/media/image2.png" Id="R8388d985bf8c427c" /><Relationship Type="http://schemas.openxmlformats.org/officeDocument/2006/relationships/image" Target="/ppt/media/image11.png" Id="R8f4fffab726e4769" /><Relationship Type="http://schemas.openxmlformats.org/officeDocument/2006/relationships/image" Target="/ppt/media/image13.png" Id="R42c4bbc880784e69" /><Relationship Type="http://schemas.openxmlformats.org/officeDocument/2006/relationships/image" Target="/ppt/media/image5.jpeg" Id="Rb09888210f554ed3" /><Relationship Type="http://schemas.openxmlformats.org/officeDocument/2006/relationships/image" Target="/ppt/media/image14.png" Id="Rd74364b1d72645b8" /><Relationship Type="http://schemas.openxmlformats.org/officeDocument/2006/relationships/notesSlide" Target="/ppt/notesSlides/notesSlide18.xml" Id="R9584b672769a487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8bf32615dc4ef0" /><Relationship Type="http://schemas.openxmlformats.org/officeDocument/2006/relationships/image" Target="/ppt/media/image2.jpeg" Id="Rd71211de628740a1" /><Relationship Type="http://schemas.openxmlformats.org/officeDocument/2006/relationships/image" Target="/ppt/media/image2.png" Id="Rae05fc1331a846ea" /><Relationship Type="http://schemas.openxmlformats.org/officeDocument/2006/relationships/notesSlide" Target="/ppt/notesSlides/notesSlide19.xml" Id="R9680ee1c770f4e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df57623992d4d2c" /><Relationship Type="http://schemas.openxmlformats.org/officeDocument/2006/relationships/image" Target="/ppt/media/image2.jpeg" Id="R2e4ef83a8a9e45f0" /><Relationship Type="http://schemas.openxmlformats.org/officeDocument/2006/relationships/image" Target="/ppt/media/image2.png" Id="Rb8ea2b5ed9b443cc" /><Relationship Type="http://schemas.openxmlformats.org/officeDocument/2006/relationships/notesSlide" Target="/ppt/notesSlides/notesSlide20.xml" Id="Rdd13eb8423d94d3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d74258ff12a4686" /><Relationship Type="http://schemas.openxmlformats.org/officeDocument/2006/relationships/image" Target="/ppt/media/image2.jpeg" Id="R93830751425944c5" /><Relationship Type="http://schemas.openxmlformats.org/officeDocument/2006/relationships/image" Target="/ppt/media/image2.png" Id="R01a2c599494348c4" /><Relationship Type="http://schemas.openxmlformats.org/officeDocument/2006/relationships/notesSlide" Target="/ppt/notesSlides/notesSlide21.xml" Id="R635accc86a3c485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da510e44a9c43ea" /><Relationship Type="http://schemas.openxmlformats.org/officeDocument/2006/relationships/image" Target="/ppt/media/image2.jpeg" Id="R143f264416cb45b2" /><Relationship Type="http://schemas.openxmlformats.org/officeDocument/2006/relationships/image" Target="/ppt/media/image2.png" Id="R5e81fa2c6f9d44e4" /><Relationship Type="http://schemas.openxmlformats.org/officeDocument/2006/relationships/notesSlide" Target="/ppt/notesSlides/notesSlide22.xml" Id="R76b4c1de94f5440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a549a39e7df46e3" /><Relationship Type="http://schemas.openxmlformats.org/officeDocument/2006/relationships/image" Target="/ppt/media/image2.jpeg" Id="Rce902e844d45481d" /><Relationship Type="http://schemas.openxmlformats.org/officeDocument/2006/relationships/image" Target="/ppt/media/image2.png" Id="Raf4137628eba49f2" /><Relationship Type="http://schemas.openxmlformats.org/officeDocument/2006/relationships/notesSlide" Target="/ppt/notesSlides/notesSlide23.xml" Id="Red6d9e90316b440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2add2be3582a49bf" /><Relationship Type="http://schemas.openxmlformats.org/officeDocument/2006/relationships/image" Target="/ppt/media/image2.jpeg" Id="Rf7d76601cc314a89" /><Relationship Type="http://schemas.openxmlformats.org/officeDocument/2006/relationships/image" Target="/ppt/media/image2.png" Id="Rdb7dd9138e744e58" /><Relationship Type="http://schemas.openxmlformats.org/officeDocument/2006/relationships/image" Target="/ppt/media/image4.png" Id="Ra1ca39f8f83e4f89" /><Relationship Type="http://schemas.openxmlformats.org/officeDocument/2006/relationships/image" Target="/ppt/media/image15.png" Id="R59c2a4d30d51427d" /><Relationship Type="http://schemas.openxmlformats.org/officeDocument/2006/relationships/notesSlide" Target="/ppt/notesSlides/notesSlide24.xml" Id="R4ea145ea17cb4af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94b3c1a6ac34a39" /><Relationship Type="http://schemas.openxmlformats.org/officeDocument/2006/relationships/image" Target="/ppt/media/image2.jpeg" Id="Rd45eb2636fd44091" /><Relationship Type="http://schemas.openxmlformats.org/officeDocument/2006/relationships/image" Target="/ppt/media/image2.png" Id="R04818a534ad644d4" /><Relationship Type="http://schemas.openxmlformats.org/officeDocument/2006/relationships/notesSlide" Target="/ppt/notesSlides/notesSlide25.xml" Id="Rfec262f3ee544ca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8202aea74df4b65" /><Relationship Type="http://schemas.openxmlformats.org/officeDocument/2006/relationships/image" Target="/ppt/media/image2.jpeg" Id="R2095188d85b24e4a" /><Relationship Type="http://schemas.openxmlformats.org/officeDocument/2006/relationships/image" Target="/ppt/media/image2.png" Id="Rce340f4363fd4165" /><Relationship Type="http://schemas.openxmlformats.org/officeDocument/2006/relationships/chart" Target="/ppt/slides/charts/chart2.xml" Id="R50f848c1920343bd" /><Relationship Type="http://schemas.openxmlformats.org/officeDocument/2006/relationships/notesSlide" Target="/ppt/notesSlides/notesSlide26.xml" Id="R8872060bbd87445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c84cf92341145b2" /><Relationship Type="http://schemas.openxmlformats.org/officeDocument/2006/relationships/image" Target="/ppt/media/image2.jpeg" Id="R374d25d3dc6a456a" /><Relationship Type="http://schemas.openxmlformats.org/officeDocument/2006/relationships/image" Target="/ppt/media/image2.png" Id="Rabd6e833bdff486d" /><Relationship Type="http://schemas.openxmlformats.org/officeDocument/2006/relationships/image" Target="/ppt/media/image16.png" Id="Rf5fa12cc658f4076" /><Relationship Type="http://schemas.openxmlformats.org/officeDocument/2006/relationships/image" Target="/ppt/media/image17.png" Id="R7606e79c3a04473e" /><Relationship Type="http://schemas.openxmlformats.org/officeDocument/2006/relationships/notesSlide" Target="/ppt/notesSlides/notesSlide27.xml" Id="Ra16b4109ea084ce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d3f7b68f9e8f4d6b" /><Relationship Type="http://schemas.openxmlformats.org/officeDocument/2006/relationships/image" Target="/ppt/media/image2.jpeg" Id="R73e68194b8e34325" /><Relationship Type="http://schemas.openxmlformats.org/officeDocument/2006/relationships/image" Target="/ppt/media/image2.png" Id="Rad4ef7d894e9486c" /><Relationship Type="http://schemas.openxmlformats.org/officeDocument/2006/relationships/image" Target="/ppt/media/image4.png" Id="R57503f4d65d84d38" /><Relationship Type="http://schemas.openxmlformats.org/officeDocument/2006/relationships/image" Target="/ppt/media/image18.png" Id="R65dc2bb92bfe416f" /><Relationship Type="http://schemas.openxmlformats.org/officeDocument/2006/relationships/notesSlide" Target="/ppt/notesSlides/notesSlide28.xml" Id="R7042af62c6b24b0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b780eb45ad04b72" /><Relationship Type="http://schemas.openxmlformats.org/officeDocument/2006/relationships/image" Target="/ppt/media/image2.jpeg" Id="R6bd33e0afe1740c6" /><Relationship Type="http://schemas.openxmlformats.org/officeDocument/2006/relationships/image" Target="/ppt/media/image2.png" Id="R1f37267362f549b0" /><Relationship Type="http://schemas.openxmlformats.org/officeDocument/2006/relationships/notesSlide" Target="/ppt/notesSlides/notesSlide29.xml" Id="R836478fae17249b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742889b874b4bd2" /><Relationship Type="http://schemas.openxmlformats.org/officeDocument/2006/relationships/image" Target="/ppt/media/image2.jpeg" Id="R2d7917502e23475d" /><Relationship Type="http://schemas.openxmlformats.org/officeDocument/2006/relationships/image" Target="/ppt/media/image2.png" Id="Ra2c345dfbe674c8a" /><Relationship Type="http://schemas.openxmlformats.org/officeDocument/2006/relationships/notesSlide" Target="/ppt/notesSlides/notesSlide30.xml" Id="R9c1f72c9631a469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60c74779ed314388" /><Relationship Type="http://schemas.openxmlformats.org/officeDocument/2006/relationships/image" Target="/ppt/media/image2.jpeg" Id="Re402f7361a2b403e" /><Relationship Type="http://schemas.openxmlformats.org/officeDocument/2006/relationships/image" Target="/ppt/media/image2.png" Id="R06bc4140e14942b7" /><Relationship Type="http://schemas.openxmlformats.org/officeDocument/2006/relationships/notesSlide" Target="/ppt/notesSlides/notesSlide31.xml" Id="R316fe0164ca54c8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59ad47728e44a67" /><Relationship Type="http://schemas.openxmlformats.org/officeDocument/2006/relationships/image" Target="/ppt/media/image2.jpeg" Id="R5d7fa8e547ab4435" /><Relationship Type="http://schemas.openxmlformats.org/officeDocument/2006/relationships/image" Target="/ppt/media/image2.png" Id="Rbe56591f48f84015" /><Relationship Type="http://schemas.openxmlformats.org/officeDocument/2006/relationships/notesSlide" Target="/ppt/notesSlides/notesSlide32.xml" Id="R07dc6acc623c4f5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de2956cef86143f6" /><Relationship Type="http://schemas.openxmlformats.org/officeDocument/2006/relationships/image" Target="/ppt/media/image2.jpeg" Id="Ra057052cceb041f6" /><Relationship Type="http://schemas.openxmlformats.org/officeDocument/2006/relationships/image" Target="/ppt/media/image2.png" Id="Refd576cb6fb1481b" /><Relationship Type="http://schemas.openxmlformats.org/officeDocument/2006/relationships/notesSlide" Target="/ppt/notesSlides/notesSlide33.xml" Id="R8ae62df75435431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766d13329d874ccc" /><Relationship Type="http://schemas.openxmlformats.org/officeDocument/2006/relationships/image" Target="/ppt/media/image2.jpeg" Id="R773a4925fe1d448b" /><Relationship Type="http://schemas.openxmlformats.org/officeDocument/2006/relationships/image" Target="/ppt/media/image2.png" Id="R6bd50107544c49f7" /><Relationship Type="http://schemas.openxmlformats.org/officeDocument/2006/relationships/notesSlide" Target="/ppt/notesSlides/notesSlide34.xml" Id="R87915f1c44924ee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823912de99846ca" /><Relationship Type="http://schemas.openxmlformats.org/officeDocument/2006/relationships/image" Target="/ppt/media/image2.jpeg" Id="R76ed8344c1ec4b62" /><Relationship Type="http://schemas.openxmlformats.org/officeDocument/2006/relationships/image" Target="/ppt/media/image2.png" Id="R01a5859057764620" /><Relationship Type="http://schemas.openxmlformats.org/officeDocument/2006/relationships/notesSlide" Target="/ppt/notesSlides/notesSlide35.xml" Id="Radfd1b8bfdb74ee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6eba646a139e4a40" /><Relationship Type="http://schemas.openxmlformats.org/officeDocument/2006/relationships/image" Target="/ppt/media/image2.jpeg" Id="R1020fcffa8f44928" /><Relationship Type="http://schemas.openxmlformats.org/officeDocument/2006/relationships/image" Target="/ppt/media/image2.png" Id="R831d965a5ca641c7" /><Relationship Type="http://schemas.openxmlformats.org/officeDocument/2006/relationships/notesSlide" Target="/ppt/notesSlides/notesSlide36.xml" Id="Racbe2da5bb544f6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6ec9a9b0dea4507" /><Relationship Type="http://schemas.openxmlformats.org/officeDocument/2006/relationships/image" Target="/ppt/media/image2.jpeg" Id="R2dd53d5bbb524c43" /><Relationship Type="http://schemas.openxmlformats.org/officeDocument/2006/relationships/image" Target="/ppt/media/image2.png" Id="R7128fa6503de4770" /><Relationship Type="http://schemas.openxmlformats.org/officeDocument/2006/relationships/image" Target="/ppt/media/image19.png" Id="R9e19d6cf28cc4225" /><Relationship Type="http://schemas.openxmlformats.org/officeDocument/2006/relationships/notesSlide" Target="/ppt/notesSlides/notesSlide37.xml" Id="Ra76abedc05ea4a4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71fe0cb3e2e64ade" /><Relationship Type="http://schemas.openxmlformats.org/officeDocument/2006/relationships/image" Target="/ppt/media/image2.jpeg" Id="R085b6ffe474c4053" /><Relationship Type="http://schemas.openxmlformats.org/officeDocument/2006/relationships/image" Target="/ppt/media/image.gif" Id="Ref97a10b476f4a97" /><Relationship Type="http://schemas.openxmlformats.org/officeDocument/2006/relationships/image" Target="/ppt/media/image2.png" Id="R8596b412f35f4c05" /><Relationship Type="http://schemas.openxmlformats.org/officeDocument/2006/relationships/notesSlide" Target="/ppt/notesSlides/notesSlide38.xml" Id="Rea2fef123c8248c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plotArea>
      <c:barChart>
        <c:barDir val="col"/>
        <c:grouping val="clustered"/>
        <c:varyColors val="1"/>
        <c:ser>
          <c:idx val="0"/>
          <c:order val="0"/>
          <c:tx>
            <c:v>AUC</c:v>
          </c:tx>
          <c:spPr>
            <a:solidFill xmlns:a="http://schemas.openxmlformats.org/drawingml/2006/main">
              <a:srgbClr val="1E3A5F"/>
            </a:solidFill>
          </c:spPr>
          <c:dPt>
            <c:idx val="0"/>
            <c:invertIfNegative val="0"/>
            <c:spPr>
              <a:solidFill xmlns:a="http://schemas.openxmlformats.org/drawingml/2006/main">
                <a:srgbClr val="1E3A5F"/>
              </a:solidFill>
            </c:spPr>
          </c:dPt>
          <c:dPt>
            <c:idx val="1"/>
            <c:invertIfNegative val="0"/>
            <c:spPr>
              <a:solidFill xmlns:a="http://schemas.openxmlformats.org/drawingml/2006/main">
                <a:srgbClr val="008A46"/>
              </a:solidFill>
            </c:spPr>
          </c:dPt>
          <c:cat>
            <c:strLit>
              <c:ptCount val="2"/>
              <c:pt idx="0">
                <c:v>Local models</c:v>
              </c:pt>
              <c:pt idx="1">
                <c:v>EXAM federated model</c:v>
              </c:pt>
            </c:strLit>
          </c:cat>
          <c:val>
            <c:numLit>
              <c:formatCode>0.000</c:formatCode>
              <c:ptCount val="2"/>
              <c:pt idx="0">
                <c:v>0.795</c:v>
              </c:pt>
              <c:pt idx="1">
                <c:v>0.92</c:v>
              </c:pt>
            </c:numLit>
          </c:val>
        </c:ser>
        <c:dLbls>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
        <c:majorTickMark val="none"/>
        <c:minorTickMark val="none"/>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99feb1ff8b35488f">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b47cbc2861d44ca7">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f6e3e6bd50940ee"/>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8ac04c57c5748a5"/>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0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35c5d7efcf79478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1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eca6d1a2c805499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1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8cf50ca8256b4b2f">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31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9a8eaee225f8401f">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31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0fb798bd27434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36420a03d6e4a8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7" name=""/>
          <p:cNvPicPr>
            <a:picLocks xmlns:a="http://schemas.openxmlformats.org/drawingml/2006/main" noChangeAspect="1"/>
          </p:cNvPicPr>
          <p:nvPr/>
        </p:nvPicPr>
        <p:blipFill>
          <a:blip xmlns:r="http://schemas.openxmlformats.org/officeDocument/2006/relationships" xmlns:a="http://schemas.openxmlformats.org/drawingml/2006/main" r:embed="R5211f05ab3c44e98"/>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a6b91be341d4d1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b7063ee60a1438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3c97c22d0c40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537e7924684ac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Evidence for Collaboration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32c826b6ec14e5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aa6b5c19ff9470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1"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9867e4a6fff24a88"/>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8c2b2e221894b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d90dc2c1d6442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7388215ddb2483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a51b2ba4ea74ec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37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d55b7e7476f3491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8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2e5019bea9c5482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8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152cc168011a4d7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8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c04e00a0837240a4">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8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087cf31db56474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0229a6e9a9e45b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495a034413324a4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c4e3255cf1cb4a47"/>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8"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0"/>
            <a:ext cx="8382000" cy="10668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9" name="related-study-top-rule-2">
            <a:extLst xmlns:a="http://schemas.openxmlformats.org/drawingml/2006/main">
              <a:ext uri="{FF2B5EF4-FFF2-40B4-BE49-F238E27FC236}">
                <a16:creationId xmlns:a16="http://schemas.microsoft.com/office/drawing/2014/main" id="{E07068EC-4D22-49B3-962C-9317FC4B4B24}"/>
              </a:ext>
            </a:extLst>
          </p:cNvPr>
          <p:cNvSpPr>
            <a:spLocks xmlns:a="http://schemas.openxmlformats.org/drawingml/2006/main" noGrp="1"/>
          </p:cNvSpPr>
          <p:nvPr/>
        </p:nvSpPr>
        <p:spPr>
          <a:xfrm xmlns:a="http://schemas.openxmlformats.org/drawingml/2006/main">
            <a:off x="285750" y="295275"/>
            <a:ext cx="11811000" cy="9525"/>
          </a:xfrm>
          <a:prstGeom xmlns:a="http://schemas.openxmlformats.org/drawingml/2006/main" prst="rect">
            <a:avLst/>
          </a:prstGeom>
          <a:solidFill xmlns:a="http://schemas.openxmlformats.org/drawingml/2006/main">
            <a:srgbClr val="222222"/>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4290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ebd8e4a6ad44c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444c2c9a0be41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6"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66fba48d1fe459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cda69b1f0e34df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1"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2424"/>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2" name=""/>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3" name="related-comparison-border">
            <a:extLst xmlns:a="http://schemas.openxmlformats.org/drawingml/2006/main">
              <a:ext uri="{FF2B5EF4-FFF2-40B4-BE49-F238E27FC236}">
                <a16:creationId xmlns:a16="http://schemas.microsoft.com/office/drawing/2014/main" id="{9E5421A0-D522-4C8D-9A2F-F019BEAACAF5}"/>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6" name=""/>
          <p:cNvPicPr>
            <a:picLocks xmlns:a="http://schemas.openxmlformats.org/drawingml/2006/main" noChangeAspect="1"/>
          </p:cNvPicPr>
          <p:nvPr/>
        </p:nvPicPr>
        <p:blipFill>
          <a:blip xmlns:r="http://schemas.openxmlformats.org/officeDocument/2006/relationships" xmlns:a="http://schemas.openxmlformats.org/drawingml/2006/main" r:embed="Ra1270bb96b504ca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7" name=""/>
          <p:cNvPicPr>
            <a:picLocks xmlns:a="http://schemas.openxmlformats.org/drawingml/2006/main" noChangeAspect="1"/>
          </p:cNvPicPr>
          <p:nvPr/>
        </p:nvPicPr>
        <p:blipFill>
          <a:blip xmlns:r="http://schemas.openxmlformats.org/officeDocument/2006/relationships" xmlns:a="http://schemas.openxmlformats.org/drawingml/2006/main" r:embed="R5c0ed3842821440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367237d1bd44c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d3e15c424ff4e5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502"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d974a337aa754f5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03"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7e0cded1375748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04"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bcb2220a1b8f406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506"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0004df5f0e844890">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cxnSp>
        <p:nvCxnSpPr>
          <p:cNvPr id="510"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8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63671bc98744e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8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cb9332c19f441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85" name=""/>
          <p:cNvPicPr>
            <a:picLocks xmlns:a="http://schemas.openxmlformats.org/drawingml/2006/main" noChangeAspect="1"/>
          </p:cNvPicPr>
          <p:nvPr/>
        </p:nvPicPr>
        <p:blipFill>
          <a:blip xmlns:r="http://schemas.openxmlformats.org/officeDocument/2006/relationships" xmlns:a="http://schemas.openxmlformats.org/drawingml/2006/main" r:embed="R49f2ab2f51c3444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289" name=""/>
          <p:cNvPicPr>
            <a:picLocks xmlns:a="http://schemas.openxmlformats.org/drawingml/2006/main" noChangeAspect="1"/>
          </p:cNvPicPr>
          <p:nvPr/>
        </p:nvPicPr>
        <p:blipFill>
          <a:blip xmlns:r="http://schemas.openxmlformats.org/officeDocument/2006/relationships" xmlns:a="http://schemas.openxmlformats.org/drawingml/2006/main" r:embed="R31b7b398ceed4f12"/>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304" name=""/>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05" name=""/>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310" name=""/>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11" name=""/>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12" name=""/>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317" name=""/>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18" name=""/>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19" name=""/>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325" name=""/>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26" name=""/>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27" name=""/>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28" name=""/>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29" name=""/>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330" name=""/>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331" name=""/>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332" name=""/>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9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380e1ab730d401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9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88d985bf8c427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300" name=""/>
          <p:cNvPicPr>
            <a:picLocks xmlns:a="http://schemas.openxmlformats.org/drawingml/2006/main" noChangeAspect="1"/>
          </p:cNvPicPr>
          <p:nvPr/>
        </p:nvPicPr>
        <p:blipFill>
          <a:blip xmlns:r="http://schemas.openxmlformats.org/officeDocument/2006/relationships" xmlns:a="http://schemas.openxmlformats.org/drawingml/2006/main" r:embed="R8f4fffab726e4769"/>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304" name=""/>
          <p:cNvPicPr>
            <a:picLocks xmlns:a="http://schemas.openxmlformats.org/drawingml/2006/main" noChangeAspect="1"/>
          </p:cNvPicPr>
          <p:nvPr/>
        </p:nvPicPr>
        <p:blipFill>
          <a:blip xmlns:r="http://schemas.openxmlformats.org/officeDocument/2006/relationships" xmlns:a="http://schemas.openxmlformats.org/drawingml/2006/main" r:embed="R42c4bbc880784e69"/>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sp>
        <p:nvSpPr>
          <p:cNvPr id="233" name="system-split-footer-rule">
            <a:extLst xmlns:a="http://schemas.openxmlformats.org/drawingml/2006/main">
              <a:ext uri="{FF2B5EF4-FFF2-40B4-BE49-F238E27FC236}">
                <a16:creationId xmlns:a16="http://schemas.microsoft.com/office/drawing/2014/main" id="{50E7BA17-8C1E-4D0A-92D7-81F6E7F9B3E4}"/>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308" name=""/>
          <p:cNvPicPr>
            <a:picLocks xmlns:a="http://schemas.openxmlformats.org/drawingml/2006/main" noChangeAspect="1"/>
          </p:cNvPicPr>
          <p:nvPr/>
        </p:nvPicPr>
        <p:blipFill>
          <a:blip xmlns:r="http://schemas.openxmlformats.org/officeDocument/2006/relationships" xmlns:a="http://schemas.openxmlformats.org/drawingml/2006/main" r:embed="Rb09888210f554ed3"/>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d74364b1d72645b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fontScale="100000"/>
          </a:bodyPr>
          <a:lstStyle xmlns:a="http://schemas.openxmlformats.org/drawingml/2006/main"/>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830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324" name=""/>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25" name=""/>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26" name=""/>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a:bodyPr>
          <a:lstStyle xmlns:a="http://schemas.openxmlformats.org/drawingml/2006/main"/>
          <a:p xmlns:a="http://schemas.openxmlformats.org/drawingml/2006/main">
            <a:pPr algn="ctr">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332" name=""/>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33" name=""/>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34" name=""/>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35" name=""/>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a:bodyPr>
          <a:lstStyle xmlns:a="http://schemas.openxmlformats.org/drawingml/2006/main"/>
          <a:p xmlns:a="http://schemas.openxmlformats.org/drawingml/2006/main">
            <a:pPr algn="ctr">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81525"/>
          </a:bodyPr>
          <a:lstStyle xmlns:a="http://schemas.openxmlformats.org/drawingml/2006/main"/>
          <a:p xmlns:a="http://schemas.openxmlformats.org/drawingml/2006/main">
            <a:pPr algn="ctr">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338" name=""/>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339" name=""/>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7023"/>
          </a:bodyPr>
          <a:lstStyle xmlns:a="http://schemas.openxmlformats.org/drawingml/2006/main"/>
          <a:p xmlns:a="http://schemas.openxmlformats.org/drawingml/2006/main">
            <a:pPr algn="ctr">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5277"/>
          </a:bodyPr>
          <a:lstStyle xmlns:a="http://schemas.openxmlformats.org/drawingml/2006/main"/>
          <a:p xmlns:a="http://schemas.openxmlformats.org/drawingml/2006/main">
            <a:pPr algn="ctr">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346" name=""/>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47" name=""/>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48" name=""/>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6491"/>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a:bodyPr>
          <a:lstStyle xmlns:a="http://schemas.openxmlformats.org/drawingml/2006/main"/>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354" name=""/>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55" name=""/>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56" name=""/>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57" name=""/>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358" name=""/>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359" name=""/>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360" name=""/>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03"/>
          </a:bodyPr>
          <a:lstStyle xmlns:a="http://schemas.openxmlformats.org/drawingml/2006/main"/>
          <a:p xmlns:a="http://schemas.openxmlformats.org/drawingml/2006/main">
            <a:pPr algn="ctr">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71211de628740a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e05fc1331a846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e4ef83a8a9e45f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8ea2b5ed9b443c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3830751425944c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a2c599494348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43f264416cb45b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81fa2c6f9d44e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e902e844d45481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f4137628eba49f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pic>
        <p:nvPicPr>
          <p:cNvPr id="59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f7d76601cc314a8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9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db7dd9138e744e5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9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a1ca39f8f83e4f89">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0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59c2a4d30d51427d">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0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45eb2636fd4409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4818a534ad644d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095188d85b24e4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e340f4363fd416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50f848c1920343bd"/>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74d25d3dc6a45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bd6e833bdff486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f5fa12cc658f4076"/>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7606e79c3a04473e"/>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pic>
        <p:nvPicPr>
          <p:cNvPr id="643"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73e68194b8e3432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44"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ad4ef7d894e9486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45"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57503f4d65d84d38">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647"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65dc2bb92bfe416f">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649"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bd33e0afe1740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f37267362f549b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7917502e23475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2c345dfbe674c8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402f7361a2b40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bc4140e14942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d7fa8e547ab443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e56591f48f8401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057052cceb041f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fd576cb6fb1481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73a4925fe1d448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bd50107544c49f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ed8344c1ec4b6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a585905776462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020fcffa8f4492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1d965a5ca641c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37</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d53d5bbb524c4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128fa6503de47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9e19d6cf28cc4225">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085b6ffe474c40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ef97a10b476f4a97">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596b412f35f4c0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38</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2026-09-24T03:34:55.0540000Z</dcterms:created>
  <dcterms:modified xsi:type="dcterms:W3CDTF">2026-09-24T03:34:55.0540000Z</dcterms:modified>
</coreProperties>
</file>