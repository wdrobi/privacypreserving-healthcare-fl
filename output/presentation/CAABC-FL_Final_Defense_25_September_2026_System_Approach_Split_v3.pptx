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02499e39a34d83" /><Relationship Type="http://schemas.openxmlformats.org/officeDocument/2006/relationships/extended-properties" Target="/docProps/app.xml" Id="R0aea3394af244d94" /><Relationship Type="http://schemas.openxmlformats.org/officeDocument/2006/relationships/officeDocument" Target="/ppt/presentation.xml" Id="R220e3ae2e0f74a2f" /></Relationships>
</file>

<file path=ppt/presentation.xml><?xml version="1.0" encoding="utf-8"?>
<p:presentation xmlns:p="http://schemas.openxmlformats.org/presentationml/2006/main">
  <p:sldMasterIdLst>
    <p:sldMasterId xmlns:r="http://schemas.openxmlformats.org/officeDocument/2006/relationships" id="2147483648" r:id="R36c5f0a79b114e4c"/>
  </p:sldMasterIdLst>
  <p:notesMasterIdLst>
    <p:notesMasterId xmlns:r="http://schemas.openxmlformats.org/officeDocument/2006/relationships" r:id="Rf8580c47998a4031"/>
  </p:notesMasterIdLst>
  <p:sldIdLst>
    <p:sldId xmlns:r="http://schemas.openxmlformats.org/officeDocument/2006/relationships" id="256" r:id="Rd86a34cf63ca42ea"/>
    <p:sldId xmlns:r="http://schemas.openxmlformats.org/officeDocument/2006/relationships" id="257" r:id="Rd62d5d11452945ca"/>
    <p:sldId xmlns:r="http://schemas.openxmlformats.org/officeDocument/2006/relationships" id="258" r:id="Ra01d6649084f4eea"/>
    <p:sldId xmlns:r="http://schemas.openxmlformats.org/officeDocument/2006/relationships" id="259" r:id="R84bd193b5dae433c"/>
    <p:sldId xmlns:r="http://schemas.openxmlformats.org/officeDocument/2006/relationships" id="260" r:id="Re97d510368594a34"/>
    <p:sldId xmlns:r="http://schemas.openxmlformats.org/officeDocument/2006/relationships" id="261" r:id="R1759997272d34f59"/>
    <p:sldId xmlns:r="http://schemas.openxmlformats.org/officeDocument/2006/relationships" id="262" r:id="Rd81f69d6af684803"/>
    <p:sldId xmlns:r="http://schemas.openxmlformats.org/officeDocument/2006/relationships" id="263" r:id="Rd545ef48e3524ab2"/>
    <p:sldId xmlns:r="http://schemas.openxmlformats.org/officeDocument/2006/relationships" id="264" r:id="R7b7ba0f589a8483d"/>
    <p:sldId xmlns:r="http://schemas.openxmlformats.org/officeDocument/2006/relationships" id="265" r:id="R6d3c7340cddd4804"/>
    <p:sldId xmlns:r="http://schemas.openxmlformats.org/officeDocument/2006/relationships" id="266" r:id="R9bda5aa40b01495c"/>
    <p:sldId xmlns:r="http://schemas.openxmlformats.org/officeDocument/2006/relationships" id="267" r:id="Re3a71b6567894434"/>
    <p:sldId xmlns:r="http://schemas.openxmlformats.org/officeDocument/2006/relationships" id="268" r:id="Rfbd009bb86e94e5d"/>
    <p:sldId xmlns:r="http://schemas.openxmlformats.org/officeDocument/2006/relationships" id="269" r:id="R8691560ca0c74f33"/>
    <p:sldId xmlns:r="http://schemas.openxmlformats.org/officeDocument/2006/relationships" id="270" r:id="R60dbe832878841aa"/>
    <p:sldId xmlns:r="http://schemas.openxmlformats.org/officeDocument/2006/relationships" id="271" r:id="R5f93752cf2924b52"/>
    <p:sldId xmlns:r="http://schemas.openxmlformats.org/officeDocument/2006/relationships" id="272" r:id="R6c38db78dd4b4953"/>
    <p:sldId xmlns:r="http://schemas.openxmlformats.org/officeDocument/2006/relationships" id="273" r:id="Rd7e3d16991d2421c"/>
    <p:sldId xmlns:r="http://schemas.openxmlformats.org/officeDocument/2006/relationships" id="274" r:id="R5de300e318d042a8"/>
    <p:sldId xmlns:r="http://schemas.openxmlformats.org/officeDocument/2006/relationships" id="275" r:id="R554d69ccbc8b4a3f"/>
    <p:sldId xmlns:r="http://schemas.openxmlformats.org/officeDocument/2006/relationships" id="276" r:id="Rbda6011a3deb4427"/>
    <p:sldId xmlns:r="http://schemas.openxmlformats.org/officeDocument/2006/relationships" id="277" r:id="R4d52ac45c0604446"/>
    <p:sldId xmlns:r="http://schemas.openxmlformats.org/officeDocument/2006/relationships" id="278" r:id="Rcfce7430f725491e"/>
    <p:sldId xmlns:r="http://schemas.openxmlformats.org/officeDocument/2006/relationships" id="279" r:id="Rc0f25a6fb6e3408f"/>
    <p:sldId xmlns:r="http://schemas.openxmlformats.org/officeDocument/2006/relationships" id="280" r:id="R744ee85990e24ac5"/>
    <p:sldId xmlns:r="http://schemas.openxmlformats.org/officeDocument/2006/relationships" id="281" r:id="R3338bea04535441c"/>
    <p:sldId xmlns:r="http://schemas.openxmlformats.org/officeDocument/2006/relationships" id="282" r:id="R58a03a9f295a4df8"/>
    <p:sldId xmlns:r="http://schemas.openxmlformats.org/officeDocument/2006/relationships" id="283" r:id="Rd6adeb8334ba42c5"/>
    <p:sldId xmlns:r="http://schemas.openxmlformats.org/officeDocument/2006/relationships" id="284" r:id="R3d23d453851b4442"/>
    <p:sldId xmlns:r="http://schemas.openxmlformats.org/officeDocument/2006/relationships" id="285" r:id="Rb12e006d1642454e"/>
    <p:sldId xmlns:r="http://schemas.openxmlformats.org/officeDocument/2006/relationships" id="286" r:id="Raf41e16bc7894caa"/>
    <p:sldId xmlns:r="http://schemas.openxmlformats.org/officeDocument/2006/relationships" id="287" r:id="R061b278195234ba5"/>
    <p:sldId xmlns:r="http://schemas.openxmlformats.org/officeDocument/2006/relationships" id="288" r:id="R59f2bbbce8fd4461"/>
    <p:sldId xmlns:r="http://schemas.openxmlformats.org/officeDocument/2006/relationships" id="289" r:id="R028fec30d1bb4b36"/>
    <p:sldId xmlns:r="http://schemas.openxmlformats.org/officeDocument/2006/relationships" id="290" r:id="R3d56289e41bc487f"/>
    <p:sldId xmlns:r="http://schemas.openxmlformats.org/officeDocument/2006/relationships" id="291" r:id="Re2112a4d8c944ba0"/>
    <p:sldId xmlns:r="http://schemas.openxmlformats.org/officeDocument/2006/relationships" id="292" r:id="R00241d799e124503"/>
    <p:sldId xmlns:r="http://schemas.openxmlformats.org/officeDocument/2006/relationships" id="293" r:id="Rfe087f2b11964d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9dbe872066f48f8" /><Relationship Type="http://schemas.openxmlformats.org/officeDocument/2006/relationships/slideMaster" Target="/ppt/slideMasters/slideMaster1.xml" Id="R36c5f0a79b114e4c" /><Relationship Type="http://schemas.openxmlformats.org/officeDocument/2006/relationships/notesMaster" Target="/ppt/notesMasters/notesMaster1.xml" Id="Rf8580c47998a4031" /><Relationship Type="http://schemas.openxmlformats.org/officeDocument/2006/relationships/presProps" Target="/ppt/presProps.xml" Id="Rb29e9da639a54781" /><Relationship Type="http://schemas.openxmlformats.org/officeDocument/2006/relationships/viewProps" Target="/ppt/viewProps.xml" Id="R0302d58bdc0a4fa5" /><Relationship Type="http://schemas.openxmlformats.org/officeDocument/2006/relationships/tableStyles" Target="/ppt/tableStyles.xml" Id="Rf51172fdfc814248" /><Relationship Type="http://schemas.openxmlformats.org/officeDocument/2006/relationships/slide" Target="/ppt/slides/slide1.xml" Id="Rd86a34cf63ca42ea" /><Relationship Type="http://schemas.openxmlformats.org/officeDocument/2006/relationships/slide" Target="/ppt/slides/slide2.xml" Id="Rd62d5d11452945ca" /><Relationship Type="http://schemas.openxmlformats.org/officeDocument/2006/relationships/slide" Target="/ppt/slides/slide3.xml" Id="Ra01d6649084f4eea" /><Relationship Type="http://schemas.openxmlformats.org/officeDocument/2006/relationships/slide" Target="/ppt/slides/slide4.xml" Id="R84bd193b5dae433c" /><Relationship Type="http://schemas.openxmlformats.org/officeDocument/2006/relationships/slide" Target="/ppt/slides/slide5.xml" Id="Re97d510368594a34" /><Relationship Type="http://schemas.openxmlformats.org/officeDocument/2006/relationships/slide" Target="/ppt/slides/slide6.xml" Id="R1759997272d34f59" /><Relationship Type="http://schemas.openxmlformats.org/officeDocument/2006/relationships/slide" Target="/ppt/slides/slide7.xml" Id="Rd81f69d6af684803" /><Relationship Type="http://schemas.openxmlformats.org/officeDocument/2006/relationships/slide" Target="/ppt/slides/slide8.xml" Id="Rd545ef48e3524ab2" /><Relationship Type="http://schemas.openxmlformats.org/officeDocument/2006/relationships/slide" Target="/ppt/slides/slide9.xml" Id="R7b7ba0f589a8483d" /><Relationship Type="http://schemas.openxmlformats.org/officeDocument/2006/relationships/slide" Target="/ppt/slides/slide10.xml" Id="R6d3c7340cddd4804" /><Relationship Type="http://schemas.openxmlformats.org/officeDocument/2006/relationships/slide" Target="/ppt/slides/slide11.xml" Id="R9bda5aa40b01495c" /><Relationship Type="http://schemas.openxmlformats.org/officeDocument/2006/relationships/slide" Target="/ppt/slides/slide12.xml" Id="Re3a71b6567894434" /><Relationship Type="http://schemas.openxmlformats.org/officeDocument/2006/relationships/slide" Target="/ppt/slides/slide13.xml" Id="Rfbd009bb86e94e5d" /><Relationship Type="http://schemas.openxmlformats.org/officeDocument/2006/relationships/slide" Target="/ppt/slides/slide14.xml" Id="R8691560ca0c74f33" /><Relationship Type="http://schemas.openxmlformats.org/officeDocument/2006/relationships/slide" Target="/ppt/slides/slide15.xml" Id="R60dbe832878841aa" /><Relationship Type="http://schemas.openxmlformats.org/officeDocument/2006/relationships/slide" Target="/ppt/slides/slide16.xml" Id="R5f93752cf2924b52" /><Relationship Type="http://schemas.openxmlformats.org/officeDocument/2006/relationships/slide" Target="/ppt/slides/slide17.xml" Id="R6c38db78dd4b4953" /><Relationship Type="http://schemas.openxmlformats.org/officeDocument/2006/relationships/slide" Target="/ppt/slides/slide18.xml" Id="Rd7e3d16991d2421c" /><Relationship Type="http://schemas.openxmlformats.org/officeDocument/2006/relationships/slide" Target="/ppt/slides/slide19.xml" Id="R5de300e318d042a8" /><Relationship Type="http://schemas.openxmlformats.org/officeDocument/2006/relationships/slide" Target="/ppt/slides/slide20.xml" Id="R554d69ccbc8b4a3f" /><Relationship Type="http://schemas.openxmlformats.org/officeDocument/2006/relationships/slide" Target="/ppt/slides/slide21.xml" Id="Rbda6011a3deb4427" /><Relationship Type="http://schemas.openxmlformats.org/officeDocument/2006/relationships/slide" Target="/ppt/slides/slide22.xml" Id="R4d52ac45c0604446" /><Relationship Type="http://schemas.openxmlformats.org/officeDocument/2006/relationships/slide" Target="/ppt/slides/slide23.xml" Id="Rcfce7430f725491e" /><Relationship Type="http://schemas.openxmlformats.org/officeDocument/2006/relationships/slide" Target="/ppt/slides/slide24.xml" Id="Rc0f25a6fb6e3408f" /><Relationship Type="http://schemas.openxmlformats.org/officeDocument/2006/relationships/slide" Target="/ppt/slides/slide25.xml" Id="R744ee85990e24ac5" /><Relationship Type="http://schemas.openxmlformats.org/officeDocument/2006/relationships/slide" Target="/ppt/slides/slide26.xml" Id="R3338bea04535441c" /><Relationship Type="http://schemas.openxmlformats.org/officeDocument/2006/relationships/slide" Target="/ppt/slides/slide27.xml" Id="R58a03a9f295a4df8" /><Relationship Type="http://schemas.openxmlformats.org/officeDocument/2006/relationships/slide" Target="/ppt/slides/slide28.xml" Id="Rd6adeb8334ba42c5" /><Relationship Type="http://schemas.openxmlformats.org/officeDocument/2006/relationships/slide" Target="/ppt/slides/slide29.xml" Id="R3d23d453851b4442" /><Relationship Type="http://schemas.openxmlformats.org/officeDocument/2006/relationships/slide" Target="/ppt/slides/slide30.xml" Id="Rb12e006d1642454e" /><Relationship Type="http://schemas.openxmlformats.org/officeDocument/2006/relationships/slide" Target="/ppt/slides/slide31.xml" Id="Raf41e16bc7894caa" /><Relationship Type="http://schemas.openxmlformats.org/officeDocument/2006/relationships/slide" Target="/ppt/slides/slide32.xml" Id="R061b278195234ba5" /><Relationship Type="http://schemas.openxmlformats.org/officeDocument/2006/relationships/slide" Target="/ppt/slides/slide33.xml" Id="R59f2bbbce8fd4461" /><Relationship Type="http://schemas.openxmlformats.org/officeDocument/2006/relationships/slide" Target="/ppt/slides/slide34.xml" Id="R028fec30d1bb4b36" /><Relationship Type="http://schemas.openxmlformats.org/officeDocument/2006/relationships/slide" Target="/ppt/slides/slide35.xml" Id="R3d56289e41bc487f" /><Relationship Type="http://schemas.openxmlformats.org/officeDocument/2006/relationships/slide" Target="/ppt/slides/slide36.xml" Id="Re2112a4d8c944ba0" /><Relationship Type="http://schemas.openxmlformats.org/officeDocument/2006/relationships/slide" Target="/ppt/slides/slide37.xml" Id="R00241d799e124503" /><Relationship Type="http://schemas.openxmlformats.org/officeDocument/2006/relationships/slide" Target="/ppt/slides/slide38.xml" Id="Rfe087f2b11964d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6037abd6d441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77386b14cc4a05" /><Relationship Type="http://schemas.openxmlformats.org/officeDocument/2006/relationships/notesMaster" Target="/ppt/notesMasters/notesMaster1.xml" Id="R6899915e8ff04a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9e00448bf641ac" /><Relationship Type="http://schemas.openxmlformats.org/officeDocument/2006/relationships/notesMaster" Target="/ppt/notesMasters/notesMaster1.xml" Id="R85e4d5e255af4b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eb36fa942402c" /><Relationship Type="http://schemas.openxmlformats.org/officeDocument/2006/relationships/notesMaster" Target="/ppt/notesMasters/notesMaster1.xml" Id="R98c14e59f1e045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c0e32bf007472a" /><Relationship Type="http://schemas.openxmlformats.org/officeDocument/2006/relationships/notesMaster" Target="/ppt/notesMasters/notesMaster1.xml" Id="R3ad16861582a4f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0321f338e84d8f" /><Relationship Type="http://schemas.openxmlformats.org/officeDocument/2006/relationships/notesMaster" Target="/ppt/notesMasters/notesMaster1.xml" Id="R0163f0843e0544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c27174ac4e4438" /><Relationship Type="http://schemas.openxmlformats.org/officeDocument/2006/relationships/notesMaster" Target="/ppt/notesMasters/notesMaster1.xml" Id="R58a61af0eb284a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159758222f4a45" /><Relationship Type="http://schemas.openxmlformats.org/officeDocument/2006/relationships/notesMaster" Target="/ppt/notesMasters/notesMaster1.xml" Id="R25ec65b590e143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f9bae4cabe4489" /><Relationship Type="http://schemas.openxmlformats.org/officeDocument/2006/relationships/notesMaster" Target="/ppt/notesMasters/notesMaster1.xml" Id="R3283e39dbaf44f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daf1e4b25542d5" /><Relationship Type="http://schemas.openxmlformats.org/officeDocument/2006/relationships/notesMaster" Target="/ppt/notesMasters/notesMaster1.xml" Id="R88e6225445724d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08809c804e4b57" /><Relationship Type="http://schemas.openxmlformats.org/officeDocument/2006/relationships/notesMaster" Target="/ppt/notesMasters/notesMaster1.xml" Id="Rddbe75bba2e149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7bc39525bf4904" /><Relationship Type="http://schemas.openxmlformats.org/officeDocument/2006/relationships/notesMaster" Target="/ppt/notesMasters/notesMaster1.xml" Id="Rc759b2368cbe4c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c1c7f1c2ca4c91" /><Relationship Type="http://schemas.openxmlformats.org/officeDocument/2006/relationships/notesMaster" Target="/ppt/notesMasters/notesMaster1.xml" Id="R927a1dfa4d6b4f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f7cf5d6a104d6b" /><Relationship Type="http://schemas.openxmlformats.org/officeDocument/2006/relationships/notesMaster" Target="/ppt/notesMasters/notesMaster1.xml" Id="Reede435fc11941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6c8bc7844543b5" /><Relationship Type="http://schemas.openxmlformats.org/officeDocument/2006/relationships/notesMaster" Target="/ppt/notesMasters/notesMaster1.xml" Id="R392912fa502e42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73e454995c4f6d" /><Relationship Type="http://schemas.openxmlformats.org/officeDocument/2006/relationships/notesMaster" Target="/ppt/notesMasters/notesMaster1.xml" Id="Rbd3a3a912a8b4a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62f35a74cb4a00" /><Relationship Type="http://schemas.openxmlformats.org/officeDocument/2006/relationships/notesMaster" Target="/ppt/notesMasters/notesMaster1.xml" Id="Re2c5e97325f043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ae466c4d944aaa" /><Relationship Type="http://schemas.openxmlformats.org/officeDocument/2006/relationships/notesMaster" Target="/ppt/notesMasters/notesMaster1.xml" Id="R63fa41551c8b46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ac79fbd73a4363" /><Relationship Type="http://schemas.openxmlformats.org/officeDocument/2006/relationships/notesMaster" Target="/ppt/notesMasters/notesMaster1.xml" Id="R4cc8f3a107f549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5c603080f44e01" /><Relationship Type="http://schemas.openxmlformats.org/officeDocument/2006/relationships/notesMaster" Target="/ppt/notesMasters/notesMaster1.xml" Id="R44298d6cd33149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36529df8954e99" /><Relationship Type="http://schemas.openxmlformats.org/officeDocument/2006/relationships/notesMaster" Target="/ppt/notesMasters/notesMaster1.xml" Id="Rc23afa43971146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b476e572694172" /><Relationship Type="http://schemas.openxmlformats.org/officeDocument/2006/relationships/notesMaster" Target="/ppt/notesMasters/notesMaster1.xml" Id="Rb72d3e7f0cd648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75327b0edd41f7" /><Relationship Type="http://schemas.openxmlformats.org/officeDocument/2006/relationships/notesMaster" Target="/ppt/notesMasters/notesMaster1.xml" Id="Rb42c80e06bab46f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8b59fe88e10410d" /><Relationship Type="http://schemas.openxmlformats.org/officeDocument/2006/relationships/notesMaster" Target="/ppt/notesMasters/notesMaster1.xml" Id="R65889ee2a3bf4e8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04c74a63f14dea" /><Relationship Type="http://schemas.openxmlformats.org/officeDocument/2006/relationships/notesMaster" Target="/ppt/notesMasters/notesMaster1.xml" Id="R4fd4ccb8c5934f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45e94fdb014253" /><Relationship Type="http://schemas.openxmlformats.org/officeDocument/2006/relationships/notesMaster" Target="/ppt/notesMasters/notesMaster1.xml" Id="Rd929828de50e47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9a815389f0a46f5" /><Relationship Type="http://schemas.openxmlformats.org/officeDocument/2006/relationships/notesMaster" Target="/ppt/notesMasters/notesMaster1.xml" Id="Rdded2a5c9364482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0035c997dca414a" /><Relationship Type="http://schemas.openxmlformats.org/officeDocument/2006/relationships/notesMaster" Target="/ppt/notesMasters/notesMaster1.xml" Id="R186edc880d2141c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071cb64b838467f" /><Relationship Type="http://schemas.openxmlformats.org/officeDocument/2006/relationships/notesMaster" Target="/ppt/notesMasters/notesMaster1.xml" Id="R71b566d7c04e407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e85590af6a64883" /><Relationship Type="http://schemas.openxmlformats.org/officeDocument/2006/relationships/notesMaster" Target="/ppt/notesMasters/notesMaster1.xml" Id="R98496a2f944e4c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843e22a74294d04" /><Relationship Type="http://schemas.openxmlformats.org/officeDocument/2006/relationships/notesMaster" Target="/ppt/notesMasters/notesMaster1.xml" Id="R003703590f7c400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2a0e8aa382d4804" /><Relationship Type="http://schemas.openxmlformats.org/officeDocument/2006/relationships/notesMaster" Target="/ppt/notesMasters/notesMaster1.xml" Id="R7ee7e967671e4f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d58b53ba3944daf" /><Relationship Type="http://schemas.openxmlformats.org/officeDocument/2006/relationships/notesMaster" Target="/ppt/notesMasters/notesMaster1.xml" Id="Re8631fb5252b4a5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613c5ff8c4a4e33" /><Relationship Type="http://schemas.openxmlformats.org/officeDocument/2006/relationships/notesMaster" Target="/ppt/notesMasters/notesMaster1.xml" Id="Rd5b8473537484bc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7b0e42071f443d0" /><Relationship Type="http://schemas.openxmlformats.org/officeDocument/2006/relationships/notesMaster" Target="/ppt/notesMasters/notesMaster1.xml" Id="R1e719704421b424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c6ad6b492be454a" /><Relationship Type="http://schemas.openxmlformats.org/officeDocument/2006/relationships/notesMaster" Target="/ppt/notesMasters/notesMaster1.xml" Id="Rdf77d20699694bc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a7aec568114f2d" /><Relationship Type="http://schemas.openxmlformats.org/officeDocument/2006/relationships/notesMaster" Target="/ppt/notesMasters/notesMaster1.xml" Id="R79f859f1bd2443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34fd25615b64e93" /><Relationship Type="http://schemas.openxmlformats.org/officeDocument/2006/relationships/notesMaster" Target="/ppt/notesMasters/notesMaster1.xml" Id="Rc3da78a5853c4f5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b3ad51ac41345b0" /><Relationship Type="http://schemas.openxmlformats.org/officeDocument/2006/relationships/notesMaster" Target="/ppt/notesMasters/notesMaster1.xml" Id="R92137ef51eb246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Part one covers layers L0 to L3. The consortium defines identity, consent, and governance policies before each hospital prepares local data. Hospitals jointly establish the CKKS public key and threshold key shares. Each participant then trains locally, clips per-record gradients, applies calibrated differential-privacy noise, compresses aligned parameter blocks with CAABC-FL, encrypts the update, and signs the round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Part two covers layers L4 to L7. The framework authenticates each encrypted update, checks freshness and admission policy, and records only hashes and status on the permissioned ledger. The coordinator aggregates ciphertexts, applies reputation-aware weighting, and requests threshold decryption of the aggregate only. Validation either accepts the candidate model or triggers rollback and quarantine. Hospitals verify the released model hash before the next round, while inference follows the same consent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1e9338852145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e33ab267ed48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588f37489a42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70b1fb9f584b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431c1dd66d41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f26a2df4544a0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e3c8f18d46a4ac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37103610e894f9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3a45f149c64c5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514dad9d9714f3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576289dca6b4837"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8"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dfe1ad6810468e" /><Relationship Type="http://schemas.openxmlformats.org/officeDocument/2006/relationships/slideLayout" Target="/ppt/slideLayouts/slideLayout1.xml" Id="R66fbdfb98023475c" /><Relationship Type="http://schemas.openxmlformats.org/officeDocument/2006/relationships/slideLayout" Target="/ppt/slideLayouts/slideLayout2.xml" Id="Rcbcb3ae964c645e5" /><Relationship Type="http://schemas.openxmlformats.org/officeDocument/2006/relationships/slideLayout" Target="/ppt/slideLayouts/slideLayout3.xml" Id="R302d315277534a9c" /><Relationship Type="http://schemas.openxmlformats.org/officeDocument/2006/relationships/slideLayout" Target="/ppt/slideLayouts/slideLayout4.xml" Id="Reaa47a252f874489" /><Relationship Type="http://schemas.openxmlformats.org/officeDocument/2006/relationships/slideLayout" Target="/ppt/slideLayouts/slideLayout5.xml" Id="Rf2cd9b6e3ce64ae2" /><Relationship Type="http://schemas.openxmlformats.org/officeDocument/2006/relationships/slideLayout" Target="/ppt/slideLayouts/slideLayout6.xml" Id="R83503573324b4c1a" /><Relationship Type="http://schemas.openxmlformats.org/officeDocument/2006/relationships/slideLayout" Target="/ppt/slideLayouts/slideLayout7.xml" Id="R41180827d2fa46c3" /><Relationship Type="http://schemas.openxmlformats.org/officeDocument/2006/relationships/slideLayout" Target="/ppt/slideLayouts/slideLayout8.xml" Id="R3d1af5343d044e5d" /><Relationship Type="http://schemas.openxmlformats.org/officeDocument/2006/relationships/slideLayout" Target="/ppt/slideLayouts/slideLayout9.xml" Id="Rb3d558c882844f09" /><Relationship Type="http://schemas.openxmlformats.org/officeDocument/2006/relationships/slideLayout" Target="/ppt/slideLayouts/slideLayout10.xml" Id="Rdc7905f5e4d343d5" /><Relationship Type="http://schemas.openxmlformats.org/officeDocument/2006/relationships/slideLayout" Target="/ppt/slideLayouts/slideLayout11.xml" Id="R82455a21ccb64d8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6fbdfb98023475c"/>
    <p:sldLayoutId xmlns:r="http://schemas.openxmlformats.org/officeDocument/2006/relationships" id="2147483650" r:id="Rcbcb3ae964c645e5"/>
    <p:sldLayoutId xmlns:r="http://schemas.openxmlformats.org/officeDocument/2006/relationships" id="2147483651" r:id="R302d315277534a9c"/>
    <p:sldLayoutId xmlns:r="http://schemas.openxmlformats.org/officeDocument/2006/relationships" id="2147483652" r:id="Reaa47a252f874489"/>
    <p:sldLayoutId xmlns:r="http://schemas.openxmlformats.org/officeDocument/2006/relationships" id="2147483653" r:id="Rf2cd9b6e3ce64ae2"/>
    <p:sldLayoutId xmlns:r="http://schemas.openxmlformats.org/officeDocument/2006/relationships" id="2147483654" r:id="R83503573324b4c1a"/>
    <p:sldLayoutId xmlns:r="http://schemas.openxmlformats.org/officeDocument/2006/relationships" id="2147483655" r:id="R41180827d2fa46c3"/>
    <p:sldLayoutId xmlns:r="http://schemas.openxmlformats.org/officeDocument/2006/relationships" id="2147483656" r:id="R3d1af5343d044e5d"/>
    <p:sldLayoutId xmlns:r="http://schemas.openxmlformats.org/officeDocument/2006/relationships" id="2147483657" r:id="Rb3d558c882844f09"/>
    <p:sldLayoutId xmlns:r="http://schemas.openxmlformats.org/officeDocument/2006/relationships" id="2147483658" r:id="Rdc7905f5e4d343d5"/>
    <p:sldLayoutId xmlns:r="http://schemas.openxmlformats.org/officeDocument/2006/relationships" id="2147483659" r:id="R82455a21ccb64d8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c442e6b6cc4de7" /><Relationship Type="http://schemas.openxmlformats.org/officeDocument/2006/relationships/image" Target="/ppt/media/image.png" Id="R217750b888aa483b" /><Relationship Type="http://schemas.openxmlformats.org/officeDocument/2006/relationships/image" Target="/ppt/media/image2.png" Id="R75018a05ed9649aa" /><Relationship Type="http://schemas.openxmlformats.org/officeDocument/2006/relationships/notesSlide" Target="/ppt/notesSlides/notesSlide1.xml" Id="R8b86e050d99447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b8515e05d84f52" /><Relationship Type="http://schemas.openxmlformats.org/officeDocument/2006/relationships/image" Target="/ppt/media/image.jpeg" Id="Rb8cd7dd7498641cd" /><Relationship Type="http://schemas.openxmlformats.org/officeDocument/2006/relationships/image" Target="/ppt/media/image3.png" Id="R818179d5f49f465a" /><Relationship Type="http://schemas.openxmlformats.org/officeDocument/2006/relationships/notesSlide" Target="/ppt/notesSlides/notesSlide2.xml" Id="R25247a1c9b4444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e0c2fc77948444d" /><Relationship Type="http://schemas.openxmlformats.org/officeDocument/2006/relationships/image" Target="/ppt/media/image2.jpeg" Id="R69f695ebc99b4017" /><Relationship Type="http://schemas.openxmlformats.org/officeDocument/2006/relationships/image" Target="/ppt/media/image2.png" Id="R1afcf8eadace453b" /><Relationship Type="http://schemas.openxmlformats.org/officeDocument/2006/relationships/image" Target="/ppt/media/image4.png" Id="Rbb0d7f22d3e14010" /><Relationship Type="http://schemas.openxmlformats.org/officeDocument/2006/relationships/image" Target="/ppt/media/image5.png" Id="R9cc1734e9ddf43d3" /><Relationship Type="http://schemas.openxmlformats.org/officeDocument/2006/relationships/notesSlide" Target="/ppt/notesSlides/notesSlide3.xml" Id="R95412d45906147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988f5ec1894b2e" /><Relationship Type="http://schemas.openxmlformats.org/officeDocument/2006/relationships/image" Target="/ppt/media/image2.jpeg" Id="R083d2390941e4e4e" /><Relationship Type="http://schemas.openxmlformats.org/officeDocument/2006/relationships/image" Target="/ppt/media/image2.png" Id="R60b0225d0296468c" /><Relationship Type="http://schemas.openxmlformats.org/officeDocument/2006/relationships/image" Target="/ppt/media/image6.png" Id="R813ed17749414919" /><Relationship Type="http://schemas.openxmlformats.org/officeDocument/2006/relationships/notesSlide" Target="/ppt/notesSlides/notesSlide4.xml" Id="R4ae363ef052c45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68dd2130b94806" /><Relationship Type="http://schemas.openxmlformats.org/officeDocument/2006/relationships/image" Target="/ppt/media/image2.jpeg" Id="R8165dd06f8b24ee2" /><Relationship Type="http://schemas.openxmlformats.org/officeDocument/2006/relationships/image" Target="/ppt/media/image2.png" Id="R3bb153d82d2948d0" /><Relationship Type="http://schemas.openxmlformats.org/officeDocument/2006/relationships/notesSlide" Target="/ppt/notesSlides/notesSlide5.xml" Id="R624c616590dc47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60af1e736e44d6" /><Relationship Type="http://schemas.openxmlformats.org/officeDocument/2006/relationships/image" Target="/ppt/media/image2.jpeg" Id="R853dfc494b224224" /><Relationship Type="http://schemas.openxmlformats.org/officeDocument/2006/relationships/image" Target="/ppt/media/image2.png" Id="R15997b90b9474ed5" /><Relationship Type="http://schemas.openxmlformats.org/officeDocument/2006/relationships/notesSlide" Target="/ppt/notesSlides/notesSlide6.xml" Id="Rdc7fc47ba2474b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370ee4665844fa" /><Relationship Type="http://schemas.openxmlformats.org/officeDocument/2006/relationships/image" Target="/ppt/media/image2.jpeg" Id="R31c0ff48c67b44f7" /><Relationship Type="http://schemas.openxmlformats.org/officeDocument/2006/relationships/image" Target="/ppt/media/image2.png" Id="Rb09811e114d941f4" /><Relationship Type="http://schemas.openxmlformats.org/officeDocument/2006/relationships/chart" Target="/ppt/slides/charts/chart1.xml" Id="Rda146fd72e664572" /><Relationship Type="http://schemas.openxmlformats.org/officeDocument/2006/relationships/notesSlide" Target="/ppt/notesSlides/notesSlide7.xml" Id="Rf9ede94d378448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e76e60d4894603" /><Relationship Type="http://schemas.openxmlformats.org/officeDocument/2006/relationships/image" Target="/ppt/media/image2.jpeg" Id="R984ce511b7494d30" /><Relationship Type="http://schemas.openxmlformats.org/officeDocument/2006/relationships/image" Target="/ppt/media/image2.png" Id="R3302752abac44280" /><Relationship Type="http://schemas.openxmlformats.org/officeDocument/2006/relationships/notesSlide" Target="/ppt/notesSlides/notesSlide8.xml" Id="R8a89e057835b4c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cf0739d1f94510" /><Relationship Type="http://schemas.openxmlformats.org/officeDocument/2006/relationships/image" Target="/ppt/media/image2.jpeg" Id="R66d2e3b040ce4c50" /><Relationship Type="http://schemas.openxmlformats.org/officeDocument/2006/relationships/image" Target="/ppt/media/image2.png" Id="R4c664f937b4e488e" /><Relationship Type="http://schemas.openxmlformats.org/officeDocument/2006/relationships/notesSlide" Target="/ppt/notesSlides/notesSlide9.xml" Id="R1d570ba9e88444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e485d6898854754" /><Relationship Type="http://schemas.openxmlformats.org/officeDocument/2006/relationships/image" Target="/ppt/media/image2.jpeg" Id="R72a53595940c4b57" /><Relationship Type="http://schemas.openxmlformats.org/officeDocument/2006/relationships/image" Target="/ppt/media/image2.png" Id="R4edfdfb9eb834d4e" /><Relationship Type="http://schemas.openxmlformats.org/officeDocument/2006/relationships/image" Target="/ppt/media/image4.png" Id="R904f155f83494c50" /><Relationship Type="http://schemas.openxmlformats.org/officeDocument/2006/relationships/image" Target="/ppt/media/image7.png" Id="R31351e03b0404a99" /><Relationship Type="http://schemas.openxmlformats.org/officeDocument/2006/relationships/notesSlide" Target="/ppt/notesSlides/notesSlide10.xml" Id="R10b4d97dac6c4f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5a2e3b369f4295" /><Relationship Type="http://schemas.openxmlformats.org/officeDocument/2006/relationships/image" Target="/ppt/media/image2.jpeg" Id="Rdbbb5374ae1547de" /><Relationship Type="http://schemas.openxmlformats.org/officeDocument/2006/relationships/image" Target="/ppt/media/image2.png" Id="R72073cb368554418" /><Relationship Type="http://schemas.openxmlformats.org/officeDocument/2006/relationships/notesSlide" Target="/ppt/notesSlides/notesSlide11.xml" Id="R156f14944aa548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0099347d464625" /><Relationship Type="http://schemas.openxmlformats.org/officeDocument/2006/relationships/image" Target="/ppt/media/image3.jpeg" Id="R5cd7f1e743c34ef4" /><Relationship Type="http://schemas.openxmlformats.org/officeDocument/2006/relationships/image" Target="/ppt/media/image8.png" Id="R9941b2a6d5464201" /><Relationship Type="http://schemas.openxmlformats.org/officeDocument/2006/relationships/notesSlide" Target="/ppt/notesSlides/notesSlide12.xml" Id="R3b76126684884d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7e0379db684fcb" /><Relationship Type="http://schemas.openxmlformats.org/officeDocument/2006/relationships/image" Target="/ppt/media/image2.jpeg" Id="R9ebf75ebdff948a8" /><Relationship Type="http://schemas.openxmlformats.org/officeDocument/2006/relationships/image" Target="/ppt/media/image2.png" Id="R430264e687f84365" /><Relationship Type="http://schemas.openxmlformats.org/officeDocument/2006/relationships/notesSlide" Target="/ppt/notesSlides/notesSlide13.xml" Id="R62db9f6ccdc342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d480ed528e4866" /><Relationship Type="http://schemas.openxmlformats.org/officeDocument/2006/relationships/image" Target="/ppt/media/image2.jpeg" Id="R9b741ef162634a29" /><Relationship Type="http://schemas.openxmlformats.org/officeDocument/2006/relationships/image" Target="/ppt/media/image2.png" Id="R4ee7a0c4fbc64316" /><Relationship Type="http://schemas.openxmlformats.org/officeDocument/2006/relationships/image" Target="/ppt/media/image4.jpeg" Id="R5f977658e2bf466f" /><Relationship Type="http://schemas.openxmlformats.org/officeDocument/2006/relationships/image" Target="/ppt/media/image9.png" Id="R2569803c67d44dbf" /><Relationship Type="http://schemas.openxmlformats.org/officeDocument/2006/relationships/notesSlide" Target="/ppt/notesSlides/notesSlide14.xml" Id="R594561cb213848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989676c7a994f2d" /><Relationship Type="http://schemas.openxmlformats.org/officeDocument/2006/relationships/image" Target="/ppt/media/image2.jpeg" Id="Rda7c4d7543e64295" /><Relationship Type="http://schemas.openxmlformats.org/officeDocument/2006/relationships/image" Target="/ppt/media/image2.png" Id="R5f097f357b4a41eb" /><Relationship Type="http://schemas.openxmlformats.org/officeDocument/2006/relationships/notesSlide" Target="/ppt/notesSlides/notesSlide15.xml" Id="Ra60fa4a578ee4a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1cb5aaeeca04b75" /><Relationship Type="http://schemas.openxmlformats.org/officeDocument/2006/relationships/image" Target="/ppt/media/image2.jpeg" Id="R127dca7fa18c4d2f" /><Relationship Type="http://schemas.openxmlformats.org/officeDocument/2006/relationships/image" Target="/ppt/media/image2.png" Id="Rfa25c77fa0e24aa7" /><Relationship Type="http://schemas.openxmlformats.org/officeDocument/2006/relationships/image" Target="/ppt/media/image4.png" Id="R7bf4d45a5328401e" /><Relationship Type="http://schemas.openxmlformats.org/officeDocument/2006/relationships/image" Target="/ppt/media/image10.png" Id="Rb8826e505de64065" /><Relationship Type="http://schemas.openxmlformats.org/officeDocument/2006/relationships/notesSlide" Target="/ppt/notesSlides/notesSlide16.xml" Id="R43a73d8ebdb94e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22ae8340b5496c" /><Relationship Type="http://schemas.openxmlformats.org/officeDocument/2006/relationships/image" Target="/ppt/media/image2.jpeg" Id="R68763c2723a94b39" /><Relationship Type="http://schemas.openxmlformats.org/officeDocument/2006/relationships/image" Target="/ppt/media/image2.png" Id="Rb25cd6ee31dd4bea" /><Relationship Type="http://schemas.openxmlformats.org/officeDocument/2006/relationships/image" Target="/ppt/media/image11.png" Id="R6a07eb44bf3b4a39" /><Relationship Type="http://schemas.openxmlformats.org/officeDocument/2006/relationships/image" Target="/ppt/media/image12.png" Id="R304dde16261b4c05" /><Relationship Type="http://schemas.openxmlformats.org/officeDocument/2006/relationships/notesSlide" Target="/ppt/notesSlides/notesSlide17.xml" Id="R56430d4852294d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66d3b2dd4948cb" /><Relationship Type="http://schemas.openxmlformats.org/officeDocument/2006/relationships/image" Target="/ppt/media/image2.jpeg" Id="R79e0e6f89bbe4072" /><Relationship Type="http://schemas.openxmlformats.org/officeDocument/2006/relationships/image" Target="/ppt/media/image2.png" Id="Rd8b2504aecb944d6" /><Relationship Type="http://schemas.openxmlformats.org/officeDocument/2006/relationships/image" Target="/ppt/media/image11.png" Id="R302d5d2f678244c4" /><Relationship Type="http://schemas.openxmlformats.org/officeDocument/2006/relationships/image" Target="/ppt/media/image13.png" Id="R895d13711dc04976" /><Relationship Type="http://schemas.openxmlformats.org/officeDocument/2006/relationships/image" Target="/ppt/media/image5.jpeg" Id="R26b34f46669f44d4" /><Relationship Type="http://schemas.openxmlformats.org/officeDocument/2006/relationships/image" Target="/ppt/media/image14.png" Id="Re3f41167b92e4a22" /><Relationship Type="http://schemas.openxmlformats.org/officeDocument/2006/relationships/notesSlide" Target="/ppt/notesSlides/notesSlide18.xml" Id="R817f83b12b0943c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1d10edbba624e9c" /><Relationship Type="http://schemas.openxmlformats.org/officeDocument/2006/relationships/image" Target="/ppt/media/image2.jpeg" Id="R70ce242250374666" /><Relationship Type="http://schemas.openxmlformats.org/officeDocument/2006/relationships/image" Target="/ppt/media/image2.png" Id="R3ebb115483f8417d" /><Relationship Type="http://schemas.openxmlformats.org/officeDocument/2006/relationships/notesSlide" Target="/ppt/notesSlides/notesSlide19.xml" Id="Re8159074d04148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63388d6c98d48b3" /><Relationship Type="http://schemas.openxmlformats.org/officeDocument/2006/relationships/image" Target="/ppt/media/image2.jpeg" Id="R71c86c141f674e9d" /><Relationship Type="http://schemas.openxmlformats.org/officeDocument/2006/relationships/image" Target="/ppt/media/image2.png" Id="Rb1a19496f9374ca3" /><Relationship Type="http://schemas.openxmlformats.org/officeDocument/2006/relationships/notesSlide" Target="/ppt/notesSlides/notesSlide20.xml" Id="R6949d4198a02498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926418658214bb6" /><Relationship Type="http://schemas.openxmlformats.org/officeDocument/2006/relationships/image" Target="/ppt/media/image2.jpeg" Id="R780e84d016e34e91" /><Relationship Type="http://schemas.openxmlformats.org/officeDocument/2006/relationships/image" Target="/ppt/media/image2.png" Id="R3be76d3b69714c46" /><Relationship Type="http://schemas.openxmlformats.org/officeDocument/2006/relationships/notesSlide" Target="/ppt/notesSlides/notesSlide21.xml" Id="R21f4eae5f3674e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a784038c8f24737" /><Relationship Type="http://schemas.openxmlformats.org/officeDocument/2006/relationships/image" Target="/ppt/media/image2.jpeg" Id="R900c419ef4c14d1b" /><Relationship Type="http://schemas.openxmlformats.org/officeDocument/2006/relationships/image" Target="/ppt/media/image2.png" Id="R9ef982cec9074a3e" /><Relationship Type="http://schemas.openxmlformats.org/officeDocument/2006/relationships/notesSlide" Target="/ppt/notesSlides/notesSlide22.xml" Id="R050b2140856c49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a1f96fe46784ced" /><Relationship Type="http://schemas.openxmlformats.org/officeDocument/2006/relationships/image" Target="/ppt/media/image2.jpeg" Id="R96954d1a3fb64867" /><Relationship Type="http://schemas.openxmlformats.org/officeDocument/2006/relationships/image" Target="/ppt/media/image2.png" Id="Rc0bbc0737c2549c4" /><Relationship Type="http://schemas.openxmlformats.org/officeDocument/2006/relationships/notesSlide" Target="/ppt/notesSlides/notesSlide23.xml" Id="Rbbdcada00c3b477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c8c5773478a4457" /><Relationship Type="http://schemas.openxmlformats.org/officeDocument/2006/relationships/image" Target="/ppt/media/image2.jpeg" Id="R8b72065c52144dcd" /><Relationship Type="http://schemas.openxmlformats.org/officeDocument/2006/relationships/image" Target="/ppt/media/image2.png" Id="R5a98cf24d66248ce" /><Relationship Type="http://schemas.openxmlformats.org/officeDocument/2006/relationships/image" Target="/ppt/media/image4.png" Id="R20a844ec0cda42f2" /><Relationship Type="http://schemas.openxmlformats.org/officeDocument/2006/relationships/image" Target="/ppt/media/image15.png" Id="R5bfac95313db4d34" /><Relationship Type="http://schemas.openxmlformats.org/officeDocument/2006/relationships/notesSlide" Target="/ppt/notesSlides/notesSlide24.xml" Id="Rd61c6d02dc1d4ee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391d85217234ecb" /><Relationship Type="http://schemas.openxmlformats.org/officeDocument/2006/relationships/image" Target="/ppt/media/image2.jpeg" Id="R937bca7939ae4e03" /><Relationship Type="http://schemas.openxmlformats.org/officeDocument/2006/relationships/image" Target="/ppt/media/image2.png" Id="R515902b727ca4727" /><Relationship Type="http://schemas.openxmlformats.org/officeDocument/2006/relationships/notesSlide" Target="/ppt/notesSlides/notesSlide25.xml" Id="Rb3cafd03ecad46e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8fc4a6fa5bd4158" /><Relationship Type="http://schemas.openxmlformats.org/officeDocument/2006/relationships/image" Target="/ppt/media/image2.jpeg" Id="R69e57d46d4204a76" /><Relationship Type="http://schemas.openxmlformats.org/officeDocument/2006/relationships/image" Target="/ppt/media/image2.png" Id="R0f983fcfbbf94a5e" /><Relationship Type="http://schemas.openxmlformats.org/officeDocument/2006/relationships/chart" Target="/ppt/slides/charts/chart2.xml" Id="Rb75c7cd3055a47d3" /><Relationship Type="http://schemas.openxmlformats.org/officeDocument/2006/relationships/notesSlide" Target="/ppt/notesSlides/notesSlide26.xml" Id="R65bb02aca15d4f0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f86e13efdc4448b" /><Relationship Type="http://schemas.openxmlformats.org/officeDocument/2006/relationships/image" Target="/ppt/media/image2.jpeg" Id="Rf09abb5c39a04fba" /><Relationship Type="http://schemas.openxmlformats.org/officeDocument/2006/relationships/image" Target="/ppt/media/image2.png" Id="R6e05c2497ba144ae" /><Relationship Type="http://schemas.openxmlformats.org/officeDocument/2006/relationships/image" Target="/ppt/media/image16.png" Id="Raaf04afe7cf540c7" /><Relationship Type="http://schemas.openxmlformats.org/officeDocument/2006/relationships/image" Target="/ppt/media/image17.png" Id="R36ed2dd9e4a143af" /><Relationship Type="http://schemas.openxmlformats.org/officeDocument/2006/relationships/notesSlide" Target="/ppt/notesSlides/notesSlide27.xml" Id="Rd492e2c278a54f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489cf5e37d444c7" /><Relationship Type="http://schemas.openxmlformats.org/officeDocument/2006/relationships/image" Target="/ppt/media/image2.jpeg" Id="R93c5ca2284404ed9" /><Relationship Type="http://schemas.openxmlformats.org/officeDocument/2006/relationships/image" Target="/ppt/media/image2.png" Id="R09f5ba07cddb408f" /><Relationship Type="http://schemas.openxmlformats.org/officeDocument/2006/relationships/image" Target="/ppt/media/image4.png" Id="R20cbc17b76f64a3d" /><Relationship Type="http://schemas.openxmlformats.org/officeDocument/2006/relationships/image" Target="/ppt/media/image18.png" Id="Rc6f1f6fe0ed5429d" /><Relationship Type="http://schemas.openxmlformats.org/officeDocument/2006/relationships/notesSlide" Target="/ppt/notesSlides/notesSlide28.xml" Id="Re7cf0efc39e54c7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9034cb6b106411a" /><Relationship Type="http://schemas.openxmlformats.org/officeDocument/2006/relationships/image" Target="/ppt/media/image2.jpeg" Id="R54f798d3c1d343ea" /><Relationship Type="http://schemas.openxmlformats.org/officeDocument/2006/relationships/image" Target="/ppt/media/image2.png" Id="Rfcc6020454464613" /><Relationship Type="http://schemas.openxmlformats.org/officeDocument/2006/relationships/notesSlide" Target="/ppt/notesSlides/notesSlide29.xml" Id="R4a6420ab2dd9475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bfb6c1a867f4ad5" /><Relationship Type="http://schemas.openxmlformats.org/officeDocument/2006/relationships/image" Target="/ppt/media/image2.jpeg" Id="Rbe7855b215d24471" /><Relationship Type="http://schemas.openxmlformats.org/officeDocument/2006/relationships/image" Target="/ppt/media/image2.png" Id="R5a7b5a84fd834d93" /><Relationship Type="http://schemas.openxmlformats.org/officeDocument/2006/relationships/notesSlide" Target="/ppt/notesSlides/notesSlide30.xml" Id="R45d8abc001fc4d0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77b3d3470364ed5" /><Relationship Type="http://schemas.openxmlformats.org/officeDocument/2006/relationships/image" Target="/ppt/media/image2.jpeg" Id="Rd3e4883d6bb649a9" /><Relationship Type="http://schemas.openxmlformats.org/officeDocument/2006/relationships/image" Target="/ppt/media/image2.png" Id="R40904403b5b34700" /><Relationship Type="http://schemas.openxmlformats.org/officeDocument/2006/relationships/notesSlide" Target="/ppt/notesSlides/notesSlide31.xml" Id="Rdb74be4f8849468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cdbc27906ba47d1" /><Relationship Type="http://schemas.openxmlformats.org/officeDocument/2006/relationships/image" Target="/ppt/media/image2.jpeg" Id="R30bd06d9a6aa4f3b" /><Relationship Type="http://schemas.openxmlformats.org/officeDocument/2006/relationships/image" Target="/ppt/media/image2.png" Id="R7dc975519c134d9c" /><Relationship Type="http://schemas.openxmlformats.org/officeDocument/2006/relationships/notesSlide" Target="/ppt/notesSlides/notesSlide32.xml" Id="R1215b79af2ac424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7a2d354ea9d44bd" /><Relationship Type="http://schemas.openxmlformats.org/officeDocument/2006/relationships/image" Target="/ppt/media/image2.jpeg" Id="R9d63254e9b6f4b9b" /><Relationship Type="http://schemas.openxmlformats.org/officeDocument/2006/relationships/image" Target="/ppt/media/image2.png" Id="R4167170e1b4a40fe" /><Relationship Type="http://schemas.openxmlformats.org/officeDocument/2006/relationships/notesSlide" Target="/ppt/notesSlides/notesSlide33.xml" Id="Rc9d59e15c94a48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6d96d32b47344c5" /><Relationship Type="http://schemas.openxmlformats.org/officeDocument/2006/relationships/image" Target="/ppt/media/image2.jpeg" Id="Rb63c30d1919341ff" /><Relationship Type="http://schemas.openxmlformats.org/officeDocument/2006/relationships/image" Target="/ppt/media/image2.png" Id="Rb355382a5bd445f0" /><Relationship Type="http://schemas.openxmlformats.org/officeDocument/2006/relationships/notesSlide" Target="/ppt/notesSlides/notesSlide34.xml" Id="R65f400339263478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6a85bce9971453b" /><Relationship Type="http://schemas.openxmlformats.org/officeDocument/2006/relationships/image" Target="/ppt/media/image2.jpeg" Id="Rc6372707df4343d7" /><Relationship Type="http://schemas.openxmlformats.org/officeDocument/2006/relationships/image" Target="/ppt/media/image2.png" Id="R176aa9f0fa4a41a2" /><Relationship Type="http://schemas.openxmlformats.org/officeDocument/2006/relationships/notesSlide" Target="/ppt/notesSlides/notesSlide35.xml" Id="R384b0182851947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0bacd62b1f44573" /><Relationship Type="http://schemas.openxmlformats.org/officeDocument/2006/relationships/image" Target="/ppt/media/image2.jpeg" Id="R2cedbfcdc0724882" /><Relationship Type="http://schemas.openxmlformats.org/officeDocument/2006/relationships/image" Target="/ppt/media/image2.png" Id="R6fc573a20d48497b" /><Relationship Type="http://schemas.openxmlformats.org/officeDocument/2006/relationships/notesSlide" Target="/ppt/notesSlides/notesSlide36.xml" Id="R101af8ece877474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a2107a630b14f66" /><Relationship Type="http://schemas.openxmlformats.org/officeDocument/2006/relationships/image" Target="/ppt/media/image2.jpeg" Id="R110dda03ce834950" /><Relationship Type="http://schemas.openxmlformats.org/officeDocument/2006/relationships/image" Target="/ppt/media/image2.png" Id="Rc5ecfbac0c504902" /><Relationship Type="http://schemas.openxmlformats.org/officeDocument/2006/relationships/image" Target="/ppt/media/image19.png" Id="Rec93c0149fd84ec2" /><Relationship Type="http://schemas.openxmlformats.org/officeDocument/2006/relationships/notesSlide" Target="/ppt/notesSlides/notesSlide37.xml" Id="R0cd0444ddc444fa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e7cf806aeb7f40b0" /><Relationship Type="http://schemas.openxmlformats.org/officeDocument/2006/relationships/image" Target="/ppt/media/image2.jpeg" Id="R0044a3b1a72a4822" /><Relationship Type="http://schemas.openxmlformats.org/officeDocument/2006/relationships/image" Target="/ppt/media/image.gif" Id="Rf0d0bf7d4f4a4f24" /><Relationship Type="http://schemas.openxmlformats.org/officeDocument/2006/relationships/image" Target="/ppt/media/image2.png" Id="R65f01b3ac3a94dae" /><Relationship Type="http://schemas.openxmlformats.org/officeDocument/2006/relationships/notesSlide" Target="/ppt/notesSlides/notesSlide38.xml" Id="R7d4fcf49e4fc453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217750b888aa483b">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75018a05ed9649aa">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8cd7dd7498641c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18179d5f49f465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9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69f695ebc99b40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0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1afcf8eadace453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0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bb0d7f22d3e14010">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0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9cc1734e9ddf43d3">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0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83d2390941e4e4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b0225d029646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813ed17749414919"/>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165dd06f8b24ee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b153d82d2948d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53dfc494b22422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997b90b9474ed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c0ff48c67b44f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09811e114d941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da146fd72e664572"/>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84ce511b7494d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302752abac442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d2e3b040ce4c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c664f937b4e488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6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72a53595940c4b5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4edfdfb9eb834d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904f155f83494c5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7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31351e03b0404a99">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7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bbb5374ae1547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2073cb36855441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5cd7f1e743c34ef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941b2a6d546420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bf75ebdff948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30264e687f8436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b741ef162634a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e7a0c4fbc6431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5f977658e2bf466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2569803c67d44db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a7c4d7543e6429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097f357b4a41e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489"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127dca7fa18c4d2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90"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fa25c77fa0e24a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1"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7bf4d45a5328401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93"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b8826e505de64065">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497"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763c2723a94b3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25cd6ee31dd4b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8" name=""/>
          <p:cNvPicPr>
            <a:picLocks xmlns:a="http://schemas.openxmlformats.org/drawingml/2006/main" noChangeAspect="1"/>
          </p:cNvPicPr>
          <p:nvPr/>
        </p:nvPicPr>
        <p:blipFill>
          <a:blip xmlns:r="http://schemas.openxmlformats.org/officeDocument/2006/relationships" xmlns:a="http://schemas.openxmlformats.org/drawingml/2006/main" r:embed="R6a07eb44bf3b4a3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2" name=""/>
          <p:cNvPicPr>
            <a:picLocks xmlns:a="http://schemas.openxmlformats.org/drawingml/2006/main" noChangeAspect="1"/>
          </p:cNvPicPr>
          <p:nvPr/>
        </p:nvPicPr>
        <p:blipFill>
          <a:blip xmlns:r="http://schemas.openxmlformats.org/officeDocument/2006/relationships" xmlns:a="http://schemas.openxmlformats.org/drawingml/2006/main" r:embed="R304dde16261b4c05"/>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9e0e6f89bbe407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b2504aecb944d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3" name=""/>
          <p:cNvPicPr>
            <a:picLocks xmlns:a="http://schemas.openxmlformats.org/drawingml/2006/main" noChangeAspect="1"/>
          </p:cNvPicPr>
          <p:nvPr/>
        </p:nvPicPr>
        <p:blipFill>
          <a:blip xmlns:r="http://schemas.openxmlformats.org/officeDocument/2006/relationships" xmlns:a="http://schemas.openxmlformats.org/drawingml/2006/main" r:embed="R302d5d2f678244c4"/>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7" name=""/>
          <p:cNvPicPr>
            <a:picLocks xmlns:a="http://schemas.openxmlformats.org/drawingml/2006/main" noChangeAspect="1"/>
          </p:cNvPicPr>
          <p:nvPr/>
        </p:nvPicPr>
        <p:blipFill>
          <a:blip xmlns:r="http://schemas.openxmlformats.org/officeDocument/2006/relationships" xmlns:a="http://schemas.openxmlformats.org/drawingml/2006/main" r:embed="R895d13711dc04976"/>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50E7BA17-8C1E-4D0A-92D7-81F6E7F9B3E4}"/>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26b34f46669f44d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52" name=""/>
          <p:cNvPicPr>
            <a:picLocks xmlns:a="http://schemas.openxmlformats.org/drawingml/2006/main" noChangeAspect="1"/>
          </p:cNvPicPr>
          <p:nvPr/>
        </p:nvPicPr>
        <p:blipFill>
          <a:blip xmlns:r="http://schemas.openxmlformats.org/officeDocument/2006/relationships" xmlns:a="http://schemas.openxmlformats.org/drawingml/2006/main" r:embed="Re3f41167b92e4a2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ce24225037466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ebb115483f8417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1c86c141f674e9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a19496f9374c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80e84d016e34e9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e76d3b69714c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00c419ef4c14d1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ef982cec9074a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6954d1a3fb648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bbc0737c2549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8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8b72065c52144d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5a98cf24d66248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8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20a844ec0cda42f2">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9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5bfac95313db4d34">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9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37bca7939ae4e0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5902b727ca472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9e57d46d4204a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f983fcfbbf94a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75c7cd3055a47d3"/>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09abb5c39a04fb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05c2497ba144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aaf04afe7cf540c7"/>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36ed2dd9e4a143a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32"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93c5ca2284404e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33"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09f5ba07cddb40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34"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20cbc17b76f64a3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36"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c6f1f6fe0ed5429d">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3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f798d3c1d343e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cc60204544646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7855b215d244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a7b5a84fd834d9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e4883d6bb649a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904403b5b347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0bd06d9a6aa4f3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c975519c134d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d63254e9b6f4b9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67170e1b4a40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63c30d1919341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355382a5bd445f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372707df4343d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76aa9f0fa4a41a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cedbfcdc07248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fc573a20d48497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0dda03ce8349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ecfbac0c5049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ec93c0149fd84ec2">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0044a3b1a72a482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f0d0bf7d4f4a4f24">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f01b3ac3a94d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2026-09-24T03:08:11.6220000Z</dcterms:created>
  <dcterms:modified xsi:type="dcterms:W3CDTF">2026-09-24T03:08:11.6220000Z</dcterms:modified>
</coreProperties>
</file>