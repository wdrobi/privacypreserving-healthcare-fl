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2.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b1b59e3fefe496f" /><Relationship Type="http://schemas.openxmlformats.org/officeDocument/2006/relationships/extended-properties" Target="/docProps/app.xml" Id="Rcf924ac3e306499f" /><Relationship Type="http://schemas.openxmlformats.org/officeDocument/2006/relationships/officeDocument" Target="/ppt/presentation.xml" Id="Rf6e99c4695dc4a76" /></Relationships>
</file>

<file path=ppt/presentation.xml><?xml version="1.0" encoding="utf-8"?>
<p:presentation xmlns:p="http://schemas.openxmlformats.org/presentationml/2006/main">
  <p:sldMasterIdLst>
    <p:sldMasterId xmlns:r="http://schemas.openxmlformats.org/officeDocument/2006/relationships" id="2147483648" r:id="R5bbba95d06114293"/>
  </p:sldMasterIdLst>
  <p:notesMasterIdLst>
    <p:notesMasterId xmlns:r="http://schemas.openxmlformats.org/officeDocument/2006/relationships" r:id="Re4f6ccd6d70f4de3"/>
  </p:notesMasterIdLst>
  <p:sldIdLst>
    <p:sldId xmlns:r="http://schemas.openxmlformats.org/officeDocument/2006/relationships" id="256" r:id="R97fa3aa0378d4eb0"/>
    <p:sldId xmlns:r="http://schemas.openxmlformats.org/officeDocument/2006/relationships" id="257" r:id="Rd3a93bcf0af5498d"/>
    <p:sldId xmlns:r="http://schemas.openxmlformats.org/officeDocument/2006/relationships" id="258" r:id="Ra82058a179cd48c0"/>
    <p:sldId xmlns:r="http://schemas.openxmlformats.org/officeDocument/2006/relationships" id="259" r:id="Rb4175d961f3641b0"/>
    <p:sldId xmlns:r="http://schemas.openxmlformats.org/officeDocument/2006/relationships" id="260" r:id="Rb3a8e903dab44767"/>
    <p:sldId xmlns:r="http://schemas.openxmlformats.org/officeDocument/2006/relationships" id="261" r:id="R82ad4baa0450442c"/>
    <p:sldId xmlns:r="http://schemas.openxmlformats.org/officeDocument/2006/relationships" id="262" r:id="R73d11312af45472d"/>
    <p:sldId xmlns:r="http://schemas.openxmlformats.org/officeDocument/2006/relationships" id="263" r:id="R0afb46e04747484f"/>
    <p:sldId xmlns:r="http://schemas.openxmlformats.org/officeDocument/2006/relationships" id="264" r:id="Rce14d8591423400d"/>
    <p:sldId xmlns:r="http://schemas.openxmlformats.org/officeDocument/2006/relationships" id="265" r:id="Rb066cfe92a70405f"/>
    <p:sldId xmlns:r="http://schemas.openxmlformats.org/officeDocument/2006/relationships" id="266" r:id="R91ac0964edd54658"/>
    <p:sldId xmlns:r="http://schemas.openxmlformats.org/officeDocument/2006/relationships" id="267" r:id="R0f7f9595eb904503"/>
    <p:sldId xmlns:r="http://schemas.openxmlformats.org/officeDocument/2006/relationships" id="268" r:id="R6b32156498ff4a01"/>
    <p:sldId xmlns:r="http://schemas.openxmlformats.org/officeDocument/2006/relationships" id="269" r:id="R4ea58c15e8274cc4"/>
    <p:sldId xmlns:r="http://schemas.openxmlformats.org/officeDocument/2006/relationships" id="270" r:id="Ra0e05e148cd54ab6"/>
    <p:sldId xmlns:r="http://schemas.openxmlformats.org/officeDocument/2006/relationships" id="271" r:id="R0e2b10b8b3b049f4"/>
    <p:sldId xmlns:r="http://schemas.openxmlformats.org/officeDocument/2006/relationships" id="272" r:id="R02e59abd999c4dcf"/>
    <p:sldId xmlns:r="http://schemas.openxmlformats.org/officeDocument/2006/relationships" id="273" r:id="Rced000fa14ea4760"/>
    <p:sldId xmlns:r="http://schemas.openxmlformats.org/officeDocument/2006/relationships" id="274" r:id="Re1906a32c2094731"/>
    <p:sldId xmlns:r="http://schemas.openxmlformats.org/officeDocument/2006/relationships" id="275" r:id="R81fa84d6fa8543f7"/>
    <p:sldId xmlns:r="http://schemas.openxmlformats.org/officeDocument/2006/relationships" id="276" r:id="R12698b18244747fe"/>
    <p:sldId xmlns:r="http://schemas.openxmlformats.org/officeDocument/2006/relationships" id="277" r:id="R144e52f11ca54b51"/>
    <p:sldId xmlns:r="http://schemas.openxmlformats.org/officeDocument/2006/relationships" id="278" r:id="R810af38c4eab4395"/>
    <p:sldId xmlns:r="http://schemas.openxmlformats.org/officeDocument/2006/relationships" id="279" r:id="R5ec6d31e2ca947fd"/>
    <p:sldId xmlns:r="http://schemas.openxmlformats.org/officeDocument/2006/relationships" id="280" r:id="R7f03ffc22d6c4d74"/>
    <p:sldId xmlns:r="http://schemas.openxmlformats.org/officeDocument/2006/relationships" id="281" r:id="R60e52df09afd4cfd"/>
    <p:sldId xmlns:r="http://schemas.openxmlformats.org/officeDocument/2006/relationships" id="282" r:id="R94de773c6cd74697"/>
    <p:sldId xmlns:r="http://schemas.openxmlformats.org/officeDocument/2006/relationships" id="283" r:id="R1fa0f5bd33a14505"/>
    <p:sldId xmlns:r="http://schemas.openxmlformats.org/officeDocument/2006/relationships" id="284" r:id="Rce5a897e910d4346"/>
    <p:sldId xmlns:r="http://schemas.openxmlformats.org/officeDocument/2006/relationships" id="285" r:id="R96041e11dcb24f24"/>
    <p:sldId xmlns:r="http://schemas.openxmlformats.org/officeDocument/2006/relationships" id="286" r:id="Re4fe06c7194f46dd"/>
    <p:sldId xmlns:r="http://schemas.openxmlformats.org/officeDocument/2006/relationships" id="287" r:id="Rcfecd66bfc3f45a4"/>
    <p:sldId xmlns:r="http://schemas.openxmlformats.org/officeDocument/2006/relationships" id="288" r:id="Rc2dfaeb6a16e4dc3"/>
    <p:sldId xmlns:r="http://schemas.openxmlformats.org/officeDocument/2006/relationships" id="289" r:id="Ra42dd73be34a4e6d"/>
    <p:sldId xmlns:r="http://schemas.openxmlformats.org/officeDocument/2006/relationships" id="290" r:id="Rbaacd5816bba4f77"/>
    <p:sldId xmlns:r="http://schemas.openxmlformats.org/officeDocument/2006/relationships" id="291" r:id="R3d772ce1a29a438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c002e1282bb47a1" /><Relationship Type="http://schemas.openxmlformats.org/officeDocument/2006/relationships/slideMaster" Target="/ppt/slideMasters/slideMaster1.xml" Id="R5bbba95d06114293" /><Relationship Type="http://schemas.openxmlformats.org/officeDocument/2006/relationships/notesMaster" Target="/ppt/notesMasters/notesMaster1.xml" Id="Re4f6ccd6d70f4de3" /><Relationship Type="http://schemas.openxmlformats.org/officeDocument/2006/relationships/presProps" Target="/ppt/presProps.xml" Id="R5af924179e4d4fa3" /><Relationship Type="http://schemas.openxmlformats.org/officeDocument/2006/relationships/viewProps" Target="/ppt/viewProps.xml" Id="R9f4234214738481f" /><Relationship Type="http://schemas.openxmlformats.org/officeDocument/2006/relationships/tableStyles" Target="/ppt/tableStyles.xml" Id="R1d2b1d982dcd4f5f" /><Relationship Type="http://schemas.openxmlformats.org/officeDocument/2006/relationships/slide" Target="/ppt/slides/slide1.xml" Id="R97fa3aa0378d4eb0" /><Relationship Type="http://schemas.openxmlformats.org/officeDocument/2006/relationships/slide" Target="/ppt/slides/slide2.xml" Id="Rd3a93bcf0af5498d" /><Relationship Type="http://schemas.openxmlformats.org/officeDocument/2006/relationships/slide" Target="/ppt/slides/slide3.xml" Id="Ra82058a179cd48c0" /><Relationship Type="http://schemas.openxmlformats.org/officeDocument/2006/relationships/slide" Target="/ppt/slides/slide4.xml" Id="Rb4175d961f3641b0" /><Relationship Type="http://schemas.openxmlformats.org/officeDocument/2006/relationships/slide" Target="/ppt/slides/slide5.xml" Id="Rb3a8e903dab44767" /><Relationship Type="http://schemas.openxmlformats.org/officeDocument/2006/relationships/slide" Target="/ppt/slides/slide6.xml" Id="R82ad4baa0450442c" /><Relationship Type="http://schemas.openxmlformats.org/officeDocument/2006/relationships/slide" Target="/ppt/slides/slide7.xml" Id="R73d11312af45472d" /><Relationship Type="http://schemas.openxmlformats.org/officeDocument/2006/relationships/slide" Target="/ppt/slides/slide8.xml" Id="R0afb46e04747484f" /><Relationship Type="http://schemas.openxmlformats.org/officeDocument/2006/relationships/slide" Target="/ppt/slides/slide9.xml" Id="Rce14d8591423400d" /><Relationship Type="http://schemas.openxmlformats.org/officeDocument/2006/relationships/slide" Target="/ppt/slides/slide10.xml" Id="Rb066cfe92a70405f" /><Relationship Type="http://schemas.openxmlformats.org/officeDocument/2006/relationships/slide" Target="/ppt/slides/slide11.xml" Id="R91ac0964edd54658" /><Relationship Type="http://schemas.openxmlformats.org/officeDocument/2006/relationships/slide" Target="/ppt/slides/slide12.xml" Id="R0f7f9595eb904503" /><Relationship Type="http://schemas.openxmlformats.org/officeDocument/2006/relationships/slide" Target="/ppt/slides/slide13.xml" Id="R6b32156498ff4a01" /><Relationship Type="http://schemas.openxmlformats.org/officeDocument/2006/relationships/slide" Target="/ppt/slides/slide14.xml" Id="R4ea58c15e8274cc4" /><Relationship Type="http://schemas.openxmlformats.org/officeDocument/2006/relationships/slide" Target="/ppt/slides/slide15.xml" Id="Ra0e05e148cd54ab6" /><Relationship Type="http://schemas.openxmlformats.org/officeDocument/2006/relationships/slide" Target="/ppt/slides/slide16.xml" Id="R0e2b10b8b3b049f4" /><Relationship Type="http://schemas.openxmlformats.org/officeDocument/2006/relationships/slide" Target="/ppt/slides/slide17.xml" Id="R02e59abd999c4dcf" /><Relationship Type="http://schemas.openxmlformats.org/officeDocument/2006/relationships/slide" Target="/ppt/slides/slide18.xml" Id="Rced000fa14ea4760" /><Relationship Type="http://schemas.openxmlformats.org/officeDocument/2006/relationships/slide" Target="/ppt/slides/slide19.xml" Id="Re1906a32c2094731" /><Relationship Type="http://schemas.openxmlformats.org/officeDocument/2006/relationships/slide" Target="/ppt/slides/slide20.xml" Id="R81fa84d6fa8543f7" /><Relationship Type="http://schemas.openxmlformats.org/officeDocument/2006/relationships/slide" Target="/ppt/slides/slide21.xml" Id="R12698b18244747fe" /><Relationship Type="http://schemas.openxmlformats.org/officeDocument/2006/relationships/slide" Target="/ppt/slides/slide22.xml" Id="R144e52f11ca54b51" /><Relationship Type="http://schemas.openxmlformats.org/officeDocument/2006/relationships/slide" Target="/ppt/slides/slide23.xml" Id="R810af38c4eab4395" /><Relationship Type="http://schemas.openxmlformats.org/officeDocument/2006/relationships/slide" Target="/ppt/slides/slide24.xml" Id="R5ec6d31e2ca947fd" /><Relationship Type="http://schemas.openxmlformats.org/officeDocument/2006/relationships/slide" Target="/ppt/slides/slide25.xml" Id="R7f03ffc22d6c4d74" /><Relationship Type="http://schemas.openxmlformats.org/officeDocument/2006/relationships/slide" Target="/ppt/slides/slide26.xml" Id="R60e52df09afd4cfd" /><Relationship Type="http://schemas.openxmlformats.org/officeDocument/2006/relationships/slide" Target="/ppt/slides/slide27.xml" Id="R94de773c6cd74697" /><Relationship Type="http://schemas.openxmlformats.org/officeDocument/2006/relationships/slide" Target="/ppt/slides/slide28.xml" Id="R1fa0f5bd33a14505" /><Relationship Type="http://schemas.openxmlformats.org/officeDocument/2006/relationships/slide" Target="/ppt/slides/slide29.xml" Id="Rce5a897e910d4346" /><Relationship Type="http://schemas.openxmlformats.org/officeDocument/2006/relationships/slide" Target="/ppt/slides/slide30.xml" Id="R96041e11dcb24f24" /><Relationship Type="http://schemas.openxmlformats.org/officeDocument/2006/relationships/slide" Target="/ppt/slides/slide31.xml" Id="Re4fe06c7194f46dd" /><Relationship Type="http://schemas.openxmlformats.org/officeDocument/2006/relationships/slide" Target="/ppt/slides/slide32.xml" Id="Rcfecd66bfc3f45a4" /><Relationship Type="http://schemas.openxmlformats.org/officeDocument/2006/relationships/slide" Target="/ppt/slides/slide33.xml" Id="Rc2dfaeb6a16e4dc3" /><Relationship Type="http://schemas.openxmlformats.org/officeDocument/2006/relationships/slide" Target="/ppt/slides/slide34.xml" Id="Ra42dd73be34a4e6d" /><Relationship Type="http://schemas.openxmlformats.org/officeDocument/2006/relationships/slide" Target="/ppt/slides/slide35.xml" Id="Rbaacd5816bba4f77" /><Relationship Type="http://schemas.openxmlformats.org/officeDocument/2006/relationships/slide" Target="/ppt/slides/slide36.xml" Id="R3d772ce1a29a43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d848b0a18540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df20d2e26774612" /><Relationship Type="http://schemas.openxmlformats.org/officeDocument/2006/relationships/notesMaster" Target="/ppt/notesMasters/notesMaster1.xml" Id="R05622b78b94e4c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f7baa7df844f39" /><Relationship Type="http://schemas.openxmlformats.org/officeDocument/2006/relationships/notesMaster" Target="/ppt/notesMasters/notesMaster1.xml" Id="Re70b41c9df1d48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4fc63b82d34c94" /><Relationship Type="http://schemas.openxmlformats.org/officeDocument/2006/relationships/notesMaster" Target="/ppt/notesMasters/notesMaster1.xml" Id="R2b923cb3040446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fc6a203e184dd3" /><Relationship Type="http://schemas.openxmlformats.org/officeDocument/2006/relationships/notesMaster" Target="/ppt/notesMasters/notesMaster1.xml" Id="R1fc2b644ed8f49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3adf847ba44576" /><Relationship Type="http://schemas.openxmlformats.org/officeDocument/2006/relationships/notesMaster" Target="/ppt/notesMasters/notesMaster1.xml" Id="R6d726e37e3de4d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964c98adcb4257" /><Relationship Type="http://schemas.openxmlformats.org/officeDocument/2006/relationships/notesMaster" Target="/ppt/notesMasters/notesMaster1.xml" Id="R63725a3518b045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818dfd9517e4316" /><Relationship Type="http://schemas.openxmlformats.org/officeDocument/2006/relationships/notesMaster" Target="/ppt/notesMasters/notesMaster1.xml" Id="Raecbc2e085d144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48d59813a2c4725" /><Relationship Type="http://schemas.openxmlformats.org/officeDocument/2006/relationships/notesMaster" Target="/ppt/notesMasters/notesMaster1.xml" Id="R6554089d3f504f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9ccb183e8b034e2e" /><Relationship Type="http://schemas.openxmlformats.org/officeDocument/2006/relationships/notesMaster" Target="/ppt/notesMasters/notesMaster1.xml" Id="Ra349d2195abb4cc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0339fab72b24364" /><Relationship Type="http://schemas.openxmlformats.org/officeDocument/2006/relationships/notesMaster" Target="/ppt/notesMasters/notesMaster1.xml" Id="Rd1bfda799479416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9ab965badb9483d" /><Relationship Type="http://schemas.openxmlformats.org/officeDocument/2006/relationships/notesMaster" Target="/ppt/notesMasters/notesMaster1.xml" Id="R6b4dc520066241c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55f3daf79194a6d" /><Relationship Type="http://schemas.openxmlformats.org/officeDocument/2006/relationships/notesMaster" Target="/ppt/notesMasters/notesMaster1.xml" Id="Rba0c36357a5346f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57288ed8e0545a0" /><Relationship Type="http://schemas.openxmlformats.org/officeDocument/2006/relationships/notesMaster" Target="/ppt/notesMasters/notesMaster1.xml" Id="R73ea83b8012b456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7fb330f43b84aa4" /><Relationship Type="http://schemas.openxmlformats.org/officeDocument/2006/relationships/notesMaster" Target="/ppt/notesMasters/notesMaster1.xml" Id="R9b7d5942c3e44c3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3edd9960bf241fe" /><Relationship Type="http://schemas.openxmlformats.org/officeDocument/2006/relationships/notesMaster" Target="/ppt/notesMasters/notesMaster1.xml" Id="R388ccf8f966b4e9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a4accfbb0984a73" /><Relationship Type="http://schemas.openxmlformats.org/officeDocument/2006/relationships/notesMaster" Target="/ppt/notesMasters/notesMaster1.xml" Id="Rc4803afded0b4f1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8785cac26a74604" /><Relationship Type="http://schemas.openxmlformats.org/officeDocument/2006/relationships/notesMaster" Target="/ppt/notesMasters/notesMaster1.xml" Id="R4c5eae6bff6e4f2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f65557ae4ec4256" /><Relationship Type="http://schemas.openxmlformats.org/officeDocument/2006/relationships/notesMaster" Target="/ppt/notesMasters/notesMaster1.xml" Id="R9f8234f7229d446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e5eaffd65f44c9d" /><Relationship Type="http://schemas.openxmlformats.org/officeDocument/2006/relationships/notesMaster" Target="/ppt/notesMasters/notesMaster1.xml" Id="R384c15839def40a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4153dad0c974b99" /><Relationship Type="http://schemas.openxmlformats.org/officeDocument/2006/relationships/notesMaster" Target="/ppt/notesMasters/notesMaster1.xml" Id="R1f754dfc8610475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c3948cbd733402b" /><Relationship Type="http://schemas.openxmlformats.org/officeDocument/2006/relationships/notesMaster" Target="/ppt/notesMasters/notesMaster1.xml" Id="Re4f67898137b457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2b63e34a4f644bd" /><Relationship Type="http://schemas.openxmlformats.org/officeDocument/2006/relationships/notesMaster" Target="/ppt/notesMasters/notesMaster1.xml" Id="Rc8711b546eee44d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8adc23476a14417" /><Relationship Type="http://schemas.openxmlformats.org/officeDocument/2006/relationships/notesMaster" Target="/ppt/notesMasters/notesMaster1.xml" Id="R58f19ff5c75d489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921d373d84b457e" /><Relationship Type="http://schemas.openxmlformats.org/officeDocument/2006/relationships/notesMaster" Target="/ppt/notesMasters/notesMaster1.xml" Id="R84fae40efd644cf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a5d03290ba0424e" /><Relationship Type="http://schemas.openxmlformats.org/officeDocument/2006/relationships/notesMaster" Target="/ppt/notesMasters/notesMaster1.xml" Id="Rcdd5bc45b4d7462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3896a907b154fd7" /><Relationship Type="http://schemas.openxmlformats.org/officeDocument/2006/relationships/notesMaster" Target="/ppt/notesMasters/notesMaster1.xml" Id="Rdaf32faab616473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6e4384855664f08" /><Relationship Type="http://schemas.openxmlformats.org/officeDocument/2006/relationships/notesMaster" Target="/ppt/notesMasters/notesMaster1.xml" Id="R56f822983e604f5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1262748c2fa49a7" /><Relationship Type="http://schemas.openxmlformats.org/officeDocument/2006/relationships/notesMaster" Target="/ppt/notesMasters/notesMaster1.xml" Id="R482928be62894e3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1bd824c7e7e4ae0" /><Relationship Type="http://schemas.openxmlformats.org/officeDocument/2006/relationships/notesMaster" Target="/ppt/notesMasters/notesMaster1.xml" Id="R5cf87bf344a3416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968193d4798415f" /><Relationship Type="http://schemas.openxmlformats.org/officeDocument/2006/relationships/notesMaster" Target="/ppt/notesMasters/notesMaster1.xml" Id="R4d24630f558d478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621f79d98c24f22" /><Relationship Type="http://schemas.openxmlformats.org/officeDocument/2006/relationships/notesMaster" Target="/ppt/notesMasters/notesMaster1.xml" Id="R8ea612f589a2481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0b1dbd100ac4bd3" /><Relationship Type="http://schemas.openxmlformats.org/officeDocument/2006/relationships/notesMaster" Target="/ppt/notesMasters/notesMaster1.xml" Id="Raa7996216c98429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e4fcb6b5b4b4893" /><Relationship Type="http://schemas.openxmlformats.org/officeDocument/2006/relationships/notesMaster" Target="/ppt/notesMasters/notesMaster1.xml" Id="Rbf45602fcfce455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d2402edd0f14e0f" /><Relationship Type="http://schemas.openxmlformats.org/officeDocument/2006/relationships/notesMaster" Target="/ppt/notesMasters/notesMaster1.xml" Id="R2f4b278fa3f645a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48e03dee46b41cc" /><Relationship Type="http://schemas.openxmlformats.org/officeDocument/2006/relationships/notesMaster" Target="/ppt/notesMasters/notesMaster1.xml" Id="Re6ef6c3b8c87409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3e32435e8014f7c" /><Relationship Type="http://schemas.openxmlformats.org/officeDocument/2006/relationships/notesMaster" Target="/ppt/notesMasters/notesMaster1.xml" Id="R8ae2f56c77fc4e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Notation: K is the number of institutions, D_k is the local dataset, C is the clipping norm, z_k is Gaussian noise, e_k is the error-feedback residual, Q selects the common ciphertext-aligned blocks, A_t is the accepted client set, and Dec_t denotes policy-governed decryption after verification and quorum checks.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087b9ce75114dd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b12a422c9f1408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53018cc66914b1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33268dfdc904e5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cb4963a3d6e486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c390b218834449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fa9e196e92b45f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ae05527da63402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285549331e14b2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47bd3d5a7e04df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d7c5d9508d44c5e"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94"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93"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e4f0673309479a" /><Relationship Type="http://schemas.openxmlformats.org/officeDocument/2006/relationships/slideLayout" Target="/ppt/slideLayouts/slideLayout1.xml" Id="R79abf45a8bb64cdd" /><Relationship Type="http://schemas.openxmlformats.org/officeDocument/2006/relationships/slideLayout" Target="/ppt/slideLayouts/slideLayout2.xml" Id="R66e12bc3cf844da5" /><Relationship Type="http://schemas.openxmlformats.org/officeDocument/2006/relationships/slideLayout" Target="/ppt/slideLayouts/slideLayout3.xml" Id="R732f14f9f00545ff" /><Relationship Type="http://schemas.openxmlformats.org/officeDocument/2006/relationships/slideLayout" Target="/ppt/slideLayouts/slideLayout4.xml" Id="Rb73b2a4d329c4ae0" /><Relationship Type="http://schemas.openxmlformats.org/officeDocument/2006/relationships/slideLayout" Target="/ppt/slideLayouts/slideLayout5.xml" Id="R000746b654e64e12" /><Relationship Type="http://schemas.openxmlformats.org/officeDocument/2006/relationships/slideLayout" Target="/ppt/slideLayouts/slideLayout6.xml" Id="R843d59008ddd41da" /><Relationship Type="http://schemas.openxmlformats.org/officeDocument/2006/relationships/slideLayout" Target="/ppt/slideLayouts/slideLayout7.xml" Id="R8448eefc615a4429" /><Relationship Type="http://schemas.openxmlformats.org/officeDocument/2006/relationships/slideLayout" Target="/ppt/slideLayouts/slideLayout8.xml" Id="R6825331069334f39" /><Relationship Type="http://schemas.openxmlformats.org/officeDocument/2006/relationships/slideLayout" Target="/ppt/slideLayouts/slideLayout9.xml" Id="R059cf514b3b84f98" /><Relationship Type="http://schemas.openxmlformats.org/officeDocument/2006/relationships/slideLayout" Target="/ppt/slideLayouts/slideLayout10.xml" Id="R5dadccccf43d4644" /><Relationship Type="http://schemas.openxmlformats.org/officeDocument/2006/relationships/slideLayout" Target="/ppt/slideLayouts/slideLayout11.xml" Id="R3ad9294fd2e74d10"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79abf45a8bb64cdd"/>
    <p:sldLayoutId xmlns:r="http://schemas.openxmlformats.org/officeDocument/2006/relationships" id="2147483650" r:id="R66e12bc3cf844da5"/>
    <p:sldLayoutId xmlns:r="http://schemas.openxmlformats.org/officeDocument/2006/relationships" id="2147483651" r:id="R732f14f9f00545ff"/>
    <p:sldLayoutId xmlns:r="http://schemas.openxmlformats.org/officeDocument/2006/relationships" id="2147483652" r:id="Rb73b2a4d329c4ae0"/>
    <p:sldLayoutId xmlns:r="http://schemas.openxmlformats.org/officeDocument/2006/relationships" id="2147483653" r:id="R000746b654e64e12"/>
    <p:sldLayoutId xmlns:r="http://schemas.openxmlformats.org/officeDocument/2006/relationships" id="2147483654" r:id="R843d59008ddd41da"/>
    <p:sldLayoutId xmlns:r="http://schemas.openxmlformats.org/officeDocument/2006/relationships" id="2147483655" r:id="R8448eefc615a4429"/>
    <p:sldLayoutId xmlns:r="http://schemas.openxmlformats.org/officeDocument/2006/relationships" id="2147483656" r:id="R6825331069334f39"/>
    <p:sldLayoutId xmlns:r="http://schemas.openxmlformats.org/officeDocument/2006/relationships" id="2147483657" r:id="R059cf514b3b84f98"/>
    <p:sldLayoutId xmlns:r="http://schemas.openxmlformats.org/officeDocument/2006/relationships" id="2147483658" r:id="R5dadccccf43d4644"/>
    <p:sldLayoutId xmlns:r="http://schemas.openxmlformats.org/officeDocument/2006/relationships" id="2147483659" r:id="R3ad9294fd2e74d10"/>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2153737090641e5" /><Relationship Type="http://schemas.openxmlformats.org/officeDocument/2006/relationships/image" Target="/ppt/media/image.png" Id="Rf7b0ba28f993416b" /><Relationship Type="http://schemas.openxmlformats.org/officeDocument/2006/relationships/image" Target="/ppt/media/image2.png" Id="Rd5d54eea736e48eb" /><Relationship Type="http://schemas.openxmlformats.org/officeDocument/2006/relationships/notesSlide" Target="/ppt/notesSlides/notesSlide1.xml" Id="R561bfeccf89e48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357697ffd964621" /><Relationship Type="http://schemas.openxmlformats.org/officeDocument/2006/relationships/image" Target="/ppt/media/image.jpeg" Id="R77b974cbb3bc43bd" /><Relationship Type="http://schemas.openxmlformats.org/officeDocument/2006/relationships/image" Target="/ppt/media/image3.png" Id="R027822fc1d1f4aa7" /><Relationship Type="http://schemas.openxmlformats.org/officeDocument/2006/relationships/notesSlide" Target="/ppt/notesSlides/notesSlide2.xml" Id="R66c2dc4d612a43ab"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1cd85bb63c464d8d" /><Relationship Type="http://schemas.openxmlformats.org/officeDocument/2006/relationships/image" Target="/ppt/media/image2.jpeg" Id="R778e2436f6dd4a6e" /><Relationship Type="http://schemas.openxmlformats.org/officeDocument/2006/relationships/image" Target="/ppt/media/image2.png" Id="Raf06ed501dab465c" /><Relationship Type="http://schemas.openxmlformats.org/officeDocument/2006/relationships/image" Target="/ppt/media/image4.png" Id="Rb55bf3d9cf964bd1" /><Relationship Type="http://schemas.openxmlformats.org/officeDocument/2006/relationships/image" Target="/ppt/media/image5.png" Id="Rebe658ea85fa4bf6" /><Relationship Type="http://schemas.openxmlformats.org/officeDocument/2006/relationships/notesSlide" Target="/ppt/notesSlides/notesSlide3.xml" Id="Re34c7c194feb45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25c407a4baf454a" /><Relationship Type="http://schemas.openxmlformats.org/officeDocument/2006/relationships/image" Target="/ppt/media/image2.jpeg" Id="Rc59727d029e94d13" /><Relationship Type="http://schemas.openxmlformats.org/officeDocument/2006/relationships/image" Target="/ppt/media/image2.png" Id="Rc25d63e4e4ef4ff2" /><Relationship Type="http://schemas.openxmlformats.org/officeDocument/2006/relationships/image" Target="/ppt/media/image6.png" Id="Rfb25179540cf40a6" /><Relationship Type="http://schemas.openxmlformats.org/officeDocument/2006/relationships/notesSlide" Target="/ppt/notesSlides/notesSlide4.xml" Id="Raf968d0e71974bf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44b09bab7c84bcc" /><Relationship Type="http://schemas.openxmlformats.org/officeDocument/2006/relationships/image" Target="/ppt/media/image2.jpeg" Id="R137abe3f271a45e8" /><Relationship Type="http://schemas.openxmlformats.org/officeDocument/2006/relationships/image" Target="/ppt/media/image2.png" Id="Rbc469a6881584d7a" /><Relationship Type="http://schemas.openxmlformats.org/officeDocument/2006/relationships/notesSlide" Target="/ppt/notesSlides/notesSlide5.xml" Id="R4d1c2c64f42d49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46caf5331294a0e" /><Relationship Type="http://schemas.openxmlformats.org/officeDocument/2006/relationships/image" Target="/ppt/media/image2.jpeg" Id="R0b09929ab528497d" /><Relationship Type="http://schemas.openxmlformats.org/officeDocument/2006/relationships/image" Target="/ppt/media/image2.png" Id="R83d1fc51fc9a48fe" /><Relationship Type="http://schemas.openxmlformats.org/officeDocument/2006/relationships/notesSlide" Target="/ppt/notesSlides/notesSlide6.xml" Id="Rc3ff180a95894e1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83b77bd996342b2" /><Relationship Type="http://schemas.openxmlformats.org/officeDocument/2006/relationships/image" Target="/ppt/media/image2.jpeg" Id="R81e10e1834054ee7" /><Relationship Type="http://schemas.openxmlformats.org/officeDocument/2006/relationships/image" Target="/ppt/media/image2.png" Id="R73c8d0b7ad094c17" /><Relationship Type="http://schemas.openxmlformats.org/officeDocument/2006/relationships/chart" Target="/ppt/slides/charts/chart1.xml" Id="R401453afb13d48af" /><Relationship Type="http://schemas.openxmlformats.org/officeDocument/2006/relationships/notesSlide" Target="/ppt/notesSlides/notesSlide7.xml" Id="R044490f745324a9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e65e4a5895d441c" /><Relationship Type="http://schemas.openxmlformats.org/officeDocument/2006/relationships/image" Target="/ppt/media/image2.jpeg" Id="Ra1ef6e7fa70c4f06" /><Relationship Type="http://schemas.openxmlformats.org/officeDocument/2006/relationships/image" Target="/ppt/media/image2.png" Id="R753006d077c547c6" /><Relationship Type="http://schemas.openxmlformats.org/officeDocument/2006/relationships/notesSlide" Target="/ppt/notesSlides/notesSlide8.xml" Id="R72ebbd6b9830448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1d1307820ff4015" /><Relationship Type="http://schemas.openxmlformats.org/officeDocument/2006/relationships/image" Target="/ppt/media/image2.jpeg" Id="R7f8bdb181f8141e7" /><Relationship Type="http://schemas.openxmlformats.org/officeDocument/2006/relationships/image" Target="/ppt/media/image2.png" Id="R244f519caefb474c" /><Relationship Type="http://schemas.openxmlformats.org/officeDocument/2006/relationships/notesSlide" Target="/ppt/notesSlides/notesSlide9.xml" Id="R5ef84e9ab4d8423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cca8077fd73f4f3f" /><Relationship Type="http://schemas.openxmlformats.org/officeDocument/2006/relationships/image" Target="/ppt/media/image2.jpeg" Id="Reaa87ccc6a5f40eb" /><Relationship Type="http://schemas.openxmlformats.org/officeDocument/2006/relationships/image" Target="/ppt/media/image2.png" Id="R3a01fcfc062d4c47" /><Relationship Type="http://schemas.openxmlformats.org/officeDocument/2006/relationships/image" Target="/ppt/media/image4.png" Id="R47dd3c9d195c4b58" /><Relationship Type="http://schemas.openxmlformats.org/officeDocument/2006/relationships/image" Target="/ppt/media/image7.png" Id="Rc04ea7308b614814" /><Relationship Type="http://schemas.openxmlformats.org/officeDocument/2006/relationships/notesSlide" Target="/ppt/notesSlides/notesSlide10.xml" Id="R1d0cb427d9704e1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ec18394b3f046ec" /><Relationship Type="http://schemas.openxmlformats.org/officeDocument/2006/relationships/image" Target="/ppt/media/image2.jpeg" Id="Rd07f2ddaf92b4b94" /><Relationship Type="http://schemas.openxmlformats.org/officeDocument/2006/relationships/image" Target="/ppt/media/image2.png" Id="Rba763ae9d7ce46d7" /><Relationship Type="http://schemas.openxmlformats.org/officeDocument/2006/relationships/notesSlide" Target="/ppt/notesSlides/notesSlide11.xml" Id="R355bb5ffe2f44fe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c10a4db5966449e" /><Relationship Type="http://schemas.openxmlformats.org/officeDocument/2006/relationships/image" Target="/ppt/media/image3.jpeg" Id="Rf62c721a02974bad" /><Relationship Type="http://schemas.openxmlformats.org/officeDocument/2006/relationships/image" Target="/ppt/media/image8.png" Id="R225a6be927a843f4" /><Relationship Type="http://schemas.openxmlformats.org/officeDocument/2006/relationships/notesSlide" Target="/ppt/notesSlides/notesSlide12.xml" Id="R05eacd1e165b47d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1993d210f1147ee" /><Relationship Type="http://schemas.openxmlformats.org/officeDocument/2006/relationships/image" Target="/ppt/media/image2.jpeg" Id="R29ace4992f4b4a9a" /><Relationship Type="http://schemas.openxmlformats.org/officeDocument/2006/relationships/image" Target="/ppt/media/image2.png" Id="Rda6f26f2da794356" /><Relationship Type="http://schemas.openxmlformats.org/officeDocument/2006/relationships/notesSlide" Target="/ppt/notesSlides/notesSlide13.xml" Id="R954e0fe2ec474b0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80d5a874b694696" /><Relationship Type="http://schemas.openxmlformats.org/officeDocument/2006/relationships/image" Target="/ppt/media/image2.jpeg" Id="R3948fec72e9d4dd5" /><Relationship Type="http://schemas.openxmlformats.org/officeDocument/2006/relationships/image" Target="/ppt/media/image2.png" Id="Re21714ecb085479a" /><Relationship Type="http://schemas.openxmlformats.org/officeDocument/2006/relationships/notesSlide" Target="/ppt/notesSlides/notesSlide14.xml" Id="R7b4acc6865f9496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ac3b9f9eb44c437c" /><Relationship Type="http://schemas.openxmlformats.org/officeDocument/2006/relationships/image" Target="/ppt/media/image2.jpeg" Id="Rebf2e94efc024c0f" /><Relationship Type="http://schemas.openxmlformats.org/officeDocument/2006/relationships/image" Target="/ppt/media/image2.png" Id="R2f533249cf824969" /><Relationship Type="http://schemas.openxmlformats.org/officeDocument/2006/relationships/image" Target="/ppt/media/image4.png" Id="Rc65d670faef648cb" /><Relationship Type="http://schemas.openxmlformats.org/officeDocument/2006/relationships/image" Target="/ppt/media/image9.png" Id="Rdb47fa1cd2d54e62" /><Relationship Type="http://schemas.openxmlformats.org/officeDocument/2006/relationships/notesSlide" Target="/ppt/notesSlides/notesSlide15.xml" Id="R8bd54acc934c4c2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156cdd2e87a4514" /><Relationship Type="http://schemas.openxmlformats.org/officeDocument/2006/relationships/image" Target="/ppt/media/image2.jpeg" Id="R419ae2db98cf4f6c" /><Relationship Type="http://schemas.openxmlformats.org/officeDocument/2006/relationships/image" Target="/ppt/media/image2.png" Id="R5bdc49a4bec840c5" /><Relationship Type="http://schemas.openxmlformats.org/officeDocument/2006/relationships/image" Target="/ppt/media/image10.png" Id="R9b8852223557464c" /><Relationship Type="http://schemas.openxmlformats.org/officeDocument/2006/relationships/notesSlide" Target="/ppt/notesSlides/notesSlide16.xml" Id="R99c4e508c89747a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a4bc7edf55e40bc" /><Relationship Type="http://schemas.openxmlformats.org/officeDocument/2006/relationships/image" Target="/ppt/media/image2.jpeg" Id="R750d6393df58462e" /><Relationship Type="http://schemas.openxmlformats.org/officeDocument/2006/relationships/image" Target="/ppt/media/image2.png" Id="Rf751e3fe0a804369" /><Relationship Type="http://schemas.openxmlformats.org/officeDocument/2006/relationships/notesSlide" Target="/ppt/notesSlides/notesSlide17.xml" Id="Re0ce4259851a4f2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5b1885cecb4467e" /><Relationship Type="http://schemas.openxmlformats.org/officeDocument/2006/relationships/image" Target="/ppt/media/image2.jpeg" Id="Rfd17b76211f54b2e" /><Relationship Type="http://schemas.openxmlformats.org/officeDocument/2006/relationships/image" Target="/ppt/media/image2.png" Id="R86779b682eec4521" /><Relationship Type="http://schemas.openxmlformats.org/officeDocument/2006/relationships/notesSlide" Target="/ppt/notesSlides/notesSlide18.xml" Id="R082ea693dd474de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7184e38bbc14928" /><Relationship Type="http://schemas.openxmlformats.org/officeDocument/2006/relationships/image" Target="/ppt/media/image2.jpeg" Id="R73cd14972ee3432c" /><Relationship Type="http://schemas.openxmlformats.org/officeDocument/2006/relationships/image" Target="/ppt/media/image2.png" Id="R091f686ca62c49e1" /><Relationship Type="http://schemas.openxmlformats.org/officeDocument/2006/relationships/notesSlide" Target="/ppt/notesSlides/notesSlide19.xml" Id="Rc345a188b42a4d1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228a330dd774d22" /><Relationship Type="http://schemas.openxmlformats.org/officeDocument/2006/relationships/image" Target="/ppt/media/image2.jpeg" Id="Rc3693a575c034f71" /><Relationship Type="http://schemas.openxmlformats.org/officeDocument/2006/relationships/image" Target="/ppt/media/image2.png" Id="R00e53fe27e0644c3" /><Relationship Type="http://schemas.openxmlformats.org/officeDocument/2006/relationships/notesSlide" Target="/ppt/notesSlides/notesSlide20.xml" Id="R1275883146814c8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6f7728efc924f1f" /><Relationship Type="http://schemas.openxmlformats.org/officeDocument/2006/relationships/image" Target="/ppt/media/image2.jpeg" Id="Rffa4f72e792a4a6a" /><Relationship Type="http://schemas.openxmlformats.org/officeDocument/2006/relationships/image" Target="/ppt/media/image2.png" Id="Rba1c0e6778434e79" /><Relationship Type="http://schemas.openxmlformats.org/officeDocument/2006/relationships/notesSlide" Target="/ppt/notesSlides/notesSlide21.xml" Id="R4bf718e3b8a348b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e2a4d5d727e84354" /><Relationship Type="http://schemas.openxmlformats.org/officeDocument/2006/relationships/image" Target="/ppt/media/image2.jpeg" Id="R5cbaba2dc5a34a06" /><Relationship Type="http://schemas.openxmlformats.org/officeDocument/2006/relationships/image" Target="/ppt/media/image2.png" Id="R0b13778febdf455e" /><Relationship Type="http://schemas.openxmlformats.org/officeDocument/2006/relationships/image" Target="/ppt/media/image4.png" Id="R019b2655ce6e4f81" /><Relationship Type="http://schemas.openxmlformats.org/officeDocument/2006/relationships/image" Target="/ppt/media/image11.png" Id="Rb4ed9558c7ae41e8" /><Relationship Type="http://schemas.openxmlformats.org/officeDocument/2006/relationships/notesSlide" Target="/ppt/notesSlides/notesSlide22.xml" Id="Rbfb3fc09bf2b45e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7d667093a1b4f13" /><Relationship Type="http://schemas.openxmlformats.org/officeDocument/2006/relationships/image" Target="/ppt/media/image2.jpeg" Id="Rd5de692af8594b27" /><Relationship Type="http://schemas.openxmlformats.org/officeDocument/2006/relationships/image" Target="/ppt/media/image2.png" Id="R681bd2267ff34d3d" /><Relationship Type="http://schemas.openxmlformats.org/officeDocument/2006/relationships/notesSlide" Target="/ppt/notesSlides/notesSlide23.xml" Id="R3963f0d2246c412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e9585524cef4469" /><Relationship Type="http://schemas.openxmlformats.org/officeDocument/2006/relationships/image" Target="/ppt/media/image2.jpeg" Id="R4ee5c8e0e24d44ec" /><Relationship Type="http://schemas.openxmlformats.org/officeDocument/2006/relationships/image" Target="/ppt/media/image2.png" Id="Red1ae03dd5394d16" /><Relationship Type="http://schemas.openxmlformats.org/officeDocument/2006/relationships/chart" Target="/ppt/slides/charts/chart2.xml" Id="Rfde0b968b913400f" /><Relationship Type="http://schemas.openxmlformats.org/officeDocument/2006/relationships/notesSlide" Target="/ppt/notesSlides/notesSlide24.xml" Id="Rf9bf55e8922049c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0314e7385fd434d" /><Relationship Type="http://schemas.openxmlformats.org/officeDocument/2006/relationships/image" Target="/ppt/media/image2.jpeg" Id="R750de7d0e21643ee" /><Relationship Type="http://schemas.openxmlformats.org/officeDocument/2006/relationships/image" Target="/ppt/media/image2.png" Id="R8ff21f31feae4a5a" /><Relationship Type="http://schemas.openxmlformats.org/officeDocument/2006/relationships/image" Target="/ppt/media/image12.png" Id="R37510cf6680c4339" /><Relationship Type="http://schemas.openxmlformats.org/officeDocument/2006/relationships/image" Target="/ppt/media/image13.png" Id="R19780881889a407d" /><Relationship Type="http://schemas.openxmlformats.org/officeDocument/2006/relationships/notesSlide" Target="/ppt/notesSlides/notesSlide25.xml" Id="R1c02705b9d08402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f50f4d396c4f4d09" /><Relationship Type="http://schemas.openxmlformats.org/officeDocument/2006/relationships/image" Target="/ppt/media/image2.jpeg" Id="Ree4da273d60148bf" /><Relationship Type="http://schemas.openxmlformats.org/officeDocument/2006/relationships/image" Target="/ppt/media/image2.png" Id="Ra800ee2b97394308" /><Relationship Type="http://schemas.openxmlformats.org/officeDocument/2006/relationships/image" Target="/ppt/media/image4.png" Id="R5e6d6e2a32a0410e" /><Relationship Type="http://schemas.openxmlformats.org/officeDocument/2006/relationships/image" Target="/ppt/media/image14.png" Id="Re65af7f3f1044788" /><Relationship Type="http://schemas.openxmlformats.org/officeDocument/2006/relationships/notesSlide" Target="/ppt/notesSlides/notesSlide26.xml" Id="Rfe3c956752974bc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efff7eaf29641b8" /><Relationship Type="http://schemas.openxmlformats.org/officeDocument/2006/relationships/image" Target="/ppt/media/image2.jpeg" Id="R6874daad30004678" /><Relationship Type="http://schemas.openxmlformats.org/officeDocument/2006/relationships/image" Target="/ppt/media/image2.png" Id="R773332455a844122" /><Relationship Type="http://schemas.openxmlformats.org/officeDocument/2006/relationships/notesSlide" Target="/ppt/notesSlides/notesSlide27.xml" Id="R2d10bf9cacaa49e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c25335fc38e405e" /><Relationship Type="http://schemas.openxmlformats.org/officeDocument/2006/relationships/image" Target="/ppt/media/image2.jpeg" Id="Rf216857a67314892" /><Relationship Type="http://schemas.openxmlformats.org/officeDocument/2006/relationships/image" Target="/ppt/media/image2.png" Id="Rd87586e74e3d4640" /><Relationship Type="http://schemas.openxmlformats.org/officeDocument/2006/relationships/notesSlide" Target="/ppt/notesSlides/notesSlide28.xml" Id="R4dcf420aadf84a5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22b2a1ebe8642bc" /><Relationship Type="http://schemas.openxmlformats.org/officeDocument/2006/relationships/image" Target="/ppt/media/image2.jpeg" Id="Rebadb6dc1b5a4acf" /><Relationship Type="http://schemas.openxmlformats.org/officeDocument/2006/relationships/image" Target="/ppt/media/image2.png" Id="Rf29a9733900a457e" /><Relationship Type="http://schemas.openxmlformats.org/officeDocument/2006/relationships/notesSlide" Target="/ppt/notesSlides/notesSlide29.xml" Id="R516404bed96847b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97004ba76bc4926" /><Relationship Type="http://schemas.openxmlformats.org/officeDocument/2006/relationships/image" Target="/ppt/media/image2.jpeg" Id="R990beddc5f60462c" /><Relationship Type="http://schemas.openxmlformats.org/officeDocument/2006/relationships/image" Target="/ppt/media/image2.png" Id="R321ad430d4d74549" /><Relationship Type="http://schemas.openxmlformats.org/officeDocument/2006/relationships/notesSlide" Target="/ppt/notesSlides/notesSlide30.xml" Id="Rbc5fa8a6b4a049c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b1e05a9c79842fd" /><Relationship Type="http://schemas.openxmlformats.org/officeDocument/2006/relationships/image" Target="/ppt/media/image2.jpeg" Id="R753da822d3244d0c" /><Relationship Type="http://schemas.openxmlformats.org/officeDocument/2006/relationships/image" Target="/ppt/media/image2.png" Id="R2884fbb8e895463b" /><Relationship Type="http://schemas.openxmlformats.org/officeDocument/2006/relationships/notesSlide" Target="/ppt/notesSlides/notesSlide31.xml" Id="R639e79dc6a34410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6d30da17ea347c3" /><Relationship Type="http://schemas.openxmlformats.org/officeDocument/2006/relationships/image" Target="/ppt/media/image2.jpeg" Id="R995a05665291438d" /><Relationship Type="http://schemas.openxmlformats.org/officeDocument/2006/relationships/image" Target="/ppt/media/image2.png" Id="R39833cda63f74b34" /><Relationship Type="http://schemas.openxmlformats.org/officeDocument/2006/relationships/notesSlide" Target="/ppt/notesSlides/notesSlide32.xml" Id="R93a9b2d08d01483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bb3d9a62dd04834" /><Relationship Type="http://schemas.openxmlformats.org/officeDocument/2006/relationships/image" Target="/ppt/media/image2.jpeg" Id="R834ed6f276854906" /><Relationship Type="http://schemas.openxmlformats.org/officeDocument/2006/relationships/image" Target="/ppt/media/image2.png" Id="Re9218416ffc84e42" /><Relationship Type="http://schemas.openxmlformats.org/officeDocument/2006/relationships/notesSlide" Target="/ppt/notesSlides/notesSlide33.xml" Id="R85425efa732c453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51410a8c1a940e7" /><Relationship Type="http://schemas.openxmlformats.org/officeDocument/2006/relationships/image" Target="/ppt/media/image2.jpeg" Id="Rc19b3d17c4444a69" /><Relationship Type="http://schemas.openxmlformats.org/officeDocument/2006/relationships/image" Target="/ppt/media/image2.png" Id="Rfaa3eedf7ba34e01" /><Relationship Type="http://schemas.openxmlformats.org/officeDocument/2006/relationships/notesSlide" Target="/ppt/notesSlides/notesSlide34.xml" Id="R26ba51ad1e0f441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a8376c3d9fb14c89" /><Relationship Type="http://schemas.openxmlformats.org/officeDocument/2006/relationships/image" Target="/ppt/media/image2.jpeg" Id="R467a3103a0024b3d" /><Relationship Type="http://schemas.openxmlformats.org/officeDocument/2006/relationships/image" Target="/ppt/media/image2.png" Id="Rb853a6e2937a45a9" /><Relationship Type="http://schemas.openxmlformats.org/officeDocument/2006/relationships/image" Target="/ppt/media/image15.png" Id="R7de4245dfc8d43f4" /><Relationship Type="http://schemas.openxmlformats.org/officeDocument/2006/relationships/notesSlide" Target="/ppt/notesSlides/notesSlide35.xml" Id="Raf50681129e541f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5a41423ea44248b2" /><Relationship Type="http://schemas.openxmlformats.org/officeDocument/2006/relationships/image" Target="/ppt/media/image2.jpeg" Id="R9d4e9a63e6354f1f" /><Relationship Type="http://schemas.openxmlformats.org/officeDocument/2006/relationships/image" Target="/ppt/media/image.gif" Id="Rb9a4d577221b4eb7" /><Relationship Type="http://schemas.openxmlformats.org/officeDocument/2006/relationships/image" Target="/ppt/media/image2.png" Id="Rbe907d34327744ef" /><Relationship Type="http://schemas.openxmlformats.org/officeDocument/2006/relationships/notesSlide" Target="/ppt/notesSlides/notesSlide36.xml" Id="Ref86fd9b77714319"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plotArea>
      <c:barChart>
        <c:barDir val="col"/>
        <c:grouping val="clustered"/>
        <c:varyColors val="1"/>
        <c:ser>
          <c:idx val="0"/>
          <c:order val="0"/>
          <c:tx>
            <c:v>AUC</c:v>
          </c:tx>
          <c:spPr>
            <a:solidFill xmlns:a="http://schemas.openxmlformats.org/drawingml/2006/main">
              <a:srgbClr val="1E3A5F"/>
            </a:solidFill>
          </c:spPr>
          <c:dPt>
            <c:idx val="0"/>
            <c:invertIfNegative val="0"/>
            <c:spPr>
              <a:solidFill xmlns:a="http://schemas.openxmlformats.org/drawingml/2006/main">
                <a:srgbClr val="1E3A5F"/>
              </a:solidFill>
            </c:spPr>
          </c:dPt>
          <c:dPt>
            <c:idx val="1"/>
            <c:invertIfNegative val="0"/>
            <c:spPr>
              <a:solidFill xmlns:a="http://schemas.openxmlformats.org/drawingml/2006/main">
                <a:srgbClr val="008A46"/>
              </a:solidFill>
            </c:spPr>
          </c:dPt>
          <c:cat>
            <c:strLit>
              <c:ptCount val="2"/>
              <c:pt idx="0">
                <c:v>Local models</c:v>
              </c:pt>
              <c:pt idx="1">
                <c:v>EXAM federated model</c:v>
              </c:pt>
            </c:strLit>
          </c:cat>
          <c:val>
            <c:numLit>
              <c:formatCode>0.000</c:formatCode>
              <c:ptCount val="2"/>
              <c:pt idx="0">
                <c:v>0.795</c:v>
              </c:pt>
              <c:pt idx="1">
                <c:v>0.92</c:v>
              </c:pt>
            </c:numLit>
          </c:val>
        </c:ser>
        <c:dLbls>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f7b0ba28f993416b">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d5d54eea736e48eb">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7b974cbb3bc43bd"/>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27822fc1d1f4aa7"/>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7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778e2436f6dd4a6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8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af06ed501dab465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8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b55bf3d9cf964bd1">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8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ebe658ea85fa4bf6">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8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59727d029e94d1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25d63e4e4ef4ff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fb25179540cf40a6"/>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37abe3f271a45e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c469a6881584d7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b09929ab528497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3d1fc51fc9a48f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Evidence for Collaboration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1e10e1834054ee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3c8d0b7ad094c1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1"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401453afb13d48af"/>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1ef6e7fa70c4f0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53006d077c547c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f8bdb181f8141e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44f519caefb474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34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eaa87ccc6a5f40e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5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3a01fcfc062d4c4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5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47dd3c9d195c4b58">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5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c04ea7308b614814">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5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5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07f2ddaf92b4b9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a763ae9d7ce46d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7"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title-cover-1">
            <a:extLst xmlns:a="http://schemas.openxmlformats.org/drawingml/2006/main">
              <a:ext uri="{FF2B5EF4-FFF2-40B4-BE49-F238E27FC236}">
                <a16:creationId xmlns:a16="http://schemas.microsoft.com/office/drawing/2014/main" id="{9366B86C-A46C-457F-9D0D-6FDB53E76F89}"/>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related-study-top-rule-1">
            <a:extLst xmlns:a="http://schemas.openxmlformats.org/drawingml/2006/main">
              <a:ext uri="{FF2B5EF4-FFF2-40B4-BE49-F238E27FC236}">
                <a16:creationId xmlns:a16="http://schemas.microsoft.com/office/drawing/2014/main" id="{9524FEC5-FEBE-4772-89AC-0CB78EE21615}"/>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32" name="related-study-title-1">
            <a:extLst xmlns:a="http://schemas.openxmlformats.org/drawingml/2006/main">
              <a:ext uri="{FF2B5EF4-FFF2-40B4-BE49-F238E27FC236}">
                <a16:creationId xmlns:a16="http://schemas.microsoft.com/office/drawing/2014/main" id="{9D31674C-A6EC-427A-9F3E-D1A03920D240}"/>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062B6F"/>
                </a:solidFill>
                <a:latin typeface="Arial"/>
                <a:ea typeface="Arial"/>
                <a:cs typeface="Arial"/>
              </a:defRPr>
            </a:pPr>
            <a:r>
              <a:rPr sz="3300" b="1">
                <a:solidFill>
                  <a:srgbClr val="062B6F"/>
                </a:solidFill>
                <a:latin typeface="Arial"/>
                <a:ea typeface="Arial"/>
                <a:cs typeface="Arial"/>
              </a:rPr>
              <a:t>Related Studies (1/3)</a:t>
            </a:r>
          </a:p>
        </p:txBody>
      </p:sp>
      <p:sp>
        <p:nvSpPr>
          <p:cNvPr id="233" name="related-study-cover-1">
            <a:extLst xmlns:a="http://schemas.openxmlformats.org/drawingml/2006/main">
              <a:ext uri="{FF2B5EF4-FFF2-40B4-BE49-F238E27FC236}">
                <a16:creationId xmlns:a16="http://schemas.microsoft.com/office/drawing/2014/main" id="{E33518E5-E5B7-4668-B7A5-078F0E647487}"/>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4" name="paper-title-1">
            <a:extLst xmlns:a="http://schemas.openxmlformats.org/drawingml/2006/main">
              <a:ext uri="{FF2B5EF4-FFF2-40B4-BE49-F238E27FC236}">
                <a16:creationId xmlns:a16="http://schemas.microsoft.com/office/drawing/2014/main" id="{6E579336-4A58-4E01-A1D7-596E06CAE1DE}"/>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5" name="paper-summary-1">
            <a:extLst xmlns:a="http://schemas.openxmlformats.org/drawingml/2006/main">
              <a:ext uri="{FF2B5EF4-FFF2-40B4-BE49-F238E27FC236}">
                <a16:creationId xmlns:a16="http://schemas.microsoft.com/office/drawing/2014/main" id="{3AE05793-8F2B-4F4A-9CA0-2AF5E6CAB9C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6" name="paper-source-1">
            <a:extLst xmlns:a="http://schemas.openxmlformats.org/drawingml/2006/main">
              <a:ext uri="{FF2B5EF4-FFF2-40B4-BE49-F238E27FC236}">
                <a16:creationId xmlns:a16="http://schemas.microsoft.com/office/drawing/2014/main" id="{12C67B9B-9FE1-4B4E-9667-CC36832BBE96}"/>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7" name="ddfed-strengths-heading">
            <a:extLst xmlns:a="http://schemas.openxmlformats.org/drawingml/2006/main">
              <a:ext uri="{FF2B5EF4-FFF2-40B4-BE49-F238E27FC236}">
                <a16:creationId xmlns:a16="http://schemas.microsoft.com/office/drawing/2014/main" id="{B21BED9F-7340-437F-A77E-21DE6720E0B6}"/>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8" name="ddfed-strengths-bullets">
            <a:extLst xmlns:a="http://schemas.openxmlformats.org/drawingml/2006/main">
              <a:ext uri="{FF2B5EF4-FFF2-40B4-BE49-F238E27FC236}">
                <a16:creationId xmlns:a16="http://schemas.microsoft.com/office/drawing/2014/main" id="{FD188BE9-BCE6-4517-8848-B7A976697F69}"/>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9" name="ddfed-limits-heading">
            <a:extLst xmlns:a="http://schemas.openxmlformats.org/drawingml/2006/main">
              <a:ext uri="{FF2B5EF4-FFF2-40B4-BE49-F238E27FC236}">
                <a16:creationId xmlns:a16="http://schemas.microsoft.com/office/drawing/2014/main" id="{79163BB6-49EE-486F-881A-3EC46DCA415F}"/>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40" name="ddfed-limits-bullets">
            <a:extLst xmlns:a="http://schemas.openxmlformats.org/drawingml/2006/main">
              <a:ext uri="{FF2B5EF4-FFF2-40B4-BE49-F238E27FC236}">
                <a16:creationId xmlns:a16="http://schemas.microsoft.com/office/drawing/2014/main" id="{A98F98C9-A6E3-48FC-9906-27691B4ECF38}"/>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41" name="ddfed-flow-title">
            <a:extLst xmlns:a="http://schemas.openxmlformats.org/drawingml/2006/main">
              <a:ext uri="{FF2B5EF4-FFF2-40B4-BE49-F238E27FC236}">
                <a16:creationId xmlns:a16="http://schemas.microsoft.com/office/drawing/2014/main" id="{4F08D040-7229-4419-A618-51305514A136}"/>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42" name="ddfed-box-1">
            <a:extLst xmlns:a="http://schemas.openxmlformats.org/drawingml/2006/main">
              <a:ext uri="{FF2B5EF4-FFF2-40B4-BE49-F238E27FC236}">
                <a16:creationId xmlns:a16="http://schemas.microsoft.com/office/drawing/2014/main" id="{92CDBEDF-A3E7-4DBB-94D5-5161863F648D}"/>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3" name="ddfed-arrow-1">
            <a:extLst xmlns:a="http://schemas.openxmlformats.org/drawingml/2006/main">
              <a:ext uri="{FF2B5EF4-FFF2-40B4-BE49-F238E27FC236}">
                <a16:creationId xmlns:a16="http://schemas.microsoft.com/office/drawing/2014/main" id="{C7F2197F-3C63-4FB7-8722-D48DD7A1BBF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4" name="ddfed-box-2">
            <a:extLst xmlns:a="http://schemas.openxmlformats.org/drawingml/2006/main">
              <a:ext uri="{FF2B5EF4-FFF2-40B4-BE49-F238E27FC236}">
                <a16:creationId xmlns:a16="http://schemas.microsoft.com/office/drawing/2014/main" id="{F89220F2-5123-4FB2-A9DD-3C7982290BFC}"/>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5" name="ddfed-arrow-2">
            <a:extLst xmlns:a="http://schemas.openxmlformats.org/drawingml/2006/main">
              <a:ext uri="{FF2B5EF4-FFF2-40B4-BE49-F238E27FC236}">
                <a16:creationId xmlns:a16="http://schemas.microsoft.com/office/drawing/2014/main" id="{EDD2140C-2924-49C0-A840-478B41C83103}"/>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6" name="ddfed-box-3">
            <a:extLst xmlns:a="http://schemas.openxmlformats.org/drawingml/2006/main">
              <a:ext uri="{FF2B5EF4-FFF2-40B4-BE49-F238E27FC236}">
                <a16:creationId xmlns:a16="http://schemas.microsoft.com/office/drawing/2014/main" id="{07BB2AA9-CF51-487D-9CAC-B23B0C72CA57}"/>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7" name="ddfed-arrow-3">
            <a:extLst xmlns:a="http://schemas.openxmlformats.org/drawingml/2006/main">
              <a:ext uri="{FF2B5EF4-FFF2-40B4-BE49-F238E27FC236}">
                <a16:creationId xmlns:a16="http://schemas.microsoft.com/office/drawing/2014/main" id="{8677DD70-0311-4841-8920-B00F762DFBB0}"/>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8" name="ddfed-box-4">
            <a:extLst xmlns:a="http://schemas.openxmlformats.org/drawingml/2006/main">
              <a:ext uri="{FF2B5EF4-FFF2-40B4-BE49-F238E27FC236}">
                <a16:creationId xmlns:a16="http://schemas.microsoft.com/office/drawing/2014/main" id="{164C7F4F-46CC-4F73-9F87-DBEDF92FD96C}"/>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9" name="ddfed-diagram-caption">
            <a:extLst xmlns:a="http://schemas.openxmlformats.org/drawingml/2006/main">
              <a:ext uri="{FF2B5EF4-FFF2-40B4-BE49-F238E27FC236}">
                <a16:creationId xmlns:a16="http://schemas.microsoft.com/office/drawing/2014/main" id="{21C6512E-3393-4A11-AED0-DB94505B0E54}"/>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f62c721a02974bad"/>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225a6be927a843f4"/>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5"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EA9B99CC-E31E-45A7-AAB7-1CE58944E5B3}"/>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9" name="related-study-top-rule-2">
            <a:extLst xmlns:a="http://schemas.openxmlformats.org/drawingml/2006/main">
              <a:ext uri="{FF2B5EF4-FFF2-40B4-BE49-F238E27FC236}">
                <a16:creationId xmlns:a16="http://schemas.microsoft.com/office/drawing/2014/main" id="{8E58F681-BA45-481F-8FA5-078D61D72903}"/>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95DDE12B-395D-4D75-997A-D004A7281820}"/>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AE651005-EFE5-48DE-8712-6921BCEA1C9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C7C82F08-37D4-49E7-913A-5C359F5FC47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6D331619-A9EA-4633-9CE4-58BA84669A5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22D894C2-3171-49CF-9BFC-262940BEA18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8BEC54B-04F7-494B-A12E-FC8C465F7D6F}"/>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1185B49C-BB81-4686-935E-89F85597251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EF509B87-E5E4-400F-A970-E264CD372B06}"/>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9240DC73-50B8-484A-A542-F7439BC18A48}"/>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E6A784-D910-4345-B855-47654754C644}"/>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72F2F092-42FA-4A7A-BFE9-E01981E30B68}"/>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73F71B3A-B09A-4F75-81DE-34CA4030611B}"/>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ctr">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B945F5A5-2CFA-4965-8640-56C6C84D3DEE}"/>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AFF416B8-63C6-4038-8D53-719C9671D4DD}"/>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07ED887-D890-4F88-9B06-2A0CFC6C54A8}"/>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AB3DCB07-5779-47BC-A854-3DF8C9440131}"/>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5F5D3B7E-5BA2-41C3-B552-9F501E2C1D47}"/>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8F87850-2250-438F-9F7B-5DE347CC86C2}"/>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9ace4992f4b4a9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a6f26f2da79435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6"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title-cover-3">
            <a:extLst xmlns:a="http://schemas.openxmlformats.org/drawingml/2006/main">
              <a:ext uri="{FF2B5EF4-FFF2-40B4-BE49-F238E27FC236}">
                <a16:creationId xmlns:a16="http://schemas.microsoft.com/office/drawing/2014/main" id="{FE74A735-1143-42AC-B377-D1A75E606E51}"/>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related-study-top-rule-3">
            <a:extLst xmlns:a="http://schemas.openxmlformats.org/drawingml/2006/main">
              <a:ext uri="{FF2B5EF4-FFF2-40B4-BE49-F238E27FC236}">
                <a16:creationId xmlns:a16="http://schemas.microsoft.com/office/drawing/2014/main" id="{5A51DD7B-4E3A-4737-A91E-8C0841C8D54F}"/>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32" name="related-study-title-3">
            <a:extLst xmlns:a="http://schemas.openxmlformats.org/drawingml/2006/main">
              <a:ext uri="{FF2B5EF4-FFF2-40B4-BE49-F238E27FC236}">
                <a16:creationId xmlns:a16="http://schemas.microsoft.com/office/drawing/2014/main" id="{9A900FA0-1EC4-44A3-BA76-5B308005536A}"/>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062B6F"/>
                </a:solidFill>
                <a:latin typeface="Arial"/>
                <a:ea typeface="Arial"/>
                <a:cs typeface="Arial"/>
              </a:defRPr>
            </a:pPr>
            <a:r>
              <a:rPr sz="3300" b="1">
                <a:solidFill>
                  <a:srgbClr val="062B6F"/>
                </a:solidFill>
                <a:latin typeface="Arial"/>
                <a:ea typeface="Arial"/>
                <a:cs typeface="Arial"/>
              </a:rPr>
              <a:t>Related Studies (3/3)</a:t>
            </a:r>
          </a:p>
        </p:txBody>
      </p:sp>
      <p:sp>
        <p:nvSpPr>
          <p:cNvPr id="233" name="related-study-cover-3">
            <a:extLst xmlns:a="http://schemas.openxmlformats.org/drawingml/2006/main">
              <a:ext uri="{FF2B5EF4-FFF2-40B4-BE49-F238E27FC236}">
                <a16:creationId xmlns:a16="http://schemas.microsoft.com/office/drawing/2014/main" id="{B6E77AE3-EB92-4321-9607-6819F72044D1}"/>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4" name="paper-title-3">
            <a:extLst xmlns:a="http://schemas.openxmlformats.org/drawingml/2006/main">
              <a:ext uri="{FF2B5EF4-FFF2-40B4-BE49-F238E27FC236}">
                <a16:creationId xmlns:a16="http://schemas.microsoft.com/office/drawing/2014/main" id="{18FC9A4F-70E2-4970-BC4E-DF28C194FC53}"/>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5" name="paper-summary-3">
            <a:extLst xmlns:a="http://schemas.openxmlformats.org/drawingml/2006/main">
              <a:ext uri="{FF2B5EF4-FFF2-40B4-BE49-F238E27FC236}">
                <a16:creationId xmlns:a16="http://schemas.microsoft.com/office/drawing/2014/main" id="{3365EFD7-93C7-4596-B69F-F195BA31474F}"/>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6" name="paper-source-3">
            <a:extLst xmlns:a="http://schemas.openxmlformats.org/drawingml/2006/main">
              <a:ext uri="{FF2B5EF4-FFF2-40B4-BE49-F238E27FC236}">
                <a16:creationId xmlns:a16="http://schemas.microsoft.com/office/drawing/2014/main" id="{E4293B67-4FCA-4DA8-A04F-5AED910164AE}"/>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7" name="preamble-strengths-heading">
            <a:extLst xmlns:a="http://schemas.openxmlformats.org/drawingml/2006/main">
              <a:ext uri="{FF2B5EF4-FFF2-40B4-BE49-F238E27FC236}">
                <a16:creationId xmlns:a16="http://schemas.microsoft.com/office/drawing/2014/main" id="{4FE8C0D7-1C78-4CD8-82AD-8017AF8BF6DF}"/>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8" name="preamble-strengths-bullets">
            <a:extLst xmlns:a="http://schemas.openxmlformats.org/drawingml/2006/main">
              <a:ext uri="{FF2B5EF4-FFF2-40B4-BE49-F238E27FC236}">
                <a16:creationId xmlns:a16="http://schemas.microsoft.com/office/drawing/2014/main" id="{4A87061C-4176-416A-9201-7638273FC4F5}"/>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9" name="preamble-limits-heading">
            <a:extLst xmlns:a="http://schemas.openxmlformats.org/drawingml/2006/main">
              <a:ext uri="{FF2B5EF4-FFF2-40B4-BE49-F238E27FC236}">
                <a16:creationId xmlns:a16="http://schemas.microsoft.com/office/drawing/2014/main" id="{BAC1DA15-7B8F-4094-AB31-BE5EE184253C}"/>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40" name="preamble-limits-bullets">
            <a:extLst xmlns:a="http://schemas.openxmlformats.org/drawingml/2006/main">
              <a:ext uri="{FF2B5EF4-FFF2-40B4-BE49-F238E27FC236}">
                <a16:creationId xmlns:a16="http://schemas.microsoft.com/office/drawing/2014/main" id="{8381DB87-8E4F-44B7-91BF-079B0B3E0B1D}"/>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41" name="preamble-flow-title">
            <a:extLst xmlns:a="http://schemas.openxmlformats.org/drawingml/2006/main">
              <a:ext uri="{FF2B5EF4-FFF2-40B4-BE49-F238E27FC236}">
                <a16:creationId xmlns:a16="http://schemas.microsoft.com/office/drawing/2014/main" id="{B855F3BC-3ED9-4695-B176-7DC144708805}"/>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42" name="preamble-box-1">
            <a:extLst xmlns:a="http://schemas.openxmlformats.org/drawingml/2006/main">
              <a:ext uri="{FF2B5EF4-FFF2-40B4-BE49-F238E27FC236}">
                <a16:creationId xmlns:a16="http://schemas.microsoft.com/office/drawing/2014/main" id="{7FE0F7B8-A5C3-42C8-81F0-688CE1600AF9}"/>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3" name="preamble-arrow-split">
            <a:extLst xmlns:a="http://schemas.openxmlformats.org/drawingml/2006/main">
              <a:ext uri="{FF2B5EF4-FFF2-40B4-BE49-F238E27FC236}">
                <a16:creationId xmlns:a16="http://schemas.microsoft.com/office/drawing/2014/main" id="{5C0AC159-8773-4CF4-8101-792D9BECB363}"/>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2a">
            <a:extLst xmlns:a="http://schemas.openxmlformats.org/drawingml/2006/main">
              <a:ext uri="{FF2B5EF4-FFF2-40B4-BE49-F238E27FC236}">
                <a16:creationId xmlns:a16="http://schemas.microsoft.com/office/drawing/2014/main" id="{9E2D9150-05BB-4341-B97C-6A18AF65A211}"/>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5" name="preamble-box-2b">
            <a:extLst xmlns:a="http://schemas.openxmlformats.org/drawingml/2006/main">
              <a:ext uri="{FF2B5EF4-FFF2-40B4-BE49-F238E27FC236}">
                <a16:creationId xmlns:a16="http://schemas.microsoft.com/office/drawing/2014/main" id="{D9F8822D-5D1C-4001-9E4F-45604DEB7789}"/>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6" name="preamble-arrow-merge">
            <a:extLst xmlns:a="http://schemas.openxmlformats.org/drawingml/2006/main">
              <a:ext uri="{FF2B5EF4-FFF2-40B4-BE49-F238E27FC236}">
                <a16:creationId xmlns:a16="http://schemas.microsoft.com/office/drawing/2014/main" id="{5238ECAF-5F1F-412B-98C8-798A9A69D8A7}"/>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7" name="preamble-box-3">
            <a:extLst xmlns:a="http://schemas.openxmlformats.org/drawingml/2006/main">
              <a:ext uri="{FF2B5EF4-FFF2-40B4-BE49-F238E27FC236}">
                <a16:creationId xmlns:a16="http://schemas.microsoft.com/office/drawing/2014/main" id="{AB26CC94-4E18-4F4F-9AF8-74DC7A91BCDE}"/>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8" name="preamble-diagram-caption">
            <a:extLst xmlns:a="http://schemas.openxmlformats.org/drawingml/2006/main">
              <a:ext uri="{FF2B5EF4-FFF2-40B4-BE49-F238E27FC236}">
                <a16:creationId xmlns:a16="http://schemas.microsoft.com/office/drawing/2014/main" id="{CD94BC29-8858-447F-91D4-F3429D92BCC9}"/>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948fec72e9d4dd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21714ecb085479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463"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ebf2e94efc024c0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64"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2f533249cf82496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65"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c65d670faef648cb">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467"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db47fa1cd2d54e62">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cxnSp>
        <p:nvCxnSpPr>
          <p:cNvPr id="471"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19ae2db98cf4f6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bdc49a4bec840c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5" name=""/>
          <p:cNvPicPr>
            <a:picLocks xmlns:a="http://schemas.openxmlformats.org/drawingml/2006/main" noChangeAspect="1"/>
          </p:cNvPicPr>
          <p:nvPr/>
        </p:nvPicPr>
        <p:blipFill>
          <a:blip xmlns:r="http://schemas.openxmlformats.org/officeDocument/2006/relationships" xmlns:a="http://schemas.openxmlformats.org/drawingml/2006/main" r:embed="R9b8852223557464c"/>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446828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50d6393df58462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751e3fe0a80436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d17b76211f54b2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6779b682eec452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3cd14972ee3432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91f686ca62c49e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3693a575c034f7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0e53fe27e0644c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fa4f72e792a4a6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a1c0e6778434e7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56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5cbaba2dc5a34a0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6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0b13778febdf455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6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019b2655ce6e4f81">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7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b4ed9558c7ae41e8">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7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5de692af8594b2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81bd2267ff34d3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ee5c8e0e24d44e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d1ae03dd5394d1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fde0b968b913400f"/>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50de7d0e21643e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ff21f31feae4a5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37510cf6680c4339"/>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19780881889a407d"/>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610"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ee4da273d60148b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11"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a800ee2b9739430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12"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5e6d6e2a32a0410e">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614"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e65af7f3f1044788">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616"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874daad3000467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73332455a84412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216857a6731489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87586e74e3d464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badb6dc1b5a4ac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29a9733900a457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90beddc5f60462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21ad430d4d7454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53da822d3244d0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884fbb8e895463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95a05665291438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9833cda63f74b3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34ed6f27685490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9218416ffc84e4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19b3d17c4444a6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aa3eedf7ba34e0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67a3103a0024b3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853a6e2937a45a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7de4245dfc8d43f4">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9d4e9a63e6354f1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b9a4d577221b4eb7">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e907d34327744e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2026-09-24T02:16:07.5750000Z</dcterms:created>
  <dcterms:modified xsi:type="dcterms:W3CDTF">2026-09-24T02:16:07.5750000Z</dcterms:modified>
</coreProperties>
</file>