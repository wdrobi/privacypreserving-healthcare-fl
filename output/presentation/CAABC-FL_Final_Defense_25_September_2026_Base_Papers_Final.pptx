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2.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e0dc6f487f4e34" /><Relationship Type="http://schemas.openxmlformats.org/officeDocument/2006/relationships/extended-properties" Target="/docProps/app.xml" Id="Rd0cbb78ea0f44bd4" /><Relationship Type="http://schemas.openxmlformats.org/officeDocument/2006/relationships/officeDocument" Target="/ppt/presentation.xml" Id="R5680f895ecf14093" /></Relationships>
</file>

<file path=ppt/presentation.xml><?xml version="1.0" encoding="utf-8"?>
<p:presentation xmlns:p="http://schemas.openxmlformats.org/presentationml/2006/main">
  <p:sldMasterIdLst>
    <p:sldMasterId xmlns:r="http://schemas.openxmlformats.org/officeDocument/2006/relationships" id="2147483648" r:id="R18d9bf122bc34b0f"/>
  </p:sldMasterIdLst>
  <p:notesMasterIdLst>
    <p:notesMasterId xmlns:r="http://schemas.openxmlformats.org/officeDocument/2006/relationships" r:id="R7e3185208a554976"/>
  </p:notesMasterIdLst>
  <p:sldIdLst>
    <p:sldId xmlns:r="http://schemas.openxmlformats.org/officeDocument/2006/relationships" id="256" r:id="Rca524323f3fc4bc0"/>
    <p:sldId xmlns:r="http://schemas.openxmlformats.org/officeDocument/2006/relationships" id="257" r:id="R5d3de4a760f04d27"/>
    <p:sldId xmlns:r="http://schemas.openxmlformats.org/officeDocument/2006/relationships" id="258" r:id="Rf745b56f7aab45f5"/>
    <p:sldId xmlns:r="http://schemas.openxmlformats.org/officeDocument/2006/relationships" id="259" r:id="Ra5c5412752724606"/>
    <p:sldId xmlns:r="http://schemas.openxmlformats.org/officeDocument/2006/relationships" id="260" r:id="Rc779ce4a0792480b"/>
    <p:sldId xmlns:r="http://schemas.openxmlformats.org/officeDocument/2006/relationships" id="261" r:id="R8bfc456e371a483e"/>
    <p:sldId xmlns:r="http://schemas.openxmlformats.org/officeDocument/2006/relationships" id="262" r:id="R4c4ac19258d94a18"/>
    <p:sldId xmlns:r="http://schemas.openxmlformats.org/officeDocument/2006/relationships" id="263" r:id="Re92e554e0b834a9a"/>
    <p:sldId xmlns:r="http://schemas.openxmlformats.org/officeDocument/2006/relationships" id="264" r:id="R00194cd1ccb34686"/>
    <p:sldId xmlns:r="http://schemas.openxmlformats.org/officeDocument/2006/relationships" id="265" r:id="Rff5bc503d3284840"/>
    <p:sldId xmlns:r="http://schemas.openxmlformats.org/officeDocument/2006/relationships" id="266" r:id="Re6ff3a41c40d40fe"/>
    <p:sldId xmlns:r="http://schemas.openxmlformats.org/officeDocument/2006/relationships" id="267" r:id="R607b2702b4ed4458"/>
    <p:sldId xmlns:r="http://schemas.openxmlformats.org/officeDocument/2006/relationships" id="268" r:id="Re1caf362789b432a"/>
    <p:sldId xmlns:r="http://schemas.openxmlformats.org/officeDocument/2006/relationships" id="269" r:id="Rc4041432684a4c3f"/>
    <p:sldId xmlns:r="http://schemas.openxmlformats.org/officeDocument/2006/relationships" id="270" r:id="R3cfaff2094c94b98"/>
    <p:sldId xmlns:r="http://schemas.openxmlformats.org/officeDocument/2006/relationships" id="271" r:id="Rb10d6930c99a4c31"/>
    <p:sldId xmlns:r="http://schemas.openxmlformats.org/officeDocument/2006/relationships" id="272" r:id="R4c5f252938084b5f"/>
    <p:sldId xmlns:r="http://schemas.openxmlformats.org/officeDocument/2006/relationships" id="273" r:id="R648c867c042f4944"/>
    <p:sldId xmlns:r="http://schemas.openxmlformats.org/officeDocument/2006/relationships" id="274" r:id="Re402daef07834460"/>
    <p:sldId xmlns:r="http://schemas.openxmlformats.org/officeDocument/2006/relationships" id="275" r:id="R9205a7f853bb429b"/>
    <p:sldId xmlns:r="http://schemas.openxmlformats.org/officeDocument/2006/relationships" id="276" r:id="Re9e4a33dd2cc429e"/>
    <p:sldId xmlns:r="http://schemas.openxmlformats.org/officeDocument/2006/relationships" id="277" r:id="R1f31f419db224846"/>
    <p:sldId xmlns:r="http://schemas.openxmlformats.org/officeDocument/2006/relationships" id="278" r:id="R4b9d645d3edb40a8"/>
    <p:sldId xmlns:r="http://schemas.openxmlformats.org/officeDocument/2006/relationships" id="279" r:id="R136a93279df54dd4"/>
    <p:sldId xmlns:r="http://schemas.openxmlformats.org/officeDocument/2006/relationships" id="280" r:id="R5f41a909f6d04417"/>
    <p:sldId xmlns:r="http://schemas.openxmlformats.org/officeDocument/2006/relationships" id="281" r:id="R2afde4fab8254c66"/>
    <p:sldId xmlns:r="http://schemas.openxmlformats.org/officeDocument/2006/relationships" id="282" r:id="R56af94a6f5114d67"/>
    <p:sldId xmlns:r="http://schemas.openxmlformats.org/officeDocument/2006/relationships" id="283" r:id="Re3ff7fa458464a45"/>
    <p:sldId xmlns:r="http://schemas.openxmlformats.org/officeDocument/2006/relationships" id="284" r:id="R482528d5d4434c6d"/>
    <p:sldId xmlns:r="http://schemas.openxmlformats.org/officeDocument/2006/relationships" id="285" r:id="Rd3b38d84cd784286"/>
    <p:sldId xmlns:r="http://schemas.openxmlformats.org/officeDocument/2006/relationships" id="286" r:id="Rd9aee2da34544023"/>
    <p:sldId xmlns:r="http://schemas.openxmlformats.org/officeDocument/2006/relationships" id="287" r:id="R9eeb9a8d241d45ec"/>
    <p:sldId xmlns:r="http://schemas.openxmlformats.org/officeDocument/2006/relationships" id="288" r:id="Rfb2db358e1bf41ca"/>
    <p:sldId xmlns:r="http://schemas.openxmlformats.org/officeDocument/2006/relationships" id="289" r:id="R1dfd50f855f94a74"/>
    <p:sldId xmlns:r="http://schemas.openxmlformats.org/officeDocument/2006/relationships" id="290" r:id="Rb63947baca9146be"/>
    <p:sldId xmlns:r="http://schemas.openxmlformats.org/officeDocument/2006/relationships" id="291" r:id="R3e41fb44dc84432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a918f0d755a400b" /><Relationship Type="http://schemas.openxmlformats.org/officeDocument/2006/relationships/slideMaster" Target="/ppt/slideMasters/slideMaster1.xml" Id="R18d9bf122bc34b0f" /><Relationship Type="http://schemas.openxmlformats.org/officeDocument/2006/relationships/notesMaster" Target="/ppt/notesMasters/notesMaster1.xml" Id="R7e3185208a554976" /><Relationship Type="http://schemas.openxmlformats.org/officeDocument/2006/relationships/presProps" Target="/ppt/presProps.xml" Id="R45ac900e06d7438c" /><Relationship Type="http://schemas.openxmlformats.org/officeDocument/2006/relationships/viewProps" Target="/ppt/viewProps.xml" Id="R3a31ee7206874344" /><Relationship Type="http://schemas.openxmlformats.org/officeDocument/2006/relationships/tableStyles" Target="/ppt/tableStyles.xml" Id="R8b398e1dfe92466a" /><Relationship Type="http://schemas.openxmlformats.org/officeDocument/2006/relationships/slide" Target="/ppt/slides/slide1.xml" Id="Rca524323f3fc4bc0" /><Relationship Type="http://schemas.openxmlformats.org/officeDocument/2006/relationships/slide" Target="/ppt/slides/slide2.xml" Id="R5d3de4a760f04d27" /><Relationship Type="http://schemas.openxmlformats.org/officeDocument/2006/relationships/slide" Target="/ppt/slides/slide3.xml" Id="Rf745b56f7aab45f5" /><Relationship Type="http://schemas.openxmlformats.org/officeDocument/2006/relationships/slide" Target="/ppt/slides/slide4.xml" Id="Ra5c5412752724606" /><Relationship Type="http://schemas.openxmlformats.org/officeDocument/2006/relationships/slide" Target="/ppt/slides/slide5.xml" Id="Rc779ce4a0792480b" /><Relationship Type="http://schemas.openxmlformats.org/officeDocument/2006/relationships/slide" Target="/ppt/slides/slide6.xml" Id="R8bfc456e371a483e" /><Relationship Type="http://schemas.openxmlformats.org/officeDocument/2006/relationships/slide" Target="/ppt/slides/slide7.xml" Id="R4c4ac19258d94a18" /><Relationship Type="http://schemas.openxmlformats.org/officeDocument/2006/relationships/slide" Target="/ppt/slides/slide8.xml" Id="Re92e554e0b834a9a" /><Relationship Type="http://schemas.openxmlformats.org/officeDocument/2006/relationships/slide" Target="/ppt/slides/slide9.xml" Id="R00194cd1ccb34686" /><Relationship Type="http://schemas.openxmlformats.org/officeDocument/2006/relationships/slide" Target="/ppt/slides/slide10.xml" Id="Rff5bc503d3284840" /><Relationship Type="http://schemas.openxmlformats.org/officeDocument/2006/relationships/slide" Target="/ppt/slides/slide11.xml" Id="Re6ff3a41c40d40fe" /><Relationship Type="http://schemas.openxmlformats.org/officeDocument/2006/relationships/slide" Target="/ppt/slides/slide12.xml" Id="R607b2702b4ed4458" /><Relationship Type="http://schemas.openxmlformats.org/officeDocument/2006/relationships/slide" Target="/ppt/slides/slide13.xml" Id="Re1caf362789b432a" /><Relationship Type="http://schemas.openxmlformats.org/officeDocument/2006/relationships/slide" Target="/ppt/slides/slide14.xml" Id="Rc4041432684a4c3f" /><Relationship Type="http://schemas.openxmlformats.org/officeDocument/2006/relationships/slide" Target="/ppt/slides/slide15.xml" Id="R3cfaff2094c94b98" /><Relationship Type="http://schemas.openxmlformats.org/officeDocument/2006/relationships/slide" Target="/ppt/slides/slide16.xml" Id="Rb10d6930c99a4c31" /><Relationship Type="http://schemas.openxmlformats.org/officeDocument/2006/relationships/slide" Target="/ppt/slides/slide17.xml" Id="R4c5f252938084b5f" /><Relationship Type="http://schemas.openxmlformats.org/officeDocument/2006/relationships/slide" Target="/ppt/slides/slide18.xml" Id="R648c867c042f4944" /><Relationship Type="http://schemas.openxmlformats.org/officeDocument/2006/relationships/slide" Target="/ppt/slides/slide19.xml" Id="Re402daef07834460" /><Relationship Type="http://schemas.openxmlformats.org/officeDocument/2006/relationships/slide" Target="/ppt/slides/slide20.xml" Id="R9205a7f853bb429b" /><Relationship Type="http://schemas.openxmlformats.org/officeDocument/2006/relationships/slide" Target="/ppt/slides/slide21.xml" Id="Re9e4a33dd2cc429e" /><Relationship Type="http://schemas.openxmlformats.org/officeDocument/2006/relationships/slide" Target="/ppt/slides/slide22.xml" Id="R1f31f419db224846" /><Relationship Type="http://schemas.openxmlformats.org/officeDocument/2006/relationships/slide" Target="/ppt/slides/slide23.xml" Id="R4b9d645d3edb40a8" /><Relationship Type="http://schemas.openxmlformats.org/officeDocument/2006/relationships/slide" Target="/ppt/slides/slide24.xml" Id="R136a93279df54dd4" /><Relationship Type="http://schemas.openxmlformats.org/officeDocument/2006/relationships/slide" Target="/ppt/slides/slide25.xml" Id="R5f41a909f6d04417" /><Relationship Type="http://schemas.openxmlformats.org/officeDocument/2006/relationships/slide" Target="/ppt/slides/slide26.xml" Id="R2afde4fab8254c66" /><Relationship Type="http://schemas.openxmlformats.org/officeDocument/2006/relationships/slide" Target="/ppt/slides/slide27.xml" Id="R56af94a6f5114d67" /><Relationship Type="http://schemas.openxmlformats.org/officeDocument/2006/relationships/slide" Target="/ppt/slides/slide28.xml" Id="Re3ff7fa458464a45" /><Relationship Type="http://schemas.openxmlformats.org/officeDocument/2006/relationships/slide" Target="/ppt/slides/slide29.xml" Id="R482528d5d4434c6d" /><Relationship Type="http://schemas.openxmlformats.org/officeDocument/2006/relationships/slide" Target="/ppt/slides/slide30.xml" Id="Rd3b38d84cd784286" /><Relationship Type="http://schemas.openxmlformats.org/officeDocument/2006/relationships/slide" Target="/ppt/slides/slide31.xml" Id="Rd9aee2da34544023" /><Relationship Type="http://schemas.openxmlformats.org/officeDocument/2006/relationships/slide" Target="/ppt/slides/slide32.xml" Id="R9eeb9a8d241d45ec" /><Relationship Type="http://schemas.openxmlformats.org/officeDocument/2006/relationships/slide" Target="/ppt/slides/slide33.xml" Id="Rfb2db358e1bf41ca" /><Relationship Type="http://schemas.openxmlformats.org/officeDocument/2006/relationships/slide" Target="/ppt/slides/slide34.xml" Id="R1dfd50f855f94a74" /><Relationship Type="http://schemas.openxmlformats.org/officeDocument/2006/relationships/slide" Target="/ppt/slides/slide35.xml" Id="Rb63947baca9146be" /><Relationship Type="http://schemas.openxmlformats.org/officeDocument/2006/relationships/slide" Target="/ppt/slides/slide36.xml" Id="R3e41fb44dc8443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1833a3971c4f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c19452bfe448fa" /><Relationship Type="http://schemas.openxmlformats.org/officeDocument/2006/relationships/notesMaster" Target="/ppt/notesMasters/notesMaster1.xml" Id="R5b53cf44d42e42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e18baff7464fc1" /><Relationship Type="http://schemas.openxmlformats.org/officeDocument/2006/relationships/notesMaster" Target="/ppt/notesMasters/notesMaster1.xml" Id="R86c5955a7b754e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e768d57eb04f2e" /><Relationship Type="http://schemas.openxmlformats.org/officeDocument/2006/relationships/notesMaster" Target="/ppt/notesMasters/notesMaster1.xml" Id="R11b618162c2345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8169aa903a4522" /><Relationship Type="http://schemas.openxmlformats.org/officeDocument/2006/relationships/notesMaster" Target="/ppt/notesMasters/notesMaster1.xml" Id="R48a306434b5b4d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d67b3cfd6a498f" /><Relationship Type="http://schemas.openxmlformats.org/officeDocument/2006/relationships/notesMaster" Target="/ppt/notesMasters/notesMaster1.xml" Id="Rdc6847f88ea2445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dedcf173144118" /><Relationship Type="http://schemas.openxmlformats.org/officeDocument/2006/relationships/notesMaster" Target="/ppt/notesMasters/notesMaster1.xml" Id="R6edf577de67342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def8b5505d4831" /><Relationship Type="http://schemas.openxmlformats.org/officeDocument/2006/relationships/notesMaster" Target="/ppt/notesMasters/notesMaster1.xml" Id="R67a524c260fb48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019967ccf44f89" /><Relationship Type="http://schemas.openxmlformats.org/officeDocument/2006/relationships/notesMaster" Target="/ppt/notesMasters/notesMaster1.xml" Id="R52ac545fb2a24583" /></Relationships>
</file>

<file path=ppt/notesSlides/_rels/notesSlide9.xml.rels>&#65279;<?xml version="1.0" encoding="utf-8"?><Relationships xmlns="http://schemas.openxmlformats.org/package/2006/relationships"><Relationship Type="http://schemas.openxmlformats.org/officeDocument/2006/relationships/slide" Target="/ppt/slides/slide9.xml" Id="Rd6210f64a4454fc3" /><Relationship Type="http://schemas.openxmlformats.org/officeDocument/2006/relationships/notesMaster" Target="/ppt/notesMasters/notesMaster1.xml" Id="R08d3749c6590492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09e47fefe242d1" /><Relationship Type="http://schemas.openxmlformats.org/officeDocument/2006/relationships/notesMaster" Target="/ppt/notesMasters/notesMaster1.xml" Id="R82831217256a446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d0957532eb94012" /><Relationship Type="http://schemas.openxmlformats.org/officeDocument/2006/relationships/notesMaster" Target="/ppt/notesMasters/notesMaster1.xml" Id="R38bc14c7d94444f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9d27a3f788f4b74" /><Relationship Type="http://schemas.openxmlformats.org/officeDocument/2006/relationships/notesMaster" Target="/ppt/notesMasters/notesMaster1.xml" Id="Rfc44582cd45b481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5ce5ebdb1cf4f30" /><Relationship Type="http://schemas.openxmlformats.org/officeDocument/2006/relationships/notesMaster" Target="/ppt/notesMasters/notesMaster1.xml" Id="Rc3509504957c4ec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80cf2cb04af473e" /><Relationship Type="http://schemas.openxmlformats.org/officeDocument/2006/relationships/notesMaster" Target="/ppt/notesMasters/notesMaster1.xml" Id="Raa0ce42afaa6433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02d8129d4974d72" /><Relationship Type="http://schemas.openxmlformats.org/officeDocument/2006/relationships/notesMaster" Target="/ppt/notesMasters/notesMaster1.xml" Id="R99b5aaf168e64db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b76acba913e47ea" /><Relationship Type="http://schemas.openxmlformats.org/officeDocument/2006/relationships/notesMaster" Target="/ppt/notesMasters/notesMaster1.xml" Id="R7f10efa3413e4d4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7ad7a038fee4b9e" /><Relationship Type="http://schemas.openxmlformats.org/officeDocument/2006/relationships/notesMaster" Target="/ppt/notesMasters/notesMaster1.xml" Id="R0a8ea64e1d234d1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bb2c5b8b99b4d5c" /><Relationship Type="http://schemas.openxmlformats.org/officeDocument/2006/relationships/notesMaster" Target="/ppt/notesMasters/notesMaster1.xml" Id="Rf56f233cb3b449c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5b6ceac0f3146cb" /><Relationship Type="http://schemas.openxmlformats.org/officeDocument/2006/relationships/notesMaster" Target="/ppt/notesMasters/notesMaster1.xml" Id="R9757e7b9b6fe432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77e2210f06546d5" /><Relationship Type="http://schemas.openxmlformats.org/officeDocument/2006/relationships/notesMaster" Target="/ppt/notesMasters/notesMaster1.xml" Id="R628de8c4c6554e0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2e244bab7e04a8d" /><Relationship Type="http://schemas.openxmlformats.org/officeDocument/2006/relationships/notesMaster" Target="/ppt/notesMasters/notesMaster1.xml" Id="R9dcd94475da94a2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49d8ace308f4699" /><Relationship Type="http://schemas.openxmlformats.org/officeDocument/2006/relationships/notesMaster" Target="/ppt/notesMasters/notesMaster1.xml" Id="R6ae6c94b9b18423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cd9b836a2f6468a" /><Relationship Type="http://schemas.openxmlformats.org/officeDocument/2006/relationships/notesMaster" Target="/ppt/notesMasters/notesMaster1.xml" Id="R53cb31ebe1984b8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d9cd6cd91d54c60" /><Relationship Type="http://schemas.openxmlformats.org/officeDocument/2006/relationships/notesMaster" Target="/ppt/notesMasters/notesMaster1.xml" Id="R8aacfc25799a435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368b6a18aef4c4b" /><Relationship Type="http://schemas.openxmlformats.org/officeDocument/2006/relationships/notesMaster" Target="/ppt/notesMasters/notesMaster1.xml" Id="R8bdee6dfb2c74ab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f06645b81e540e0" /><Relationship Type="http://schemas.openxmlformats.org/officeDocument/2006/relationships/notesMaster" Target="/ppt/notesMasters/notesMaster1.xml" Id="Ree4f9e9e7ea54bc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3daed30ef744f59" /><Relationship Type="http://schemas.openxmlformats.org/officeDocument/2006/relationships/notesMaster" Target="/ppt/notesMasters/notesMaster1.xml" Id="Rfc41409e64ff4a7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30ee90abb244a26" /><Relationship Type="http://schemas.openxmlformats.org/officeDocument/2006/relationships/notesMaster" Target="/ppt/notesMasters/notesMaster1.xml" Id="R94cf2c35d1294c8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11af375b3ca476a" /><Relationship Type="http://schemas.openxmlformats.org/officeDocument/2006/relationships/notesMaster" Target="/ppt/notesMasters/notesMaster1.xml" Id="Rae696d4d99d5478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2b4fc6eaa9c4594" /><Relationship Type="http://schemas.openxmlformats.org/officeDocument/2006/relationships/notesMaster" Target="/ppt/notesMasters/notesMaster1.xml" Id="R878437588aa34a3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04931ba2181473f" /><Relationship Type="http://schemas.openxmlformats.org/officeDocument/2006/relationships/notesMaster" Target="/ppt/notesMasters/notesMaster1.xml" Id="R20f34afffa0740c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2dd44aed38c4118" /><Relationship Type="http://schemas.openxmlformats.org/officeDocument/2006/relationships/notesMaster" Target="/ppt/notesMasters/notesMaster1.xml" Id="Rd13f8d8ef41842b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3ef574f82ef4bf5" /><Relationship Type="http://schemas.openxmlformats.org/officeDocument/2006/relationships/notesMaster" Target="/ppt/notesMasters/notesMaster1.xml" Id="R8dc368d13c1649e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165a33a1a434b05" /><Relationship Type="http://schemas.openxmlformats.org/officeDocument/2006/relationships/notesMaster" Target="/ppt/notesMasters/notesMaster1.xml" Id="Refd639a352df471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cdc27ba0c58429f" /><Relationship Type="http://schemas.openxmlformats.org/officeDocument/2006/relationships/notesMaster" Target="/ppt/notesMasters/notesMaster1.xml" Id="R245f55e4f260457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f1900a7a0f44fbc" /><Relationship Type="http://schemas.openxmlformats.org/officeDocument/2006/relationships/notesMaster" Target="/ppt/notesMasters/notesMaster1.xml" Id="R4933a6ff8bfc47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5a7a1a7dc2415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3ead32f5bb1414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8444775908f4ac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46f0f7e36c14b8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9d07a5ffbd4433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8005c95096842c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3ddda9ae2174e2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c6148baba5e4b2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94276adf91b49b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39bbe2e93404a4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e67668a6b954271"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94"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93"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daf4164c2b437c" /><Relationship Type="http://schemas.openxmlformats.org/officeDocument/2006/relationships/slideLayout" Target="/ppt/slideLayouts/slideLayout1.xml" Id="R1f23ad324d4b4b9e" /><Relationship Type="http://schemas.openxmlformats.org/officeDocument/2006/relationships/slideLayout" Target="/ppt/slideLayouts/slideLayout2.xml" Id="R30cfaaf987394457" /><Relationship Type="http://schemas.openxmlformats.org/officeDocument/2006/relationships/slideLayout" Target="/ppt/slideLayouts/slideLayout3.xml" Id="R4a3434b5d71f4e5a" /><Relationship Type="http://schemas.openxmlformats.org/officeDocument/2006/relationships/slideLayout" Target="/ppt/slideLayouts/slideLayout4.xml" Id="R82cbd0795d694709" /><Relationship Type="http://schemas.openxmlformats.org/officeDocument/2006/relationships/slideLayout" Target="/ppt/slideLayouts/slideLayout5.xml" Id="R87cd126736544b18" /><Relationship Type="http://schemas.openxmlformats.org/officeDocument/2006/relationships/slideLayout" Target="/ppt/slideLayouts/slideLayout6.xml" Id="R86ad4f20444e47e8" /><Relationship Type="http://schemas.openxmlformats.org/officeDocument/2006/relationships/slideLayout" Target="/ppt/slideLayouts/slideLayout7.xml" Id="Raa1fe2c97d614fed" /><Relationship Type="http://schemas.openxmlformats.org/officeDocument/2006/relationships/slideLayout" Target="/ppt/slideLayouts/slideLayout8.xml" Id="Rc32fbd59b0774791" /><Relationship Type="http://schemas.openxmlformats.org/officeDocument/2006/relationships/slideLayout" Target="/ppt/slideLayouts/slideLayout9.xml" Id="R9a4e073146a04bca" /><Relationship Type="http://schemas.openxmlformats.org/officeDocument/2006/relationships/slideLayout" Target="/ppt/slideLayouts/slideLayout10.xml" Id="R21dd5c633b54413d" /><Relationship Type="http://schemas.openxmlformats.org/officeDocument/2006/relationships/slideLayout" Target="/ppt/slideLayouts/slideLayout11.xml" Id="Rbd222b2a55824046"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1f23ad324d4b4b9e"/>
    <p:sldLayoutId xmlns:r="http://schemas.openxmlformats.org/officeDocument/2006/relationships" id="2147483650" r:id="R30cfaaf987394457"/>
    <p:sldLayoutId xmlns:r="http://schemas.openxmlformats.org/officeDocument/2006/relationships" id="2147483651" r:id="R4a3434b5d71f4e5a"/>
    <p:sldLayoutId xmlns:r="http://schemas.openxmlformats.org/officeDocument/2006/relationships" id="2147483652" r:id="R82cbd0795d694709"/>
    <p:sldLayoutId xmlns:r="http://schemas.openxmlformats.org/officeDocument/2006/relationships" id="2147483653" r:id="R87cd126736544b18"/>
    <p:sldLayoutId xmlns:r="http://schemas.openxmlformats.org/officeDocument/2006/relationships" id="2147483654" r:id="R86ad4f20444e47e8"/>
    <p:sldLayoutId xmlns:r="http://schemas.openxmlformats.org/officeDocument/2006/relationships" id="2147483655" r:id="Raa1fe2c97d614fed"/>
    <p:sldLayoutId xmlns:r="http://schemas.openxmlformats.org/officeDocument/2006/relationships" id="2147483656" r:id="Rc32fbd59b0774791"/>
    <p:sldLayoutId xmlns:r="http://schemas.openxmlformats.org/officeDocument/2006/relationships" id="2147483657" r:id="R9a4e073146a04bca"/>
    <p:sldLayoutId xmlns:r="http://schemas.openxmlformats.org/officeDocument/2006/relationships" id="2147483658" r:id="R21dd5c633b54413d"/>
    <p:sldLayoutId xmlns:r="http://schemas.openxmlformats.org/officeDocument/2006/relationships" id="2147483659" r:id="Rbd222b2a55824046"/>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bea5f66440f4653" /><Relationship Type="http://schemas.openxmlformats.org/officeDocument/2006/relationships/image" Target="/ppt/media/image.png" Id="R1a7c3f9a243a4cae" /><Relationship Type="http://schemas.openxmlformats.org/officeDocument/2006/relationships/image" Target="/ppt/media/image2.png" Id="R5b619ffa04db4120" /><Relationship Type="http://schemas.openxmlformats.org/officeDocument/2006/relationships/notesSlide" Target="/ppt/notesSlides/notesSlide1.xml" Id="Reebfdc95e0b24e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fad2e132b8549a5" /><Relationship Type="http://schemas.openxmlformats.org/officeDocument/2006/relationships/image" Target="/ppt/media/image.jpeg" Id="Rb3f04702a24c4993" /><Relationship Type="http://schemas.openxmlformats.org/officeDocument/2006/relationships/image" Target="/ppt/media/image3.png" Id="R874a987d45ce481d" /><Relationship Type="http://schemas.openxmlformats.org/officeDocument/2006/relationships/notesSlide" Target="/ppt/notesSlides/notesSlide2.xml" Id="Ra381a3f6518e4e0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d8e54cd8c79f43fc" /><Relationship Type="http://schemas.openxmlformats.org/officeDocument/2006/relationships/image" Target="/ppt/media/image2.jpeg" Id="R5c6effa5e31c4c97" /><Relationship Type="http://schemas.openxmlformats.org/officeDocument/2006/relationships/image" Target="/ppt/media/image2.png" Id="Rfeb8d306edf04aba" /><Relationship Type="http://schemas.openxmlformats.org/officeDocument/2006/relationships/image" Target="/ppt/media/image4.png" Id="R7428d0a54f034947" /><Relationship Type="http://schemas.openxmlformats.org/officeDocument/2006/relationships/image" Target="/ppt/media/image5.png" Id="R9679feed99984ba6" /><Relationship Type="http://schemas.openxmlformats.org/officeDocument/2006/relationships/notesSlide" Target="/ppt/notesSlides/notesSlide3.xml" Id="Rd2bda36baa8444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2eada72fcb4c65" /><Relationship Type="http://schemas.openxmlformats.org/officeDocument/2006/relationships/image" Target="/ppt/media/image2.jpeg" Id="R7511b30bd3494632" /><Relationship Type="http://schemas.openxmlformats.org/officeDocument/2006/relationships/image" Target="/ppt/media/image2.png" Id="Rd43ef3a5877f45dc" /><Relationship Type="http://schemas.openxmlformats.org/officeDocument/2006/relationships/image" Target="/ppt/media/image6.png" Id="Rd1ceee5bf7bf43d2" /><Relationship Type="http://schemas.openxmlformats.org/officeDocument/2006/relationships/notesSlide" Target="/ppt/notesSlides/notesSlide4.xml" Id="R4202c11afde647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7e618e2d8db46f6" /><Relationship Type="http://schemas.openxmlformats.org/officeDocument/2006/relationships/image" Target="/ppt/media/image2.jpeg" Id="R075dcf73caec4208" /><Relationship Type="http://schemas.openxmlformats.org/officeDocument/2006/relationships/image" Target="/ppt/media/image2.png" Id="Rf6198bbd228643ee" /><Relationship Type="http://schemas.openxmlformats.org/officeDocument/2006/relationships/notesSlide" Target="/ppt/notesSlides/notesSlide5.xml" Id="Rc1d3eb5c676143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00d1520e52d430a" /><Relationship Type="http://schemas.openxmlformats.org/officeDocument/2006/relationships/image" Target="/ppt/media/image2.jpeg" Id="Rc3f74e23d2c0415e" /><Relationship Type="http://schemas.openxmlformats.org/officeDocument/2006/relationships/image" Target="/ppt/media/image2.png" Id="R50b27e33e76d48ec" /><Relationship Type="http://schemas.openxmlformats.org/officeDocument/2006/relationships/notesSlide" Target="/ppt/notesSlides/notesSlide6.xml" Id="Rbcad600ab4e740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9d1999614d5408e" /><Relationship Type="http://schemas.openxmlformats.org/officeDocument/2006/relationships/image" Target="/ppt/media/image2.jpeg" Id="R095fe761d83e4e2c" /><Relationship Type="http://schemas.openxmlformats.org/officeDocument/2006/relationships/image" Target="/ppt/media/image2.png" Id="R5522a3d25ac94a0a" /><Relationship Type="http://schemas.openxmlformats.org/officeDocument/2006/relationships/chart" Target="/ppt/slides/charts/chart1.xml" Id="R6c367ab087764c0c" /><Relationship Type="http://schemas.openxmlformats.org/officeDocument/2006/relationships/notesSlide" Target="/ppt/notesSlides/notesSlide7.xml" Id="R5484c0ce59604d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8a538b06ceb4457" /><Relationship Type="http://schemas.openxmlformats.org/officeDocument/2006/relationships/image" Target="/ppt/media/image2.jpeg" Id="Rbd53ee2338954950" /><Relationship Type="http://schemas.openxmlformats.org/officeDocument/2006/relationships/image" Target="/ppt/media/image2.png" Id="R6749545fd1ba47f7" /><Relationship Type="http://schemas.openxmlformats.org/officeDocument/2006/relationships/notesSlide" Target="/ppt/notesSlides/notesSlide8.xml" Id="R3b645dd1933f4fb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f26845245174483" /><Relationship Type="http://schemas.openxmlformats.org/officeDocument/2006/relationships/image" Target="/ppt/media/image2.jpeg" Id="R0d89f1866ea74384" /><Relationship Type="http://schemas.openxmlformats.org/officeDocument/2006/relationships/image" Target="/ppt/media/image2.png" Id="Rac7996a6d7cb4f82" /><Relationship Type="http://schemas.openxmlformats.org/officeDocument/2006/relationships/notesSlide" Target="/ppt/notesSlides/notesSlide9.xml" Id="R37db19b90202419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08306dec89844a54" /><Relationship Type="http://schemas.openxmlformats.org/officeDocument/2006/relationships/image" Target="/ppt/media/image2.jpeg" Id="Rdf66510ca72a45c8" /><Relationship Type="http://schemas.openxmlformats.org/officeDocument/2006/relationships/image" Target="/ppt/media/image2.png" Id="R780f587d838e43f9" /><Relationship Type="http://schemas.openxmlformats.org/officeDocument/2006/relationships/image" Target="/ppt/media/image4.png" Id="R00e033ddadb3497f" /><Relationship Type="http://schemas.openxmlformats.org/officeDocument/2006/relationships/image" Target="/ppt/media/image7.png" Id="R90941f64b879456d" /><Relationship Type="http://schemas.openxmlformats.org/officeDocument/2006/relationships/notesSlide" Target="/ppt/notesSlides/notesSlide10.xml" Id="R00285e84017f4d9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4d95f9d3f974d9e" /><Relationship Type="http://schemas.openxmlformats.org/officeDocument/2006/relationships/image" Target="/ppt/media/image2.jpeg" Id="Refe2d01e9ef84a4c" /><Relationship Type="http://schemas.openxmlformats.org/officeDocument/2006/relationships/image" Target="/ppt/media/image2.png" Id="R43451457e85a4e0a" /><Relationship Type="http://schemas.openxmlformats.org/officeDocument/2006/relationships/notesSlide" Target="/ppt/notesSlides/notesSlide11.xml" Id="Rfc9f11f27a5c4f5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23ce5fea42e48a6" /><Relationship Type="http://schemas.openxmlformats.org/officeDocument/2006/relationships/image" Target="/ppt/media/image3.jpeg" Id="R182267b674694773" /><Relationship Type="http://schemas.openxmlformats.org/officeDocument/2006/relationships/image" Target="/ppt/media/image8.png" Id="R876af685f23242a9" /><Relationship Type="http://schemas.openxmlformats.org/officeDocument/2006/relationships/notesSlide" Target="/ppt/notesSlides/notesSlide12.xml" Id="R1868fff7711a4bc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f4c83b996fb45f7" /><Relationship Type="http://schemas.openxmlformats.org/officeDocument/2006/relationships/image" Target="/ppt/media/image2.jpeg" Id="R4d8a436d712f4ae8" /><Relationship Type="http://schemas.openxmlformats.org/officeDocument/2006/relationships/image" Target="/ppt/media/image2.png" Id="Rb67c54ed4aa14ab3" /><Relationship Type="http://schemas.openxmlformats.org/officeDocument/2006/relationships/notesSlide" Target="/ppt/notesSlides/notesSlide13.xml" Id="R47ac7fc74d0641d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5aee379c27b4193" /><Relationship Type="http://schemas.openxmlformats.org/officeDocument/2006/relationships/image" Target="/ppt/media/image2.jpeg" Id="Rf35c4da4e2834e06" /><Relationship Type="http://schemas.openxmlformats.org/officeDocument/2006/relationships/image" Target="/ppt/media/image2.png" Id="R830a8f47b491489f" /><Relationship Type="http://schemas.openxmlformats.org/officeDocument/2006/relationships/notesSlide" Target="/ppt/notesSlides/notesSlide14.xml" Id="R9bc7c9ed047b4e1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d5728f75d6ea4c76" /><Relationship Type="http://schemas.openxmlformats.org/officeDocument/2006/relationships/image" Target="/ppt/media/image2.jpeg" Id="R6291057fa155411f" /><Relationship Type="http://schemas.openxmlformats.org/officeDocument/2006/relationships/image" Target="/ppt/media/image2.png" Id="R40ca7b69993b4973" /><Relationship Type="http://schemas.openxmlformats.org/officeDocument/2006/relationships/image" Target="/ppt/media/image4.png" Id="R8858e1b4e0244983" /><Relationship Type="http://schemas.openxmlformats.org/officeDocument/2006/relationships/image" Target="/ppt/media/image9.png" Id="R2fbd2de108da49f3" /><Relationship Type="http://schemas.openxmlformats.org/officeDocument/2006/relationships/notesSlide" Target="/ppt/notesSlides/notesSlide15.xml" Id="Rddc998acc4964d1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30072047d724ff0" /><Relationship Type="http://schemas.openxmlformats.org/officeDocument/2006/relationships/image" Target="/ppt/media/image2.jpeg" Id="Re4659610b74f471e" /><Relationship Type="http://schemas.openxmlformats.org/officeDocument/2006/relationships/image" Target="/ppt/media/image2.png" Id="R7d9f3b359dce4ec9" /><Relationship Type="http://schemas.openxmlformats.org/officeDocument/2006/relationships/image" Target="/ppt/media/image10.png" Id="R54db69a7826448d4" /><Relationship Type="http://schemas.openxmlformats.org/officeDocument/2006/relationships/notesSlide" Target="/ppt/notesSlides/notesSlide16.xml" Id="R0a924f6654644d9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7e7e93b01c34a4f" /><Relationship Type="http://schemas.openxmlformats.org/officeDocument/2006/relationships/image" Target="/ppt/media/image2.jpeg" Id="R604093222e86440e" /><Relationship Type="http://schemas.openxmlformats.org/officeDocument/2006/relationships/image" Target="/ppt/media/image2.png" Id="Re7f9e4c699ba43c5" /><Relationship Type="http://schemas.openxmlformats.org/officeDocument/2006/relationships/notesSlide" Target="/ppt/notesSlides/notesSlide17.xml" Id="R0512b5abe1864e5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686f620aafe41e2" /><Relationship Type="http://schemas.openxmlformats.org/officeDocument/2006/relationships/image" Target="/ppt/media/image2.jpeg" Id="R9b66dff129114a8c" /><Relationship Type="http://schemas.openxmlformats.org/officeDocument/2006/relationships/image" Target="/ppt/media/image2.png" Id="R8dc373ab8ba24071" /><Relationship Type="http://schemas.openxmlformats.org/officeDocument/2006/relationships/notesSlide" Target="/ppt/notesSlides/notesSlide18.xml" Id="Rf4ccc70735f04eb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dba65c88a0742ad" /><Relationship Type="http://schemas.openxmlformats.org/officeDocument/2006/relationships/image" Target="/ppt/media/image2.jpeg" Id="R4a9d64885bb2475d" /><Relationship Type="http://schemas.openxmlformats.org/officeDocument/2006/relationships/image" Target="/ppt/media/image2.png" Id="R53639c96d273483c" /><Relationship Type="http://schemas.openxmlformats.org/officeDocument/2006/relationships/notesSlide" Target="/ppt/notesSlides/notesSlide19.xml" Id="R5894ae59c11d4cd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bff390df6d94f7a" /><Relationship Type="http://schemas.openxmlformats.org/officeDocument/2006/relationships/image" Target="/ppt/media/image2.jpeg" Id="R64786cf5bfa548c6" /><Relationship Type="http://schemas.openxmlformats.org/officeDocument/2006/relationships/image" Target="/ppt/media/image2.png" Id="R06b47412dc6e4039" /><Relationship Type="http://schemas.openxmlformats.org/officeDocument/2006/relationships/notesSlide" Target="/ppt/notesSlides/notesSlide20.xml" Id="R10e18166d9534e5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92b6090526e443a" /><Relationship Type="http://schemas.openxmlformats.org/officeDocument/2006/relationships/image" Target="/ppt/media/image2.jpeg" Id="R17fedaa739584c32" /><Relationship Type="http://schemas.openxmlformats.org/officeDocument/2006/relationships/image" Target="/ppt/media/image2.png" Id="R915fdceb97ee4d69" /><Relationship Type="http://schemas.openxmlformats.org/officeDocument/2006/relationships/notesSlide" Target="/ppt/notesSlides/notesSlide21.xml" Id="Rfa3918ef779647a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fa7416eaab9741cd" /><Relationship Type="http://schemas.openxmlformats.org/officeDocument/2006/relationships/image" Target="/ppt/media/image2.jpeg" Id="Rc10f985908a04c44" /><Relationship Type="http://schemas.openxmlformats.org/officeDocument/2006/relationships/image" Target="/ppt/media/image2.png" Id="R829e10e5dbce4dc0" /><Relationship Type="http://schemas.openxmlformats.org/officeDocument/2006/relationships/image" Target="/ppt/media/image4.png" Id="Rca828df5ddd14c10" /><Relationship Type="http://schemas.openxmlformats.org/officeDocument/2006/relationships/image" Target="/ppt/media/image11.png" Id="Rb20c6edf9efe4929" /><Relationship Type="http://schemas.openxmlformats.org/officeDocument/2006/relationships/notesSlide" Target="/ppt/notesSlides/notesSlide22.xml" Id="R7a8bdef1a56b46e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290d2221a9e4122" /><Relationship Type="http://schemas.openxmlformats.org/officeDocument/2006/relationships/image" Target="/ppt/media/image2.jpeg" Id="R17ab027dc6c44795" /><Relationship Type="http://schemas.openxmlformats.org/officeDocument/2006/relationships/image" Target="/ppt/media/image2.png" Id="R7ae55a8494bd4fec" /><Relationship Type="http://schemas.openxmlformats.org/officeDocument/2006/relationships/notesSlide" Target="/ppt/notesSlides/notesSlide23.xml" Id="R9dac7829b0844cf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e5d7c9d2e614490" /><Relationship Type="http://schemas.openxmlformats.org/officeDocument/2006/relationships/image" Target="/ppt/media/image2.jpeg" Id="R32af9d64a891473f" /><Relationship Type="http://schemas.openxmlformats.org/officeDocument/2006/relationships/image" Target="/ppt/media/image2.png" Id="R5419797f6af84e37" /><Relationship Type="http://schemas.openxmlformats.org/officeDocument/2006/relationships/chart" Target="/ppt/slides/charts/chart2.xml" Id="Rd7469801b2f44947" /><Relationship Type="http://schemas.openxmlformats.org/officeDocument/2006/relationships/notesSlide" Target="/ppt/notesSlides/notesSlide24.xml" Id="R9bf46a5aec594c4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cc88cfe0b6542ec" /><Relationship Type="http://schemas.openxmlformats.org/officeDocument/2006/relationships/image" Target="/ppt/media/image2.jpeg" Id="R90206c59a2434b3e" /><Relationship Type="http://schemas.openxmlformats.org/officeDocument/2006/relationships/image" Target="/ppt/media/image2.png" Id="R0919a1b59487449e" /><Relationship Type="http://schemas.openxmlformats.org/officeDocument/2006/relationships/image" Target="/ppt/media/image12.png" Id="Rc496eb6274994edb" /><Relationship Type="http://schemas.openxmlformats.org/officeDocument/2006/relationships/image" Target="/ppt/media/image13.png" Id="Rc619a24c16034eb7" /><Relationship Type="http://schemas.openxmlformats.org/officeDocument/2006/relationships/notesSlide" Target="/ppt/notesSlides/notesSlide25.xml" Id="R409fc6fe345b4e1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1673c3edd5364c10" /><Relationship Type="http://schemas.openxmlformats.org/officeDocument/2006/relationships/image" Target="/ppt/media/image2.jpeg" Id="R34eb0f90fdb54910" /><Relationship Type="http://schemas.openxmlformats.org/officeDocument/2006/relationships/image" Target="/ppt/media/image2.png" Id="Rd907a62231f54abb" /><Relationship Type="http://schemas.openxmlformats.org/officeDocument/2006/relationships/image" Target="/ppt/media/image4.png" Id="Ra15bee195de14741" /><Relationship Type="http://schemas.openxmlformats.org/officeDocument/2006/relationships/image" Target="/ppt/media/image14.png" Id="R10f4f4c631b74bbd" /><Relationship Type="http://schemas.openxmlformats.org/officeDocument/2006/relationships/notesSlide" Target="/ppt/notesSlides/notesSlide26.xml" Id="Rf90a8eb037874b0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d5e966037254a22" /><Relationship Type="http://schemas.openxmlformats.org/officeDocument/2006/relationships/image" Target="/ppt/media/image2.jpeg" Id="R157c7fdae6f04473" /><Relationship Type="http://schemas.openxmlformats.org/officeDocument/2006/relationships/image" Target="/ppt/media/image2.png" Id="R3d04b830b4354ab7" /><Relationship Type="http://schemas.openxmlformats.org/officeDocument/2006/relationships/notesSlide" Target="/ppt/notesSlides/notesSlide27.xml" Id="R9920dfb105a943b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be52978d780427e" /><Relationship Type="http://schemas.openxmlformats.org/officeDocument/2006/relationships/image" Target="/ppt/media/image2.jpeg" Id="R47d17402437f4e1c" /><Relationship Type="http://schemas.openxmlformats.org/officeDocument/2006/relationships/image" Target="/ppt/media/image2.png" Id="Rfa1852b64ffd4049" /><Relationship Type="http://schemas.openxmlformats.org/officeDocument/2006/relationships/notesSlide" Target="/ppt/notesSlides/notesSlide28.xml" Id="Ref73d116fd76453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2221ff98d684532" /><Relationship Type="http://schemas.openxmlformats.org/officeDocument/2006/relationships/image" Target="/ppt/media/image2.jpeg" Id="R4a3aeb9887744142" /><Relationship Type="http://schemas.openxmlformats.org/officeDocument/2006/relationships/image" Target="/ppt/media/image2.png" Id="R03eb72f3378c479c" /><Relationship Type="http://schemas.openxmlformats.org/officeDocument/2006/relationships/notesSlide" Target="/ppt/notesSlides/notesSlide29.xml" Id="Rfb2f493aa1b7477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022ff0c4894482c" /><Relationship Type="http://schemas.openxmlformats.org/officeDocument/2006/relationships/image" Target="/ppt/media/image2.jpeg" Id="R8d315ea095044237" /><Relationship Type="http://schemas.openxmlformats.org/officeDocument/2006/relationships/image" Target="/ppt/media/image2.png" Id="R86c8ef4ed0be4743" /><Relationship Type="http://schemas.openxmlformats.org/officeDocument/2006/relationships/notesSlide" Target="/ppt/notesSlides/notesSlide30.xml" Id="Ra0034477559c4cf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4cb3472f7d0461f" /><Relationship Type="http://schemas.openxmlformats.org/officeDocument/2006/relationships/image" Target="/ppt/media/image2.jpeg" Id="R05dc0e1c6e264fe3" /><Relationship Type="http://schemas.openxmlformats.org/officeDocument/2006/relationships/image" Target="/ppt/media/image2.png" Id="R3acca438f124411d" /><Relationship Type="http://schemas.openxmlformats.org/officeDocument/2006/relationships/notesSlide" Target="/ppt/notesSlides/notesSlide31.xml" Id="R4117777df5224a2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b33b47d70464858" /><Relationship Type="http://schemas.openxmlformats.org/officeDocument/2006/relationships/image" Target="/ppt/media/image2.jpeg" Id="R275f96d11ea54cc2" /><Relationship Type="http://schemas.openxmlformats.org/officeDocument/2006/relationships/image" Target="/ppt/media/image2.png" Id="R5a4fae6d7b344b97" /><Relationship Type="http://schemas.openxmlformats.org/officeDocument/2006/relationships/notesSlide" Target="/ppt/notesSlides/notesSlide32.xml" Id="R6b9a7dd7f6324a2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7b76e3d538a48eb" /><Relationship Type="http://schemas.openxmlformats.org/officeDocument/2006/relationships/image" Target="/ppt/media/image2.jpeg" Id="R6fa6683222634d52" /><Relationship Type="http://schemas.openxmlformats.org/officeDocument/2006/relationships/image" Target="/ppt/media/image2.png" Id="Rd21150c192644c8d" /><Relationship Type="http://schemas.openxmlformats.org/officeDocument/2006/relationships/notesSlide" Target="/ppt/notesSlides/notesSlide33.xml" Id="R59af12286060486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2bc7ad3cd16644cf" /><Relationship Type="http://schemas.openxmlformats.org/officeDocument/2006/relationships/image" Target="/ppt/media/image2.jpeg" Id="Rc05922efd7234d86" /><Relationship Type="http://schemas.openxmlformats.org/officeDocument/2006/relationships/image" Target="/ppt/media/image2.png" Id="R10f57f9271a14811" /><Relationship Type="http://schemas.openxmlformats.org/officeDocument/2006/relationships/notesSlide" Target="/ppt/notesSlides/notesSlide34.xml" Id="Reb52fecb64c54e0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ef88f7fc12e34949" /><Relationship Type="http://schemas.openxmlformats.org/officeDocument/2006/relationships/image" Target="/ppt/media/image2.jpeg" Id="R44c9ac8bf9d24ced" /><Relationship Type="http://schemas.openxmlformats.org/officeDocument/2006/relationships/image" Target="/ppt/media/image2.png" Id="Rcda2df3ceeb74486" /><Relationship Type="http://schemas.openxmlformats.org/officeDocument/2006/relationships/image" Target="/ppt/media/image15.png" Id="Rceee281545324314" /><Relationship Type="http://schemas.openxmlformats.org/officeDocument/2006/relationships/notesSlide" Target="/ppt/notesSlides/notesSlide35.xml" Id="R121d8f4d8eaf45b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050f7af2de0f469a" /><Relationship Type="http://schemas.openxmlformats.org/officeDocument/2006/relationships/image" Target="/ppt/media/image2.jpeg" Id="R0a763da549c24f2b" /><Relationship Type="http://schemas.openxmlformats.org/officeDocument/2006/relationships/image" Target="/ppt/media/image.gif" Id="R0fc38ebbc07e4b03" /><Relationship Type="http://schemas.openxmlformats.org/officeDocument/2006/relationships/image" Target="/ppt/media/image2.png" Id="Racf6f497cf004d43" /><Relationship Type="http://schemas.openxmlformats.org/officeDocument/2006/relationships/notesSlide" Target="/ppt/notesSlides/notesSlide36.xml" Id="R3361474b34094a06"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1a7c3f9a243a4cae">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5b619ffa04db4120">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3f04702a24c4993"/>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74a987d45ce481d"/>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7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5c6effa5e31c4c9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8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feb8d306edf04ab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8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7428d0a54f034947">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8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9679feed99984ba6">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8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511b30bd349463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43ef3a5877f45d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d1ceee5bf7bf43d2"/>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75dcf73caec420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6198bbd228643e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3f74e23d2c0415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0b27e33e76d48e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95fe761d83e4e2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522a3d25ac94a0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1"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6c367ab087764c0c"/>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d53ee233895495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749545fd1ba47f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d89f1866ea7438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c7996a6d7cb4f8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4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df66510ca72a45c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5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780f587d838e43f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5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00e033ddadb3497f">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5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90941f64b879456d">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5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fe2d01e9ef84a4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3451457e85a4e0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6"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4E99C77D-A48A-4146-BCEC-80D6ADB02C8A}"/>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5F44C03C-D9CD-400A-8626-5A67D16307A9}"/>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21907E9A-073F-47E4-98A4-0B4A18CBC629}"/>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27B79F87-86EF-40E4-A8A9-3B4E0E756B9A}"/>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bg">
            <a:extLst xmlns:a="http://schemas.openxmlformats.org/drawingml/2006/main">
              <a:ext uri="{FF2B5EF4-FFF2-40B4-BE49-F238E27FC236}">
                <a16:creationId xmlns:a16="http://schemas.microsoft.com/office/drawing/2014/main" id="{5D3EB43D-DDC9-4E24-B870-E3003C22666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sp>
      <p:sp>
        <p:nvSpPr>
          <p:cNvPr id="235" name="ddfed-strengths-heading">
            <a:extLst xmlns:a="http://schemas.openxmlformats.org/drawingml/2006/main">
              <a:ext uri="{FF2B5EF4-FFF2-40B4-BE49-F238E27FC236}">
                <a16:creationId xmlns:a16="http://schemas.microsoft.com/office/drawing/2014/main" id="{A60E00D9-D7E1-4CCD-82D4-95501598E63D}"/>
              </a:ext>
            </a:extLst>
          </p:cNvPr>
          <p:cNvSpPr>
            <a:spLocks xmlns:a="http://schemas.openxmlformats.org/drawingml/2006/main" noGrp="1"/>
          </p:cNvSpPr>
          <p:nvPr/>
        </p:nvSpPr>
        <p:spPr>
          <a:xfrm xmlns:a="http://schemas.openxmlformats.org/drawingml/2006/main">
            <a:off x="666750" y="2590800"/>
            <a:ext cx="642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6" name="ddfed-strengths-bullets">
            <a:extLst xmlns:a="http://schemas.openxmlformats.org/drawingml/2006/main">
              <a:ext uri="{FF2B5EF4-FFF2-40B4-BE49-F238E27FC236}">
                <a16:creationId xmlns:a16="http://schemas.microsoft.com/office/drawing/2014/main" id="{B955006A-0588-4EAD-A145-4C54A9FFFB45}"/>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7" name="ddfed-limits-heading-bg">
            <a:extLst xmlns:a="http://schemas.openxmlformats.org/drawingml/2006/main">
              <a:ext uri="{FF2B5EF4-FFF2-40B4-BE49-F238E27FC236}">
                <a16:creationId xmlns:a16="http://schemas.microsoft.com/office/drawing/2014/main" id="{0553E159-6227-4156-95C2-074C5A88577C}"/>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sp>
      <p:sp>
        <p:nvSpPr>
          <p:cNvPr id="238" name="ddfed-limits-heading">
            <a:extLst xmlns:a="http://schemas.openxmlformats.org/drawingml/2006/main">
              <a:ext uri="{FF2B5EF4-FFF2-40B4-BE49-F238E27FC236}">
                <a16:creationId xmlns:a16="http://schemas.microsoft.com/office/drawing/2014/main" id="{21B429AC-EAAB-417E-9686-712C1A88B8AC}"/>
              </a:ext>
            </a:extLst>
          </p:cNvPr>
          <p:cNvSpPr>
            <a:spLocks xmlns:a="http://schemas.openxmlformats.org/drawingml/2006/main" noGrp="1"/>
          </p:cNvSpPr>
          <p:nvPr/>
        </p:nvSpPr>
        <p:spPr>
          <a:xfrm xmlns:a="http://schemas.openxmlformats.org/drawingml/2006/main">
            <a:off x="666750" y="4095750"/>
            <a:ext cx="642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9" name="ddfed-limits-bullets">
            <a:extLst xmlns:a="http://schemas.openxmlformats.org/drawingml/2006/main">
              <a:ext uri="{FF2B5EF4-FFF2-40B4-BE49-F238E27FC236}">
                <a16:creationId xmlns:a16="http://schemas.microsoft.com/office/drawing/2014/main" id="{0C8282EB-9392-4458-84B4-B3D8CB14EDC3}"/>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40" name="ddfed-flow-title">
            <a:extLst xmlns:a="http://schemas.openxmlformats.org/drawingml/2006/main">
              <a:ext uri="{FF2B5EF4-FFF2-40B4-BE49-F238E27FC236}">
                <a16:creationId xmlns:a16="http://schemas.microsoft.com/office/drawing/2014/main" id="{6572D321-2139-4F3D-8C32-C7D4A8A0688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41" name="ddfed-box-1">
            <a:extLst xmlns:a="http://schemas.openxmlformats.org/drawingml/2006/main">
              <a:ext uri="{FF2B5EF4-FFF2-40B4-BE49-F238E27FC236}">
                <a16:creationId xmlns:a16="http://schemas.microsoft.com/office/drawing/2014/main" id="{D2994D5E-ABA4-4E05-9F9F-7CBB22068EDD}"/>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2" name="ddfed-arrow-1">
            <a:extLst xmlns:a="http://schemas.openxmlformats.org/drawingml/2006/main">
              <a:ext uri="{FF2B5EF4-FFF2-40B4-BE49-F238E27FC236}">
                <a16:creationId xmlns:a16="http://schemas.microsoft.com/office/drawing/2014/main" id="{16AE7563-6B85-486D-8469-723AF1E0A2BA}"/>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2">
            <a:extLst xmlns:a="http://schemas.openxmlformats.org/drawingml/2006/main">
              <a:ext uri="{FF2B5EF4-FFF2-40B4-BE49-F238E27FC236}">
                <a16:creationId xmlns:a16="http://schemas.microsoft.com/office/drawing/2014/main" id="{3FFDAD8D-B7A5-41F5-856A-FDA36F1D1048}"/>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4" name="ddfed-arrow-2">
            <a:extLst xmlns:a="http://schemas.openxmlformats.org/drawingml/2006/main">
              <a:ext uri="{FF2B5EF4-FFF2-40B4-BE49-F238E27FC236}">
                <a16:creationId xmlns:a16="http://schemas.microsoft.com/office/drawing/2014/main" id="{0D7A74D0-304A-4013-BADA-16DB69A503E4}"/>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3">
            <a:extLst xmlns:a="http://schemas.openxmlformats.org/drawingml/2006/main">
              <a:ext uri="{FF2B5EF4-FFF2-40B4-BE49-F238E27FC236}">
                <a16:creationId xmlns:a16="http://schemas.microsoft.com/office/drawing/2014/main" id="{78D5B971-0B28-441B-9417-BDADD8DCE4A2}"/>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6" name="ddfed-arrow-3">
            <a:extLst xmlns:a="http://schemas.openxmlformats.org/drawingml/2006/main">
              <a:ext uri="{FF2B5EF4-FFF2-40B4-BE49-F238E27FC236}">
                <a16:creationId xmlns:a16="http://schemas.microsoft.com/office/drawing/2014/main" id="{DCBD6C3C-8B57-4CB4-B2D1-16520C23D004}"/>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7" name="ddfed-box-4">
            <a:extLst xmlns:a="http://schemas.openxmlformats.org/drawingml/2006/main">
              <a:ext uri="{FF2B5EF4-FFF2-40B4-BE49-F238E27FC236}">
                <a16:creationId xmlns:a16="http://schemas.microsoft.com/office/drawing/2014/main" id="{309A52F6-4FE2-4136-BF9A-3D841C184382}"/>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8" name="ddfed-diagram-caption">
            <a:extLst xmlns:a="http://schemas.openxmlformats.org/drawingml/2006/main">
              <a:ext uri="{FF2B5EF4-FFF2-40B4-BE49-F238E27FC236}">
                <a16:creationId xmlns:a16="http://schemas.microsoft.com/office/drawing/2014/main" id="{CB93A523-5EEF-4395-B634-AA44AE07093D}"/>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182267b674694773"/>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876af685f23242a9"/>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10">
            <a:extLst xmlns:a="http://schemas.openxmlformats.org/drawingml/2006/main">
              <a:ext uri="{FF2B5EF4-FFF2-40B4-BE49-F238E27FC236}">
                <a16:creationId xmlns:a16="http://schemas.microsoft.com/office/drawing/2014/main" id="{E5F1E6B4-5640-4DCF-87B7-2C533A24BD34}"/>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Related Studies (2/3)</a:t>
            </a:r>
          </a:p>
        </p:txBody>
      </p:sp>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5"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cover-2">
            <a:extLst xmlns:a="http://schemas.openxmlformats.org/drawingml/2006/main">
              <a:ext uri="{FF2B5EF4-FFF2-40B4-BE49-F238E27FC236}">
                <a16:creationId xmlns:a16="http://schemas.microsoft.com/office/drawing/2014/main" id="{A6496358-8D4D-44FB-8DC5-6114CC0FC215}"/>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paper-title-2">
            <a:extLst xmlns:a="http://schemas.openxmlformats.org/drawingml/2006/main">
              <a:ext uri="{FF2B5EF4-FFF2-40B4-BE49-F238E27FC236}">
                <a16:creationId xmlns:a16="http://schemas.microsoft.com/office/drawing/2014/main" id="{977995DD-3B93-4928-95D3-1B882DDA541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0" name="paper-summary-2">
            <a:extLst xmlns:a="http://schemas.openxmlformats.org/drawingml/2006/main">
              <a:ext uri="{FF2B5EF4-FFF2-40B4-BE49-F238E27FC236}">
                <a16:creationId xmlns:a16="http://schemas.microsoft.com/office/drawing/2014/main" id="{297F1E8C-7582-4816-9871-5BAB25273854}"/>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1" name="paper-source-2">
            <a:extLst xmlns:a="http://schemas.openxmlformats.org/drawingml/2006/main">
              <a:ext uri="{FF2B5EF4-FFF2-40B4-BE49-F238E27FC236}">
                <a16:creationId xmlns:a16="http://schemas.microsoft.com/office/drawing/2014/main" id="{9096B73E-845C-469D-9428-C1A57605D556}"/>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2" name="dpbrem-strengths-heading-bg">
            <a:extLst xmlns:a="http://schemas.openxmlformats.org/drawingml/2006/main">
              <a:ext uri="{FF2B5EF4-FFF2-40B4-BE49-F238E27FC236}">
                <a16:creationId xmlns:a16="http://schemas.microsoft.com/office/drawing/2014/main" id="{6D81ED41-E639-4FDD-929C-C743245CACA1}"/>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sp>
      <p:sp>
        <p:nvSpPr>
          <p:cNvPr id="23" name="dpbrem-strengths-heading">
            <a:extLst xmlns:a="http://schemas.openxmlformats.org/drawingml/2006/main">
              <a:ext uri="{FF2B5EF4-FFF2-40B4-BE49-F238E27FC236}">
                <a16:creationId xmlns:a16="http://schemas.microsoft.com/office/drawing/2014/main" id="{5DF7BCF3-F04F-4C23-B49D-00DA9E5F8149}"/>
              </a:ext>
            </a:extLst>
          </p:cNvPr>
          <p:cNvSpPr>
            <a:spLocks xmlns:a="http://schemas.openxmlformats.org/drawingml/2006/main" noGrp="1"/>
          </p:cNvSpPr>
          <p:nvPr/>
        </p:nvSpPr>
        <p:spPr>
          <a:xfrm xmlns:a="http://schemas.openxmlformats.org/drawingml/2006/main">
            <a:off x="666750" y="2590800"/>
            <a:ext cx="642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4" name="dpbrem-strengths-bullets">
            <a:extLst xmlns:a="http://schemas.openxmlformats.org/drawingml/2006/main">
              <a:ext uri="{FF2B5EF4-FFF2-40B4-BE49-F238E27FC236}">
                <a16:creationId xmlns:a16="http://schemas.microsoft.com/office/drawing/2014/main" id="{CE52D5AC-B0ED-47F3-B182-B9297CA8D17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5" name="dpbrem-limits-heading-bg">
            <a:extLst xmlns:a="http://schemas.openxmlformats.org/drawingml/2006/main">
              <a:ext uri="{FF2B5EF4-FFF2-40B4-BE49-F238E27FC236}">
                <a16:creationId xmlns:a16="http://schemas.microsoft.com/office/drawing/2014/main" id="{87953D03-5393-4129-8B44-3C3A8B6FC8FF}"/>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sp>
      <p:sp>
        <p:nvSpPr>
          <p:cNvPr id="26" name="dpbrem-limits-heading">
            <a:extLst xmlns:a="http://schemas.openxmlformats.org/drawingml/2006/main">
              <a:ext uri="{FF2B5EF4-FFF2-40B4-BE49-F238E27FC236}">
                <a16:creationId xmlns:a16="http://schemas.microsoft.com/office/drawing/2014/main" id="{A22AE025-8000-4B40-893A-71506BC985B8}"/>
              </a:ext>
            </a:extLst>
          </p:cNvPr>
          <p:cNvSpPr>
            <a:spLocks xmlns:a="http://schemas.openxmlformats.org/drawingml/2006/main" noGrp="1"/>
          </p:cNvSpPr>
          <p:nvPr/>
        </p:nvSpPr>
        <p:spPr>
          <a:xfrm xmlns:a="http://schemas.openxmlformats.org/drawingml/2006/main">
            <a:off x="666750" y="4095750"/>
            <a:ext cx="642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7" name="dpbrem-limits-bullets">
            <a:extLst xmlns:a="http://schemas.openxmlformats.org/drawingml/2006/main">
              <a:ext uri="{FF2B5EF4-FFF2-40B4-BE49-F238E27FC236}">
                <a16:creationId xmlns:a16="http://schemas.microsoft.com/office/drawing/2014/main" id="{0F9DD134-D831-4CD9-8384-3CBDED9540EC}"/>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8" name="dpbrem-flow-title">
            <a:extLst xmlns:a="http://schemas.openxmlformats.org/drawingml/2006/main">
              <a:ext uri="{FF2B5EF4-FFF2-40B4-BE49-F238E27FC236}">
                <a16:creationId xmlns:a16="http://schemas.microsoft.com/office/drawing/2014/main" id="{9BB1664E-53EB-49D5-888C-2C9C4CBFB694}"/>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29" name="dpbrem-box-1">
            <a:extLst xmlns:a="http://schemas.openxmlformats.org/drawingml/2006/main">
              <a:ext uri="{FF2B5EF4-FFF2-40B4-BE49-F238E27FC236}">
                <a16:creationId xmlns:a16="http://schemas.microsoft.com/office/drawing/2014/main" id="{5920A1C7-C958-40EE-A9FD-17A722A384B3}"/>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0" name="dpbrem-arrow-1">
            <a:extLst xmlns:a="http://schemas.openxmlformats.org/drawingml/2006/main">
              <a:ext uri="{FF2B5EF4-FFF2-40B4-BE49-F238E27FC236}">
                <a16:creationId xmlns:a16="http://schemas.microsoft.com/office/drawing/2014/main" id="{85C8B5E0-DE58-48E5-8126-107772CF4FA4}"/>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ctr">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1" name="dpbrem-box-2">
            <a:extLst xmlns:a="http://schemas.openxmlformats.org/drawingml/2006/main">
              <a:ext uri="{FF2B5EF4-FFF2-40B4-BE49-F238E27FC236}">
                <a16:creationId xmlns:a16="http://schemas.microsoft.com/office/drawing/2014/main" id="{7AA914C8-0971-40F0-8D2A-C20A0323F686}"/>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2" name="dpbrem-arrow-2">
            <a:extLst xmlns:a="http://schemas.openxmlformats.org/drawingml/2006/main">
              <a:ext uri="{FF2B5EF4-FFF2-40B4-BE49-F238E27FC236}">
                <a16:creationId xmlns:a16="http://schemas.microsoft.com/office/drawing/2014/main" id="{9693516C-71C9-460F-96A5-B659BC156007}"/>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3" name="dpbrem-box-3">
            <a:extLst xmlns:a="http://schemas.openxmlformats.org/drawingml/2006/main">
              <a:ext uri="{FF2B5EF4-FFF2-40B4-BE49-F238E27FC236}">
                <a16:creationId xmlns:a16="http://schemas.microsoft.com/office/drawing/2014/main" id="{A95ABF59-6B05-4C75-A9B0-80A79B4BA082}"/>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4" name="dpbrem-arrow-3">
            <a:extLst xmlns:a="http://schemas.openxmlformats.org/drawingml/2006/main">
              <a:ext uri="{FF2B5EF4-FFF2-40B4-BE49-F238E27FC236}">
                <a16:creationId xmlns:a16="http://schemas.microsoft.com/office/drawing/2014/main" id="{A921A759-5DB0-431F-B06B-57F580AB4B2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5" name="dpbrem-box-4">
            <a:extLst xmlns:a="http://schemas.openxmlformats.org/drawingml/2006/main">
              <a:ext uri="{FF2B5EF4-FFF2-40B4-BE49-F238E27FC236}">
                <a16:creationId xmlns:a16="http://schemas.microsoft.com/office/drawing/2014/main" id="{E9FDEB8F-E833-4C4B-8F20-B595CF8F56C7}"/>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6" name="dpbrem-diagram-caption">
            <a:extLst xmlns:a="http://schemas.openxmlformats.org/drawingml/2006/main">
              <a:ext uri="{FF2B5EF4-FFF2-40B4-BE49-F238E27FC236}">
                <a16:creationId xmlns:a16="http://schemas.microsoft.com/office/drawing/2014/main" id="{1C1253B2-F112-48A5-AC4A-C527DBFFC6D1}"/>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5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d8a436d712f4ae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67c54ed4aa14ab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5"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6591CB0-4011-4B28-8BBF-F840817FF21A}"/>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7AD1377C-040A-4A4D-B48C-8BDF476B9EBB}"/>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29E7F51D-2797-48FA-A95B-FADE80F9EA6D}"/>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DF253303-F164-4EC2-B9C3-1881C62BAEC2}"/>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bg">
            <a:extLst xmlns:a="http://schemas.openxmlformats.org/drawingml/2006/main">
              <a:ext uri="{FF2B5EF4-FFF2-40B4-BE49-F238E27FC236}">
                <a16:creationId xmlns:a16="http://schemas.microsoft.com/office/drawing/2014/main" id="{0882AB5E-0448-4D3E-81CF-DF3F42F14131}"/>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sp>
      <p:sp>
        <p:nvSpPr>
          <p:cNvPr id="235" name="preamble-strengths-heading">
            <a:extLst xmlns:a="http://schemas.openxmlformats.org/drawingml/2006/main">
              <a:ext uri="{FF2B5EF4-FFF2-40B4-BE49-F238E27FC236}">
                <a16:creationId xmlns:a16="http://schemas.microsoft.com/office/drawing/2014/main" id="{711BAF68-E64A-4CF0-BFA3-5B88640111C4}"/>
              </a:ext>
            </a:extLst>
          </p:cNvPr>
          <p:cNvSpPr>
            <a:spLocks xmlns:a="http://schemas.openxmlformats.org/drawingml/2006/main" noGrp="1"/>
          </p:cNvSpPr>
          <p:nvPr/>
        </p:nvSpPr>
        <p:spPr>
          <a:xfrm xmlns:a="http://schemas.openxmlformats.org/drawingml/2006/main">
            <a:off x="666750" y="2590800"/>
            <a:ext cx="642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6" name="preamble-strengths-bullets">
            <a:extLst xmlns:a="http://schemas.openxmlformats.org/drawingml/2006/main">
              <a:ext uri="{FF2B5EF4-FFF2-40B4-BE49-F238E27FC236}">
                <a16:creationId xmlns:a16="http://schemas.microsoft.com/office/drawing/2014/main" id="{0E4221EF-53D9-4096-9DA0-AC278B9C496B}"/>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7" name="preamble-limits-heading-bg">
            <a:extLst xmlns:a="http://schemas.openxmlformats.org/drawingml/2006/main">
              <a:ext uri="{FF2B5EF4-FFF2-40B4-BE49-F238E27FC236}">
                <a16:creationId xmlns:a16="http://schemas.microsoft.com/office/drawing/2014/main" id="{4B85113C-7681-4C99-90D9-76B00143ECCB}"/>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sp>
      <p:sp>
        <p:nvSpPr>
          <p:cNvPr id="238" name="preamble-limits-heading">
            <a:extLst xmlns:a="http://schemas.openxmlformats.org/drawingml/2006/main">
              <a:ext uri="{FF2B5EF4-FFF2-40B4-BE49-F238E27FC236}">
                <a16:creationId xmlns:a16="http://schemas.microsoft.com/office/drawing/2014/main" id="{5A9FDFC5-0B54-4C9B-B81E-4D4B7B01D117}"/>
              </a:ext>
            </a:extLst>
          </p:cNvPr>
          <p:cNvSpPr>
            <a:spLocks xmlns:a="http://schemas.openxmlformats.org/drawingml/2006/main" noGrp="1"/>
          </p:cNvSpPr>
          <p:nvPr/>
        </p:nvSpPr>
        <p:spPr>
          <a:xfrm xmlns:a="http://schemas.openxmlformats.org/drawingml/2006/main">
            <a:off x="666750" y="4095750"/>
            <a:ext cx="642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9" name="preamble-limits-bullets">
            <a:extLst xmlns:a="http://schemas.openxmlformats.org/drawingml/2006/main">
              <a:ext uri="{FF2B5EF4-FFF2-40B4-BE49-F238E27FC236}">
                <a16:creationId xmlns:a16="http://schemas.microsoft.com/office/drawing/2014/main" id="{77DC36B5-EBD1-4879-BE1C-4F4EAED640A5}"/>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40" name="preamble-flow-title">
            <a:extLst xmlns:a="http://schemas.openxmlformats.org/drawingml/2006/main">
              <a:ext uri="{FF2B5EF4-FFF2-40B4-BE49-F238E27FC236}">
                <a16:creationId xmlns:a16="http://schemas.microsoft.com/office/drawing/2014/main" id="{C90252B3-87DA-4487-9C7A-74D1BF7D18A1}"/>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41" name="preamble-box-1">
            <a:extLst xmlns:a="http://schemas.openxmlformats.org/drawingml/2006/main">
              <a:ext uri="{FF2B5EF4-FFF2-40B4-BE49-F238E27FC236}">
                <a16:creationId xmlns:a16="http://schemas.microsoft.com/office/drawing/2014/main" id="{42A5DEB1-AD5D-4CAF-AA53-DDF5C929CF71}"/>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2" name="preamble-arrow-split">
            <a:extLst xmlns:a="http://schemas.openxmlformats.org/drawingml/2006/main">
              <a:ext uri="{FF2B5EF4-FFF2-40B4-BE49-F238E27FC236}">
                <a16:creationId xmlns:a16="http://schemas.microsoft.com/office/drawing/2014/main" id="{4BE82BAA-2151-42EC-A620-E72B93D24AF6}"/>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3" name="preamble-box-2a">
            <a:extLst xmlns:a="http://schemas.openxmlformats.org/drawingml/2006/main">
              <a:ext uri="{FF2B5EF4-FFF2-40B4-BE49-F238E27FC236}">
                <a16:creationId xmlns:a16="http://schemas.microsoft.com/office/drawing/2014/main" id="{6D78C9EF-5CFD-4577-A032-A4A92B31101C}"/>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4" name="preamble-box-2b">
            <a:extLst xmlns:a="http://schemas.openxmlformats.org/drawingml/2006/main">
              <a:ext uri="{FF2B5EF4-FFF2-40B4-BE49-F238E27FC236}">
                <a16:creationId xmlns:a16="http://schemas.microsoft.com/office/drawing/2014/main" id="{6DC65811-8BAA-4473-BD46-5C85CC8FCEB5}"/>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5" name="preamble-arrow-merge">
            <a:extLst xmlns:a="http://schemas.openxmlformats.org/drawingml/2006/main">
              <a:ext uri="{FF2B5EF4-FFF2-40B4-BE49-F238E27FC236}">
                <a16:creationId xmlns:a16="http://schemas.microsoft.com/office/drawing/2014/main" id="{892EF154-85C6-4ED0-A9DD-CEE6E4A8F57A}"/>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6" name="preamble-box-3">
            <a:extLst xmlns:a="http://schemas.openxmlformats.org/drawingml/2006/main">
              <a:ext uri="{FF2B5EF4-FFF2-40B4-BE49-F238E27FC236}">
                <a16:creationId xmlns:a16="http://schemas.microsoft.com/office/drawing/2014/main" id="{440822EF-E51B-4B60-BB64-F5FC19CFC3B1}"/>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7" name="preamble-diagram-caption">
            <a:extLst xmlns:a="http://schemas.openxmlformats.org/drawingml/2006/main">
              <a:ext uri="{FF2B5EF4-FFF2-40B4-BE49-F238E27FC236}">
                <a16:creationId xmlns:a16="http://schemas.microsoft.com/office/drawing/2014/main" id="{18421C2C-D5D2-40C8-9AFD-1004EB27E554}"/>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35c4da4e2834e0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30a8f47b491489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463"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6291057fa155411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64"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40ca7b69993b497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65"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8858e1b4e0244983">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67"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2fbd2de108da49f3">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cxnSp>
        <p:nvCxnSpPr>
          <p:cNvPr id="471"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4659610b74f471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d9f3b359dce4ec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54db69a7826448d4"/>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04093222e86440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7f9e4c699ba43c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b66dff129114a8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dc373ab8ba2407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a9d64885bb2475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3639c96d273483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4786cf5bfa548c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6b47412dc6e403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7fedaa739584c3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15fdceb97ee4d6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56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c10f985908a04c4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6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829e10e5dbce4dc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6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ca828df5ddd14c10">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7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b20c6edf9efe4929">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7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7ab027dc6c4479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ae55a8494bd4fe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2af9d64a891473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419797f6af84e3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d7469801b2f44947"/>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0206c59a2434b3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919a1b59487449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c496eb6274994edb"/>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c619a24c16034eb7"/>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610"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34eb0f90fdb5491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11"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d907a62231f54ab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12"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a15bee195de14741">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14"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10f4f4c631b74bbd">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616"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57c7fdae6f0447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d04b830b4354ab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7d17402437f4e1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a1852b64ffd404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a3aeb988774414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3eb72f3378c479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d315ea09504423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6c8ef4ed0be474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5dc0e1c6e264fe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acca438f124411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75f96d11ea54cc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a4fae6d7b344b9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fa6683222634d5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21150c192644c8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05922efd7234d8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0f57f9271a1481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4c9ac8bf9d24ce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da2df3ceeb7448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ceee281545324314">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0a763da549c24f2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0fc38ebbc07e4b03">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cf6f497cf004d4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2026-09-24T02:05:27.2400000Z</dcterms:created>
  <dcterms:modified xsi:type="dcterms:W3CDTF">2026-09-24T02:05:27.2400000Z</dcterms:modified>
</coreProperties>
</file>