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65911872264b82" /><Relationship Type="http://schemas.openxmlformats.org/officeDocument/2006/relationships/extended-properties" Target="/docProps/app.xml" Id="Rbcf0807fe274479e" /><Relationship Type="http://schemas.openxmlformats.org/officeDocument/2006/relationships/officeDocument" Target="/ppt/presentation.xml" Id="R3dc885bbd2154f92" /></Relationships>
</file>

<file path=ppt/presentation.xml><?xml version="1.0" encoding="utf-8"?>
<p:presentation xmlns:p="http://schemas.openxmlformats.org/presentationml/2006/main">
  <p:sldMasterIdLst>
    <p:sldMasterId xmlns:r="http://schemas.openxmlformats.org/officeDocument/2006/relationships" id="2147483648" r:id="R585e93106299408a"/>
  </p:sldMasterIdLst>
  <p:notesMasterIdLst>
    <p:notesMasterId xmlns:r="http://schemas.openxmlformats.org/officeDocument/2006/relationships" r:id="R4b27abb952374269"/>
  </p:notesMasterIdLst>
  <p:sldIdLst>
    <p:sldId xmlns:r="http://schemas.openxmlformats.org/officeDocument/2006/relationships" id="256" r:id="Rfa3ad190009f4826"/>
    <p:sldId xmlns:r="http://schemas.openxmlformats.org/officeDocument/2006/relationships" id="257" r:id="R009340ef6e6b4905"/>
    <p:sldId xmlns:r="http://schemas.openxmlformats.org/officeDocument/2006/relationships" id="258" r:id="R948bd3c8e1364505"/>
    <p:sldId xmlns:r="http://schemas.openxmlformats.org/officeDocument/2006/relationships" id="259" r:id="Race6417288f44e50"/>
    <p:sldId xmlns:r="http://schemas.openxmlformats.org/officeDocument/2006/relationships" id="260" r:id="R546be7fac4fa4a04"/>
    <p:sldId xmlns:r="http://schemas.openxmlformats.org/officeDocument/2006/relationships" id="261" r:id="R2ea7cae521584a08"/>
    <p:sldId xmlns:r="http://schemas.openxmlformats.org/officeDocument/2006/relationships" id="262" r:id="Rd029caf985554138"/>
    <p:sldId xmlns:r="http://schemas.openxmlformats.org/officeDocument/2006/relationships" id="263" r:id="R940866a481a44df8"/>
    <p:sldId xmlns:r="http://schemas.openxmlformats.org/officeDocument/2006/relationships" id="264" r:id="Rf247097413df403b"/>
    <p:sldId xmlns:r="http://schemas.openxmlformats.org/officeDocument/2006/relationships" id="265" r:id="Rc3ecab7733184a48"/>
    <p:sldId xmlns:r="http://schemas.openxmlformats.org/officeDocument/2006/relationships" id="266" r:id="R7a24c799221a4236"/>
    <p:sldId xmlns:r="http://schemas.openxmlformats.org/officeDocument/2006/relationships" id="267" r:id="Rdda17709d7104e65"/>
    <p:sldId xmlns:r="http://schemas.openxmlformats.org/officeDocument/2006/relationships" id="268" r:id="R98d05e7b47fc4ceb"/>
    <p:sldId xmlns:r="http://schemas.openxmlformats.org/officeDocument/2006/relationships" id="269" r:id="Rd3714d9844074140"/>
    <p:sldId xmlns:r="http://schemas.openxmlformats.org/officeDocument/2006/relationships" id="270" r:id="Rf8fbaada4c0a435c"/>
    <p:sldId xmlns:r="http://schemas.openxmlformats.org/officeDocument/2006/relationships" id="271" r:id="Rfd14c03d7fd346d2"/>
    <p:sldId xmlns:r="http://schemas.openxmlformats.org/officeDocument/2006/relationships" id="272" r:id="R60bbc38e1da64b09"/>
    <p:sldId xmlns:r="http://schemas.openxmlformats.org/officeDocument/2006/relationships" id="273" r:id="R0a50e9a3f7564ca9"/>
    <p:sldId xmlns:r="http://schemas.openxmlformats.org/officeDocument/2006/relationships" id="274" r:id="R34e195d0dd4e4864"/>
    <p:sldId xmlns:r="http://schemas.openxmlformats.org/officeDocument/2006/relationships" id="275" r:id="R22e6e6fac986419f"/>
    <p:sldId xmlns:r="http://schemas.openxmlformats.org/officeDocument/2006/relationships" id="276" r:id="R28b98701f8ff490b"/>
    <p:sldId xmlns:r="http://schemas.openxmlformats.org/officeDocument/2006/relationships" id="277" r:id="R0d3b36c9788a4e7f"/>
    <p:sldId xmlns:r="http://schemas.openxmlformats.org/officeDocument/2006/relationships" id="278" r:id="Rbae175798cc74de3"/>
    <p:sldId xmlns:r="http://schemas.openxmlformats.org/officeDocument/2006/relationships" id="279" r:id="R42235fd4b8d649a3"/>
    <p:sldId xmlns:r="http://schemas.openxmlformats.org/officeDocument/2006/relationships" id="280" r:id="Ra34f89121d114480"/>
    <p:sldId xmlns:r="http://schemas.openxmlformats.org/officeDocument/2006/relationships" id="281" r:id="R63a7fe5e591f4567"/>
    <p:sldId xmlns:r="http://schemas.openxmlformats.org/officeDocument/2006/relationships" id="282" r:id="Rc61588dca22e4152"/>
    <p:sldId xmlns:r="http://schemas.openxmlformats.org/officeDocument/2006/relationships" id="283" r:id="Rb543524c8c334066"/>
    <p:sldId xmlns:r="http://schemas.openxmlformats.org/officeDocument/2006/relationships" id="284" r:id="Re5f8cd99f65a4c20"/>
    <p:sldId xmlns:r="http://schemas.openxmlformats.org/officeDocument/2006/relationships" id="285" r:id="R6f07ecff2c944fcf"/>
    <p:sldId xmlns:r="http://schemas.openxmlformats.org/officeDocument/2006/relationships" id="286" r:id="R0c77b66dcdc44215"/>
    <p:sldId xmlns:r="http://schemas.openxmlformats.org/officeDocument/2006/relationships" id="287" r:id="Rde64dd6c88fa4e76"/>
    <p:sldId xmlns:r="http://schemas.openxmlformats.org/officeDocument/2006/relationships" id="288" r:id="R8941202095e444a6"/>
    <p:sldId xmlns:r="http://schemas.openxmlformats.org/officeDocument/2006/relationships" id="289" r:id="Ra0c17c498ed1406b"/>
    <p:sldId xmlns:r="http://schemas.openxmlformats.org/officeDocument/2006/relationships" id="290" r:id="R06fb307c4d934be1"/>
    <p:sldId xmlns:r="http://schemas.openxmlformats.org/officeDocument/2006/relationships" id="291" r:id="Ra5446d410c6849e4"/>
    <p:sldId xmlns:r="http://schemas.openxmlformats.org/officeDocument/2006/relationships" id="292" r:id="R779a4de5dc7e4f21"/>
    <p:sldId xmlns:r="http://schemas.openxmlformats.org/officeDocument/2006/relationships" id="293" r:id="Rb28c8702be2a4d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d988712b6ee4a75" /><Relationship Type="http://schemas.openxmlformats.org/officeDocument/2006/relationships/slideMaster" Target="/ppt/slideMasters/slideMaster1.xml" Id="R585e93106299408a" /><Relationship Type="http://schemas.openxmlformats.org/officeDocument/2006/relationships/notesMaster" Target="/ppt/notesMasters/notesMaster1.xml" Id="R4b27abb952374269" /><Relationship Type="http://schemas.openxmlformats.org/officeDocument/2006/relationships/presProps" Target="/ppt/presProps.xml" Id="Rde503c6b44f341e1" /><Relationship Type="http://schemas.openxmlformats.org/officeDocument/2006/relationships/viewProps" Target="/ppt/viewProps.xml" Id="R9e69518b24e94816" /><Relationship Type="http://schemas.openxmlformats.org/officeDocument/2006/relationships/tableStyles" Target="/ppt/tableStyles.xml" Id="R6bf5fc6d611845aa" /><Relationship Type="http://schemas.openxmlformats.org/officeDocument/2006/relationships/slide" Target="/ppt/slides/slide1.xml" Id="Rfa3ad190009f4826" /><Relationship Type="http://schemas.openxmlformats.org/officeDocument/2006/relationships/slide" Target="/ppt/slides/slide2.xml" Id="R009340ef6e6b4905" /><Relationship Type="http://schemas.openxmlformats.org/officeDocument/2006/relationships/slide" Target="/ppt/slides/slide3.xml" Id="R948bd3c8e1364505" /><Relationship Type="http://schemas.openxmlformats.org/officeDocument/2006/relationships/slide" Target="/ppt/slides/slide4.xml" Id="Race6417288f44e50" /><Relationship Type="http://schemas.openxmlformats.org/officeDocument/2006/relationships/slide" Target="/ppt/slides/slide5.xml" Id="R546be7fac4fa4a04" /><Relationship Type="http://schemas.openxmlformats.org/officeDocument/2006/relationships/slide" Target="/ppt/slides/slide6.xml" Id="R2ea7cae521584a08" /><Relationship Type="http://schemas.openxmlformats.org/officeDocument/2006/relationships/slide" Target="/ppt/slides/slide7.xml" Id="Rd029caf985554138" /><Relationship Type="http://schemas.openxmlformats.org/officeDocument/2006/relationships/slide" Target="/ppt/slides/slide8.xml" Id="R940866a481a44df8" /><Relationship Type="http://schemas.openxmlformats.org/officeDocument/2006/relationships/slide" Target="/ppt/slides/slide9.xml" Id="Rf247097413df403b" /><Relationship Type="http://schemas.openxmlformats.org/officeDocument/2006/relationships/slide" Target="/ppt/slides/slide10.xml" Id="Rc3ecab7733184a48" /><Relationship Type="http://schemas.openxmlformats.org/officeDocument/2006/relationships/slide" Target="/ppt/slides/slide11.xml" Id="R7a24c799221a4236" /><Relationship Type="http://schemas.openxmlformats.org/officeDocument/2006/relationships/slide" Target="/ppt/slides/slide12.xml" Id="Rdda17709d7104e65" /><Relationship Type="http://schemas.openxmlformats.org/officeDocument/2006/relationships/slide" Target="/ppt/slides/slide13.xml" Id="R98d05e7b47fc4ceb" /><Relationship Type="http://schemas.openxmlformats.org/officeDocument/2006/relationships/slide" Target="/ppt/slides/slide14.xml" Id="Rd3714d9844074140" /><Relationship Type="http://schemas.openxmlformats.org/officeDocument/2006/relationships/slide" Target="/ppt/slides/slide15.xml" Id="Rf8fbaada4c0a435c" /><Relationship Type="http://schemas.openxmlformats.org/officeDocument/2006/relationships/slide" Target="/ppt/slides/slide16.xml" Id="Rfd14c03d7fd346d2" /><Relationship Type="http://schemas.openxmlformats.org/officeDocument/2006/relationships/slide" Target="/ppt/slides/slide17.xml" Id="R60bbc38e1da64b09" /><Relationship Type="http://schemas.openxmlformats.org/officeDocument/2006/relationships/slide" Target="/ppt/slides/slide18.xml" Id="R0a50e9a3f7564ca9" /><Relationship Type="http://schemas.openxmlformats.org/officeDocument/2006/relationships/slide" Target="/ppt/slides/slide19.xml" Id="R34e195d0dd4e4864" /><Relationship Type="http://schemas.openxmlformats.org/officeDocument/2006/relationships/slide" Target="/ppt/slides/slide20.xml" Id="R22e6e6fac986419f" /><Relationship Type="http://schemas.openxmlformats.org/officeDocument/2006/relationships/slide" Target="/ppt/slides/slide21.xml" Id="R28b98701f8ff490b" /><Relationship Type="http://schemas.openxmlformats.org/officeDocument/2006/relationships/slide" Target="/ppt/slides/slide22.xml" Id="R0d3b36c9788a4e7f" /><Relationship Type="http://schemas.openxmlformats.org/officeDocument/2006/relationships/slide" Target="/ppt/slides/slide23.xml" Id="Rbae175798cc74de3" /><Relationship Type="http://schemas.openxmlformats.org/officeDocument/2006/relationships/slide" Target="/ppt/slides/slide24.xml" Id="R42235fd4b8d649a3" /><Relationship Type="http://schemas.openxmlformats.org/officeDocument/2006/relationships/slide" Target="/ppt/slides/slide25.xml" Id="Ra34f89121d114480" /><Relationship Type="http://schemas.openxmlformats.org/officeDocument/2006/relationships/slide" Target="/ppt/slides/slide26.xml" Id="R63a7fe5e591f4567" /><Relationship Type="http://schemas.openxmlformats.org/officeDocument/2006/relationships/slide" Target="/ppt/slides/slide27.xml" Id="Rc61588dca22e4152" /><Relationship Type="http://schemas.openxmlformats.org/officeDocument/2006/relationships/slide" Target="/ppt/slides/slide28.xml" Id="Rb543524c8c334066" /><Relationship Type="http://schemas.openxmlformats.org/officeDocument/2006/relationships/slide" Target="/ppt/slides/slide29.xml" Id="Re5f8cd99f65a4c20" /><Relationship Type="http://schemas.openxmlformats.org/officeDocument/2006/relationships/slide" Target="/ppt/slides/slide30.xml" Id="R6f07ecff2c944fcf" /><Relationship Type="http://schemas.openxmlformats.org/officeDocument/2006/relationships/slide" Target="/ppt/slides/slide31.xml" Id="R0c77b66dcdc44215" /><Relationship Type="http://schemas.openxmlformats.org/officeDocument/2006/relationships/slide" Target="/ppt/slides/slide32.xml" Id="Rde64dd6c88fa4e76" /><Relationship Type="http://schemas.openxmlformats.org/officeDocument/2006/relationships/slide" Target="/ppt/slides/slide33.xml" Id="R8941202095e444a6" /><Relationship Type="http://schemas.openxmlformats.org/officeDocument/2006/relationships/slide" Target="/ppt/slides/slide34.xml" Id="Ra0c17c498ed1406b" /><Relationship Type="http://schemas.openxmlformats.org/officeDocument/2006/relationships/slide" Target="/ppt/slides/slide35.xml" Id="R06fb307c4d934be1" /><Relationship Type="http://schemas.openxmlformats.org/officeDocument/2006/relationships/slide" Target="/ppt/slides/slide36.xml" Id="Ra5446d410c6849e4" /><Relationship Type="http://schemas.openxmlformats.org/officeDocument/2006/relationships/slide" Target="/ppt/slides/slide37.xml" Id="R779a4de5dc7e4f21" /><Relationship Type="http://schemas.openxmlformats.org/officeDocument/2006/relationships/slide" Target="/ppt/slides/slide38.xml" Id="Rb28c8702be2a4d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d8e98ab69441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de8942361045a1" /><Relationship Type="http://schemas.openxmlformats.org/officeDocument/2006/relationships/notesMaster" Target="/ppt/notesMasters/notesMaster1.xml" Id="R2d6d9574bbd647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bcb45edb06421d" /><Relationship Type="http://schemas.openxmlformats.org/officeDocument/2006/relationships/notesMaster" Target="/ppt/notesMasters/notesMaster1.xml" Id="R51a98212fcb24d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5b2676637c4d63" /><Relationship Type="http://schemas.openxmlformats.org/officeDocument/2006/relationships/notesMaster" Target="/ppt/notesMasters/notesMaster1.xml" Id="R487b1295f67645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81a6bea6184ee5" /><Relationship Type="http://schemas.openxmlformats.org/officeDocument/2006/relationships/notesMaster" Target="/ppt/notesMasters/notesMaster1.xml" Id="R6411d6d4eb0646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b2c6971d2b49be" /><Relationship Type="http://schemas.openxmlformats.org/officeDocument/2006/relationships/notesMaster" Target="/ppt/notesMasters/notesMaster1.xml" Id="R4ee1035916b74e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3f28f34bbd4c56" /><Relationship Type="http://schemas.openxmlformats.org/officeDocument/2006/relationships/notesMaster" Target="/ppt/notesMasters/notesMaster1.xml" Id="Ree122860872142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a93c021d3f4894" /><Relationship Type="http://schemas.openxmlformats.org/officeDocument/2006/relationships/notesMaster" Target="/ppt/notesMasters/notesMaster1.xml" Id="Rc9d1675ebd144d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afc6fc215a40eb" /><Relationship Type="http://schemas.openxmlformats.org/officeDocument/2006/relationships/notesMaster" Target="/ppt/notesMasters/notesMaster1.xml" Id="Rfc3ac27c81664b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cf2e8d636f4718" /><Relationship Type="http://schemas.openxmlformats.org/officeDocument/2006/relationships/notesMaster" Target="/ppt/notesMasters/notesMaster1.xml" Id="R745794ec996443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28c90a4b0748ca" /><Relationship Type="http://schemas.openxmlformats.org/officeDocument/2006/relationships/notesMaster" Target="/ppt/notesMasters/notesMaster1.xml" Id="R8364fd06d29b445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82bb249c09445c" /><Relationship Type="http://schemas.openxmlformats.org/officeDocument/2006/relationships/notesMaster" Target="/ppt/notesMasters/notesMaster1.xml" Id="Raef768aa430a40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ab51f7f6614c21" /><Relationship Type="http://schemas.openxmlformats.org/officeDocument/2006/relationships/notesMaster" Target="/ppt/notesMasters/notesMaster1.xml" Id="R55f696f0a27c43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ffcf9c0a004f45" /><Relationship Type="http://schemas.openxmlformats.org/officeDocument/2006/relationships/notesMaster" Target="/ppt/notesMasters/notesMaster1.xml" Id="Rf17872c8cc6b48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95463669cd4327" /><Relationship Type="http://schemas.openxmlformats.org/officeDocument/2006/relationships/notesMaster" Target="/ppt/notesMasters/notesMaster1.xml" Id="R86096347f1a144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95a2e54d104687" /><Relationship Type="http://schemas.openxmlformats.org/officeDocument/2006/relationships/notesMaster" Target="/ppt/notesMasters/notesMaster1.xml" Id="Rb0964197365f44d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c9aba35f9542fe" /><Relationship Type="http://schemas.openxmlformats.org/officeDocument/2006/relationships/notesMaster" Target="/ppt/notesMasters/notesMaster1.xml" Id="Raea2573be75a41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0d7179d798c406e" /><Relationship Type="http://schemas.openxmlformats.org/officeDocument/2006/relationships/notesMaster" Target="/ppt/notesMasters/notesMaster1.xml" Id="Ra9a6b04cf0b94f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a792d9bdc14070" /><Relationship Type="http://schemas.openxmlformats.org/officeDocument/2006/relationships/notesMaster" Target="/ppt/notesMasters/notesMaster1.xml" Id="R6145996665d94f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a9cbee59f1949a3" /><Relationship Type="http://schemas.openxmlformats.org/officeDocument/2006/relationships/notesMaster" Target="/ppt/notesMasters/notesMaster1.xml" Id="R35349c0ad90d4de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cb799d1d8342ad" /><Relationship Type="http://schemas.openxmlformats.org/officeDocument/2006/relationships/notesMaster" Target="/ppt/notesMasters/notesMaster1.xml" Id="R951ef10bdc5c46f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b01e3c1c744912" /><Relationship Type="http://schemas.openxmlformats.org/officeDocument/2006/relationships/notesMaster" Target="/ppt/notesMasters/notesMaster1.xml" Id="R44caf39745d44a2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290b16b7d824d90" /><Relationship Type="http://schemas.openxmlformats.org/officeDocument/2006/relationships/notesMaster" Target="/ppt/notesMasters/notesMaster1.xml" Id="R2edf1534b26845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7fb1721ef54113" /><Relationship Type="http://schemas.openxmlformats.org/officeDocument/2006/relationships/notesMaster" Target="/ppt/notesMasters/notesMaster1.xml" Id="R25bd7c68fee44f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a6b7bbde344d2b" /><Relationship Type="http://schemas.openxmlformats.org/officeDocument/2006/relationships/notesMaster" Target="/ppt/notesMasters/notesMaster1.xml" Id="Rf3ab75e3e85249a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c01abb3c32b47b0" /><Relationship Type="http://schemas.openxmlformats.org/officeDocument/2006/relationships/notesMaster" Target="/ppt/notesMasters/notesMaster1.xml" Id="Re30f8e5d28574ed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e78cbb939b5406e" /><Relationship Type="http://schemas.openxmlformats.org/officeDocument/2006/relationships/notesMaster" Target="/ppt/notesMasters/notesMaster1.xml" Id="R4bf3a25c2a9f4a5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d23b34a63984cdf" /><Relationship Type="http://schemas.openxmlformats.org/officeDocument/2006/relationships/notesMaster" Target="/ppt/notesMasters/notesMaster1.xml" Id="R70f0588d239a441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278a1fc25044bf0" /><Relationship Type="http://schemas.openxmlformats.org/officeDocument/2006/relationships/notesMaster" Target="/ppt/notesMasters/notesMaster1.xml" Id="Rd16cecc8569f420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264a15a5bea4ece" /><Relationship Type="http://schemas.openxmlformats.org/officeDocument/2006/relationships/notesMaster" Target="/ppt/notesMasters/notesMaster1.xml" Id="R75e26afdac60477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82212d30c6f4188" /><Relationship Type="http://schemas.openxmlformats.org/officeDocument/2006/relationships/notesMaster" Target="/ppt/notesMasters/notesMaster1.xml" Id="R63ee8abd094645e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e6aa8c17234a85" /><Relationship Type="http://schemas.openxmlformats.org/officeDocument/2006/relationships/notesMaster" Target="/ppt/notesMasters/notesMaster1.xml" Id="R83a6941873b54e8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43cc6c34f7f4875" /><Relationship Type="http://schemas.openxmlformats.org/officeDocument/2006/relationships/notesMaster" Target="/ppt/notesMasters/notesMaster1.xml" Id="R0ccc6d5e69bb42d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37cb83cd02840c8" /><Relationship Type="http://schemas.openxmlformats.org/officeDocument/2006/relationships/notesMaster" Target="/ppt/notesMasters/notesMaster1.xml" Id="R0b4d7198b6ac452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4d4b836da884b94" /><Relationship Type="http://schemas.openxmlformats.org/officeDocument/2006/relationships/notesMaster" Target="/ppt/notesMasters/notesMaster1.xml" Id="R4c8c6bdcd753493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31a21f22d434a96" /><Relationship Type="http://schemas.openxmlformats.org/officeDocument/2006/relationships/notesMaster" Target="/ppt/notesMasters/notesMaster1.xml" Id="Rab0c8096b8db4e9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36a9e46099d47d7" /><Relationship Type="http://schemas.openxmlformats.org/officeDocument/2006/relationships/notesMaster" Target="/ppt/notesMasters/notesMaster1.xml" Id="R372c08da35894ad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f757a6c33014358" /><Relationship Type="http://schemas.openxmlformats.org/officeDocument/2006/relationships/notesMaster" Target="/ppt/notesMasters/notesMaster1.xml" Id="R45363665bdef48c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01c3fcb317045bf" /><Relationship Type="http://schemas.openxmlformats.org/officeDocument/2006/relationships/notesMaster" Target="/ppt/notesMasters/notesMaster1.xml" Id="R586cd7af31d54c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c4b30c75b540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f028fe6a6e4f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a7c4db37d14d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19050035dc42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7ff64aadd049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932af7d8e44a3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6cff03b1cf94ee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5860428831e4a6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4623b889df643e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f50be3cbfbd424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3a80f3e03784a63"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22"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17"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c462b161754a5a" /><Relationship Type="http://schemas.openxmlformats.org/officeDocument/2006/relationships/slideLayout" Target="/ppt/slideLayouts/slideLayout1.xml" Id="Rb79344cfe4fa4fdc" /><Relationship Type="http://schemas.openxmlformats.org/officeDocument/2006/relationships/slideLayout" Target="/ppt/slideLayouts/slideLayout2.xml" Id="R1443392c717949e8" /><Relationship Type="http://schemas.openxmlformats.org/officeDocument/2006/relationships/slideLayout" Target="/ppt/slideLayouts/slideLayout3.xml" Id="R39c1a6b110ac468a" /><Relationship Type="http://schemas.openxmlformats.org/officeDocument/2006/relationships/slideLayout" Target="/ppt/slideLayouts/slideLayout4.xml" Id="R61b5224e0c814d1b" /><Relationship Type="http://schemas.openxmlformats.org/officeDocument/2006/relationships/slideLayout" Target="/ppt/slideLayouts/slideLayout5.xml" Id="Rb4d1f85f9ad944a1" /><Relationship Type="http://schemas.openxmlformats.org/officeDocument/2006/relationships/slideLayout" Target="/ppt/slideLayouts/slideLayout6.xml" Id="R052de188e5154c72" /><Relationship Type="http://schemas.openxmlformats.org/officeDocument/2006/relationships/slideLayout" Target="/ppt/slideLayouts/slideLayout7.xml" Id="R8ace1d4db9ff4d2c" /><Relationship Type="http://schemas.openxmlformats.org/officeDocument/2006/relationships/slideLayout" Target="/ppt/slideLayouts/slideLayout8.xml" Id="Rae7062ca8f7d4528" /><Relationship Type="http://schemas.openxmlformats.org/officeDocument/2006/relationships/slideLayout" Target="/ppt/slideLayouts/slideLayout9.xml" Id="Rb382fd0a1924498f" /><Relationship Type="http://schemas.openxmlformats.org/officeDocument/2006/relationships/slideLayout" Target="/ppt/slideLayouts/slideLayout10.xml" Id="R56073c932ae74e47" /><Relationship Type="http://schemas.openxmlformats.org/officeDocument/2006/relationships/slideLayout" Target="/ppt/slideLayouts/slideLayout11.xml" Id="Rd810a730e4f94d0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79344cfe4fa4fdc"/>
    <p:sldLayoutId xmlns:r="http://schemas.openxmlformats.org/officeDocument/2006/relationships" id="2147483650" r:id="R1443392c717949e8"/>
    <p:sldLayoutId xmlns:r="http://schemas.openxmlformats.org/officeDocument/2006/relationships" id="2147483651" r:id="R39c1a6b110ac468a"/>
    <p:sldLayoutId xmlns:r="http://schemas.openxmlformats.org/officeDocument/2006/relationships" id="2147483652" r:id="R61b5224e0c814d1b"/>
    <p:sldLayoutId xmlns:r="http://schemas.openxmlformats.org/officeDocument/2006/relationships" id="2147483653" r:id="Rb4d1f85f9ad944a1"/>
    <p:sldLayoutId xmlns:r="http://schemas.openxmlformats.org/officeDocument/2006/relationships" id="2147483654" r:id="R052de188e5154c72"/>
    <p:sldLayoutId xmlns:r="http://schemas.openxmlformats.org/officeDocument/2006/relationships" id="2147483655" r:id="R8ace1d4db9ff4d2c"/>
    <p:sldLayoutId xmlns:r="http://schemas.openxmlformats.org/officeDocument/2006/relationships" id="2147483656" r:id="Rae7062ca8f7d4528"/>
    <p:sldLayoutId xmlns:r="http://schemas.openxmlformats.org/officeDocument/2006/relationships" id="2147483657" r:id="Rb382fd0a1924498f"/>
    <p:sldLayoutId xmlns:r="http://schemas.openxmlformats.org/officeDocument/2006/relationships" id="2147483658" r:id="R56073c932ae74e47"/>
    <p:sldLayoutId xmlns:r="http://schemas.openxmlformats.org/officeDocument/2006/relationships" id="2147483659" r:id="Rd810a730e4f94d0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ce82ba234a4f27" /><Relationship Type="http://schemas.openxmlformats.org/officeDocument/2006/relationships/image" Target="/ppt/media/image.png" Id="Rc07fa9053aed4e11" /><Relationship Type="http://schemas.openxmlformats.org/officeDocument/2006/relationships/image" Target="/ppt/media/image2.png" Id="Rf4a893c9e6a541b1" /><Relationship Type="http://schemas.openxmlformats.org/officeDocument/2006/relationships/notesSlide" Target="/ppt/notesSlides/notesSlide1.xml" Id="R9f2d9bfa569047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88e0fc23e446dd" /><Relationship Type="http://schemas.openxmlformats.org/officeDocument/2006/relationships/image" Target="/ppt/media/image.jpeg" Id="Re78248f82b9949ef" /><Relationship Type="http://schemas.openxmlformats.org/officeDocument/2006/relationships/image" Target="/ppt/media/image3.png" Id="Ra7a3d82d756b4399" /><Relationship Type="http://schemas.openxmlformats.org/officeDocument/2006/relationships/notesSlide" Target="/ppt/notesSlides/notesSlide2.xml" Id="R3666d9b52bf444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5ebd2aea3d141ad" /><Relationship Type="http://schemas.openxmlformats.org/officeDocument/2006/relationships/image" Target="/ppt/media/image2.jpeg" Id="R4d986d0da6ba4cb2" /><Relationship Type="http://schemas.openxmlformats.org/officeDocument/2006/relationships/image" Target="/ppt/media/image2.png" Id="Rc2f50f2a8c514581" /><Relationship Type="http://schemas.openxmlformats.org/officeDocument/2006/relationships/image" Target="/ppt/media/image4.png" Id="Rf98f7d040d6f487a" /><Relationship Type="http://schemas.openxmlformats.org/officeDocument/2006/relationships/image" Target="/ppt/media/image5.png" Id="R10a9f814e1fc44e5" /><Relationship Type="http://schemas.openxmlformats.org/officeDocument/2006/relationships/notesSlide" Target="/ppt/notesSlides/notesSlide3.xml" Id="Ref22268b2fb747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00da3bdea7478a" /><Relationship Type="http://schemas.openxmlformats.org/officeDocument/2006/relationships/image" Target="/ppt/media/image2.jpeg" Id="Rae263ccec38a4df2" /><Relationship Type="http://schemas.openxmlformats.org/officeDocument/2006/relationships/image" Target="/ppt/media/image2.png" Id="R292f310b2eac4842" /><Relationship Type="http://schemas.openxmlformats.org/officeDocument/2006/relationships/image" Target="/ppt/media/image6.png" Id="R9205b98ec1254910" /><Relationship Type="http://schemas.openxmlformats.org/officeDocument/2006/relationships/notesSlide" Target="/ppt/notesSlides/notesSlide4.xml" Id="Ra4dc8a898bdb4a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0e71e56c154792" /><Relationship Type="http://schemas.openxmlformats.org/officeDocument/2006/relationships/image" Target="/ppt/media/image2.jpeg" Id="Rc834d3c5ca754773" /><Relationship Type="http://schemas.openxmlformats.org/officeDocument/2006/relationships/image" Target="/ppt/media/image2.png" Id="Rd9d1d8a906034284" /><Relationship Type="http://schemas.openxmlformats.org/officeDocument/2006/relationships/notesSlide" Target="/ppt/notesSlides/notesSlide5.xml" Id="R7591457f69844d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1244d13e264ad6" /><Relationship Type="http://schemas.openxmlformats.org/officeDocument/2006/relationships/image" Target="/ppt/media/image2.jpeg" Id="R2d87279254894e3e" /><Relationship Type="http://schemas.openxmlformats.org/officeDocument/2006/relationships/image" Target="/ppt/media/image2.png" Id="R9af07634adce4e0c" /><Relationship Type="http://schemas.openxmlformats.org/officeDocument/2006/relationships/notesSlide" Target="/ppt/notesSlides/notesSlide6.xml" Id="R68abd7e8868d4a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51611b69884082" /><Relationship Type="http://schemas.openxmlformats.org/officeDocument/2006/relationships/image" Target="/ppt/media/image2.jpeg" Id="Rc01a7dfd70594e62" /><Relationship Type="http://schemas.openxmlformats.org/officeDocument/2006/relationships/image" Target="/ppt/media/image2.png" Id="R388fc963a064421b" /><Relationship Type="http://schemas.openxmlformats.org/officeDocument/2006/relationships/chart" Target="/ppt/slides/charts/chart1.xml" Id="R040172b1dc654f3b" /><Relationship Type="http://schemas.openxmlformats.org/officeDocument/2006/relationships/notesSlide" Target="/ppt/notesSlides/notesSlide7.xml" Id="Rc0eaf04740354f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aedc3eee1d40e0" /><Relationship Type="http://schemas.openxmlformats.org/officeDocument/2006/relationships/image" Target="/ppt/media/image2.jpeg" Id="Rd329b3fcaa4f4968" /><Relationship Type="http://schemas.openxmlformats.org/officeDocument/2006/relationships/image" Target="/ppt/media/image2.png" Id="R036a96a694f24270" /><Relationship Type="http://schemas.openxmlformats.org/officeDocument/2006/relationships/notesSlide" Target="/ppt/notesSlides/notesSlide8.xml" Id="Rbce41616ea5f46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39448cd89cd4e3d" /><Relationship Type="http://schemas.openxmlformats.org/officeDocument/2006/relationships/image" Target="/ppt/media/image2.jpeg" Id="R1c516378ad674e2c" /><Relationship Type="http://schemas.openxmlformats.org/officeDocument/2006/relationships/image" Target="/ppt/media/image2.png" Id="R3be7ac3d997143ca" /><Relationship Type="http://schemas.openxmlformats.org/officeDocument/2006/relationships/notesSlide" Target="/ppt/notesSlides/notesSlide9.xml" Id="R86b14fa98e9a4d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e9e068160bd42d8" /><Relationship Type="http://schemas.openxmlformats.org/officeDocument/2006/relationships/image" Target="/ppt/media/image2.jpeg" Id="R355be1e7866f4b1d" /><Relationship Type="http://schemas.openxmlformats.org/officeDocument/2006/relationships/image" Target="/ppt/media/image2.png" Id="R04dac885f45046bf" /><Relationship Type="http://schemas.openxmlformats.org/officeDocument/2006/relationships/image" Target="/ppt/media/image4.png" Id="R9a6d895624f54c7f" /><Relationship Type="http://schemas.openxmlformats.org/officeDocument/2006/relationships/image" Target="/ppt/media/image7.png" Id="Rd276d4930f454e0c" /><Relationship Type="http://schemas.openxmlformats.org/officeDocument/2006/relationships/notesSlide" Target="/ppt/notesSlides/notesSlide10.xml" Id="R71c44d907b7b44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46e38c216848b7" /><Relationship Type="http://schemas.openxmlformats.org/officeDocument/2006/relationships/image" Target="/ppt/media/image2.jpeg" Id="Re8dbd6b604ec4adb" /><Relationship Type="http://schemas.openxmlformats.org/officeDocument/2006/relationships/image" Target="/ppt/media/image2.png" Id="Rd377099d703d405d" /><Relationship Type="http://schemas.openxmlformats.org/officeDocument/2006/relationships/notesSlide" Target="/ppt/notesSlides/notesSlide11.xml" Id="R4ee41d87c66142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eccb74115a4dc4" /><Relationship Type="http://schemas.openxmlformats.org/officeDocument/2006/relationships/image" Target="/ppt/media/image3.jpeg" Id="R6cf72b670e5040b2" /><Relationship Type="http://schemas.openxmlformats.org/officeDocument/2006/relationships/image" Target="/ppt/media/image8.png" Id="Rd91a646c242b4ef1" /><Relationship Type="http://schemas.openxmlformats.org/officeDocument/2006/relationships/notesSlide" Target="/ppt/notesSlides/notesSlide12.xml" Id="Rf60818632de446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64425bcb2a4bd9" /><Relationship Type="http://schemas.openxmlformats.org/officeDocument/2006/relationships/image" Target="/ppt/media/image2.jpeg" Id="Rdace6bd2b0da4c57" /><Relationship Type="http://schemas.openxmlformats.org/officeDocument/2006/relationships/image" Target="/ppt/media/image2.png" Id="R55c52b4da1054202" /><Relationship Type="http://schemas.openxmlformats.org/officeDocument/2006/relationships/notesSlide" Target="/ppt/notesSlides/notesSlide13.xml" Id="Reab58708233847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e8dfa76b564dec" /><Relationship Type="http://schemas.openxmlformats.org/officeDocument/2006/relationships/image" Target="/ppt/media/image2.jpeg" Id="Rfc41fa1bb7a94f48" /><Relationship Type="http://schemas.openxmlformats.org/officeDocument/2006/relationships/image" Target="/ppt/media/image2.png" Id="R628b76e1f85245dd" /><Relationship Type="http://schemas.openxmlformats.org/officeDocument/2006/relationships/image" Target="/ppt/media/image4.jpeg" Id="Ree86f33a031b4b08" /><Relationship Type="http://schemas.openxmlformats.org/officeDocument/2006/relationships/image" Target="/ppt/media/image9.png" Id="Rf8dd895565f344ce" /><Relationship Type="http://schemas.openxmlformats.org/officeDocument/2006/relationships/notesSlide" Target="/ppt/notesSlides/notesSlide14.xml" Id="R82b2102e264b4f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ce892a32e014f2b" /><Relationship Type="http://schemas.openxmlformats.org/officeDocument/2006/relationships/image" Target="/ppt/media/image2.jpeg" Id="Rd3f2301759eb4b71" /><Relationship Type="http://schemas.openxmlformats.org/officeDocument/2006/relationships/image" Target="/ppt/media/image2.png" Id="R102776b9fe274583" /><Relationship Type="http://schemas.openxmlformats.org/officeDocument/2006/relationships/notesSlide" Target="/ppt/notesSlides/notesSlide15.xml" Id="R19daf10ea22a46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0c1f74880d141ba" /><Relationship Type="http://schemas.openxmlformats.org/officeDocument/2006/relationships/image" Target="/ppt/media/image2.jpeg" Id="R13649eebb8b84c6f" /><Relationship Type="http://schemas.openxmlformats.org/officeDocument/2006/relationships/image" Target="/ppt/media/image2.png" Id="R59622b0341244c7a" /><Relationship Type="http://schemas.openxmlformats.org/officeDocument/2006/relationships/image" Target="/ppt/media/image4.png" Id="R98f7b80f346e4765" /><Relationship Type="http://schemas.openxmlformats.org/officeDocument/2006/relationships/image" Target="/ppt/media/image10.png" Id="Re32427adcc4c4633" /><Relationship Type="http://schemas.openxmlformats.org/officeDocument/2006/relationships/notesSlide" Target="/ppt/notesSlides/notesSlide16.xml" Id="Rbc51111dfb3e48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81f33147044ccc" /><Relationship Type="http://schemas.openxmlformats.org/officeDocument/2006/relationships/image" Target="/ppt/media/image2.jpeg" Id="R446a09a111df4cf6" /><Relationship Type="http://schemas.openxmlformats.org/officeDocument/2006/relationships/image" Target="/ppt/media/image2.png" Id="R2e34a71779324e2f" /><Relationship Type="http://schemas.openxmlformats.org/officeDocument/2006/relationships/image" Target="/ppt/media/image11.png" Id="Re1309db2ef714464" /><Relationship Type="http://schemas.openxmlformats.org/officeDocument/2006/relationships/image" Target="/ppt/media/image12.png" Id="Rc4863d6f3ef340c2" /><Relationship Type="http://schemas.openxmlformats.org/officeDocument/2006/relationships/notesSlide" Target="/ppt/notesSlides/notesSlide17.xml" Id="R2cb51ffc2d5c43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590070b207443d" /><Relationship Type="http://schemas.openxmlformats.org/officeDocument/2006/relationships/image" Target="/ppt/media/image2.jpeg" Id="R87c5450078874aae" /><Relationship Type="http://schemas.openxmlformats.org/officeDocument/2006/relationships/image" Target="/ppt/media/image2.png" Id="R804f4c9c325840e3" /><Relationship Type="http://schemas.openxmlformats.org/officeDocument/2006/relationships/image" Target="/ppt/media/image11.png" Id="Re6b773f7ad4c4166" /><Relationship Type="http://schemas.openxmlformats.org/officeDocument/2006/relationships/image" Target="/ppt/media/image13.png" Id="R97040685fd9649d3" /><Relationship Type="http://schemas.openxmlformats.org/officeDocument/2006/relationships/image" Target="/ppt/media/image5.jpeg" Id="R3f5228dd6bd14488" /><Relationship Type="http://schemas.openxmlformats.org/officeDocument/2006/relationships/image" Target="/ppt/media/image14.png" Id="Rc4f38edcdd8a4d41" /><Relationship Type="http://schemas.openxmlformats.org/officeDocument/2006/relationships/notesSlide" Target="/ppt/notesSlides/notesSlide18.xml" Id="R9ce6297ac27f49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bce9e2ad86a4e5f" /><Relationship Type="http://schemas.openxmlformats.org/officeDocument/2006/relationships/image" Target="/ppt/media/image2.jpeg" Id="Re689cba59de84ffc" /><Relationship Type="http://schemas.openxmlformats.org/officeDocument/2006/relationships/image" Target="/ppt/media/image2.png" Id="Ra07eac9f002e4d6c" /><Relationship Type="http://schemas.openxmlformats.org/officeDocument/2006/relationships/notesSlide" Target="/ppt/notesSlides/notesSlide19.xml" Id="R383e0f81deed4c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e5cafd86bd44ce2" /><Relationship Type="http://schemas.openxmlformats.org/officeDocument/2006/relationships/image" Target="/ppt/media/image2.jpeg" Id="R8df8c91d183c4cd9" /><Relationship Type="http://schemas.openxmlformats.org/officeDocument/2006/relationships/image" Target="/ppt/media/image2.png" Id="R51e2bace1b174130" /><Relationship Type="http://schemas.openxmlformats.org/officeDocument/2006/relationships/notesSlide" Target="/ppt/notesSlides/notesSlide20.xml" Id="R52e0d7622b494da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f5d399f8f5e4a9e" /><Relationship Type="http://schemas.openxmlformats.org/officeDocument/2006/relationships/image" Target="/ppt/media/image2.jpeg" Id="R925fcafbe8784e4f" /><Relationship Type="http://schemas.openxmlformats.org/officeDocument/2006/relationships/image" Target="/ppt/media/image2.png" Id="R202974d7d7104e28" /><Relationship Type="http://schemas.openxmlformats.org/officeDocument/2006/relationships/notesSlide" Target="/ppt/notesSlides/notesSlide21.xml" Id="Rea7cef564e724f0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8ae1b7d9532435b" /><Relationship Type="http://schemas.openxmlformats.org/officeDocument/2006/relationships/image" Target="/ppt/media/image2.jpeg" Id="R292d3b3fda814b3f" /><Relationship Type="http://schemas.openxmlformats.org/officeDocument/2006/relationships/image" Target="/ppt/media/image2.png" Id="R23fcbb06109349b0" /><Relationship Type="http://schemas.openxmlformats.org/officeDocument/2006/relationships/notesSlide" Target="/ppt/notesSlides/notesSlide22.xml" Id="R6af97ff3ed1b4e4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d3a5cd25fcd4f2b" /><Relationship Type="http://schemas.openxmlformats.org/officeDocument/2006/relationships/image" Target="/ppt/media/image2.jpeg" Id="Ra8279692df8e4896" /><Relationship Type="http://schemas.openxmlformats.org/officeDocument/2006/relationships/image" Target="/ppt/media/image2.png" Id="R5155368fe7cc4df9" /><Relationship Type="http://schemas.openxmlformats.org/officeDocument/2006/relationships/notesSlide" Target="/ppt/notesSlides/notesSlide23.xml" Id="Rf2809f7846514a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53f2c794efaf4c16" /><Relationship Type="http://schemas.openxmlformats.org/officeDocument/2006/relationships/image" Target="/ppt/media/image2.jpeg" Id="Rf37f1541707949b9" /><Relationship Type="http://schemas.openxmlformats.org/officeDocument/2006/relationships/image" Target="/ppt/media/image2.png" Id="R2091c01d03734abb" /><Relationship Type="http://schemas.openxmlformats.org/officeDocument/2006/relationships/image" Target="/ppt/media/image4.png" Id="R383cf35a6b5a4ad4" /><Relationship Type="http://schemas.openxmlformats.org/officeDocument/2006/relationships/image" Target="/ppt/media/image15.png" Id="Rd048971dbe014e87" /><Relationship Type="http://schemas.openxmlformats.org/officeDocument/2006/relationships/notesSlide" Target="/ppt/notesSlides/notesSlide24.xml" Id="Rf47129902ffa4d8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f99162d376b4d73" /><Relationship Type="http://schemas.openxmlformats.org/officeDocument/2006/relationships/image" Target="/ppt/media/image2.jpeg" Id="Rf56ba1e974874ada" /><Relationship Type="http://schemas.openxmlformats.org/officeDocument/2006/relationships/image" Target="/ppt/media/image2.png" Id="R29f05d0a4b064ee6" /><Relationship Type="http://schemas.openxmlformats.org/officeDocument/2006/relationships/notesSlide" Target="/ppt/notesSlides/notesSlide25.xml" Id="R330836ceb88149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fb42fbffaa2418d" /><Relationship Type="http://schemas.openxmlformats.org/officeDocument/2006/relationships/image" Target="/ppt/media/image2.jpeg" Id="Racd1c8870daa45c2" /><Relationship Type="http://schemas.openxmlformats.org/officeDocument/2006/relationships/image" Target="/ppt/media/image2.png" Id="Reb89407fb8c847b0" /><Relationship Type="http://schemas.openxmlformats.org/officeDocument/2006/relationships/chart" Target="/ppt/slides/charts/chart2.xml" Id="Rfc572b12e9854aa7" /><Relationship Type="http://schemas.openxmlformats.org/officeDocument/2006/relationships/notesSlide" Target="/ppt/notesSlides/notesSlide26.xml" Id="R850fa274ea05400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33bd70192334341" /><Relationship Type="http://schemas.openxmlformats.org/officeDocument/2006/relationships/image" Target="/ppt/media/image2.jpeg" Id="R33469c5cbedd488d" /><Relationship Type="http://schemas.openxmlformats.org/officeDocument/2006/relationships/image" Target="/ppt/media/image2.png" Id="R3435a7e44c334a9a" /><Relationship Type="http://schemas.openxmlformats.org/officeDocument/2006/relationships/image" Target="/ppt/media/image16.png" Id="R321bf1b473ef4e15" /><Relationship Type="http://schemas.openxmlformats.org/officeDocument/2006/relationships/image" Target="/ppt/media/image17.png" Id="R1c38fc658eb443df" /><Relationship Type="http://schemas.openxmlformats.org/officeDocument/2006/relationships/notesSlide" Target="/ppt/notesSlides/notesSlide27.xml" Id="Rb2d9bfe081494e6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72c8699b10a4d25" /><Relationship Type="http://schemas.openxmlformats.org/officeDocument/2006/relationships/image" Target="/ppt/media/image2.jpeg" Id="Rcbe3a81f7ea344ee" /><Relationship Type="http://schemas.openxmlformats.org/officeDocument/2006/relationships/image" Target="/ppt/media/image2.png" Id="Rc41784ca1c7b49d3" /><Relationship Type="http://schemas.openxmlformats.org/officeDocument/2006/relationships/image" Target="/ppt/media/image4.png" Id="R1fc928aa3ea5423e" /><Relationship Type="http://schemas.openxmlformats.org/officeDocument/2006/relationships/image" Target="/ppt/media/image18.png" Id="R863e318b367b4485" /><Relationship Type="http://schemas.openxmlformats.org/officeDocument/2006/relationships/notesSlide" Target="/ppt/notesSlides/notesSlide28.xml" Id="R53bcce58f2e5462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11be8c58f304730" /><Relationship Type="http://schemas.openxmlformats.org/officeDocument/2006/relationships/image" Target="/ppt/media/image2.jpeg" Id="Rcc995a06102a4cb7" /><Relationship Type="http://schemas.openxmlformats.org/officeDocument/2006/relationships/image" Target="/ppt/media/image2.png" Id="R2464b217cf924297" /><Relationship Type="http://schemas.openxmlformats.org/officeDocument/2006/relationships/notesSlide" Target="/ppt/notesSlides/notesSlide29.xml" Id="R22f03e281eb54b5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e71f9d876034940" /><Relationship Type="http://schemas.openxmlformats.org/officeDocument/2006/relationships/image" Target="/ppt/media/image2.jpeg" Id="Rd896a531dc314bb8" /><Relationship Type="http://schemas.openxmlformats.org/officeDocument/2006/relationships/image" Target="/ppt/media/image2.png" Id="R644424ef1232433d" /><Relationship Type="http://schemas.openxmlformats.org/officeDocument/2006/relationships/notesSlide" Target="/ppt/notesSlides/notesSlide30.xml" Id="R9af66ddfc95a40a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cc958139426483c" /><Relationship Type="http://schemas.openxmlformats.org/officeDocument/2006/relationships/image" Target="/ppt/media/image2.jpeg" Id="R8c49442005464f8d" /><Relationship Type="http://schemas.openxmlformats.org/officeDocument/2006/relationships/image" Target="/ppt/media/image2.png" Id="R3726aba11ba8424e" /><Relationship Type="http://schemas.openxmlformats.org/officeDocument/2006/relationships/notesSlide" Target="/ppt/notesSlides/notesSlide31.xml" Id="R1f68b1fd880142f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d2176f6c514466d" /><Relationship Type="http://schemas.openxmlformats.org/officeDocument/2006/relationships/image" Target="/ppt/media/image2.jpeg" Id="Rb6ccfee17de448f9" /><Relationship Type="http://schemas.openxmlformats.org/officeDocument/2006/relationships/image" Target="/ppt/media/image2.png" Id="R900fcedd3f1b4f07" /><Relationship Type="http://schemas.openxmlformats.org/officeDocument/2006/relationships/notesSlide" Target="/ppt/notesSlides/notesSlide32.xml" Id="Rc63a1986084c495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717b3409cb544ff" /><Relationship Type="http://schemas.openxmlformats.org/officeDocument/2006/relationships/image" Target="/ppt/media/image2.jpeg" Id="R9a372c4d07ec410c" /><Relationship Type="http://schemas.openxmlformats.org/officeDocument/2006/relationships/image" Target="/ppt/media/image2.png" Id="Rd5cd9097c844400b" /><Relationship Type="http://schemas.openxmlformats.org/officeDocument/2006/relationships/notesSlide" Target="/ppt/notesSlides/notesSlide33.xml" Id="Rdd6a4d448437437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841e603582e4f43" /><Relationship Type="http://schemas.openxmlformats.org/officeDocument/2006/relationships/image" Target="/ppt/media/image2.jpeg" Id="Rf108835e36654c40" /><Relationship Type="http://schemas.openxmlformats.org/officeDocument/2006/relationships/image" Target="/ppt/media/image2.png" Id="R58b95bf6fcf345af" /><Relationship Type="http://schemas.openxmlformats.org/officeDocument/2006/relationships/notesSlide" Target="/ppt/notesSlides/notesSlide34.xml" Id="Rc5a7ab3e4ff04ae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74e362419af4eb6" /><Relationship Type="http://schemas.openxmlformats.org/officeDocument/2006/relationships/image" Target="/ppt/media/image2.jpeg" Id="R7534729cdc4842a7" /><Relationship Type="http://schemas.openxmlformats.org/officeDocument/2006/relationships/image" Target="/ppt/media/image2.png" Id="Rf5a29c9884744771" /><Relationship Type="http://schemas.openxmlformats.org/officeDocument/2006/relationships/notesSlide" Target="/ppt/notesSlides/notesSlide35.xml" Id="R2f909076a8f44db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733a416530a4de4" /><Relationship Type="http://schemas.openxmlformats.org/officeDocument/2006/relationships/image" Target="/ppt/media/image2.jpeg" Id="Re8e189381b494b24" /><Relationship Type="http://schemas.openxmlformats.org/officeDocument/2006/relationships/image" Target="/ppt/media/image2.png" Id="R39e5e8d707b04887" /><Relationship Type="http://schemas.openxmlformats.org/officeDocument/2006/relationships/notesSlide" Target="/ppt/notesSlides/notesSlide36.xml" Id="R07ce10b70ed8471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d3898d103b04491" /><Relationship Type="http://schemas.openxmlformats.org/officeDocument/2006/relationships/image" Target="/ppt/media/image2.jpeg" Id="R32b56b6120b84590" /><Relationship Type="http://schemas.openxmlformats.org/officeDocument/2006/relationships/image" Target="/ppt/media/image2.png" Id="R2584267d3b6445e1" /><Relationship Type="http://schemas.openxmlformats.org/officeDocument/2006/relationships/image" Target="/ppt/media/image19.png" Id="R3475cb9566984b7e" /><Relationship Type="http://schemas.openxmlformats.org/officeDocument/2006/relationships/notesSlide" Target="/ppt/notesSlides/notesSlide37.xml" Id="R09f5d9e4e5b949e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8f3c06f603f8435a" /><Relationship Type="http://schemas.openxmlformats.org/officeDocument/2006/relationships/image" Target="/ppt/media/image2.jpeg" Id="R7b98e3ebcb4e426c" /><Relationship Type="http://schemas.openxmlformats.org/officeDocument/2006/relationships/image" Target="/ppt/media/image.gif" Id="R4c450c253f684a81" /><Relationship Type="http://schemas.openxmlformats.org/officeDocument/2006/relationships/image" Target="/ppt/media/image2.png" Id="Re35edaf21ec9444b" /><Relationship Type="http://schemas.openxmlformats.org/officeDocument/2006/relationships/notesSlide" Target="/ppt/notesSlides/notesSlide38.xml" Id="Rbff760f2d680413d"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c07fa9053aed4e11">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f4a893c9e6a541b1">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78248f82b9949e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7a3d82d756b439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1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4d986d0da6ba4cb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2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c2f50f2a8c5145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2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f98f7d040d6f487a">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2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10a9f814e1fc44e5">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2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e263ccec38a4df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92f310b2eac484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9205b98ec1254910"/>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834d3c5ca75477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9d1d8a90603428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87279254894e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af07634adce4e0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1a7dfd70594e6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88fc963a064421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040172b1dc654f3b"/>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329b3fcaa4f496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36a96a694f2427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c516378ad674e2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be7ac3d997143c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8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355be1e7866f4b1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9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04dac885f45046b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9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9a6d895624f54c7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9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d276d4930f454e0c">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9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8dbd6b604ec4ad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377099d703d40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cf72b670e5040b2"/>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91a646c242b4ef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ace6bd2b0da4c5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c52b4da105420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c41fa1bb7a94f4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28b76e1f85245d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1"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2"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9E5421A0-D522-4C8D-9A2F-F019BEAACAF5}"/>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6" name=""/>
          <p:cNvPicPr>
            <a:picLocks xmlns:a="http://schemas.openxmlformats.org/drawingml/2006/main" noChangeAspect="1"/>
          </p:cNvPicPr>
          <p:nvPr/>
        </p:nvPicPr>
        <p:blipFill>
          <a:blip xmlns:r="http://schemas.openxmlformats.org/officeDocument/2006/relationships" xmlns:a="http://schemas.openxmlformats.org/drawingml/2006/main" r:embed="Ree86f33a031b4b08"/>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7" name=""/>
          <p:cNvPicPr>
            <a:picLocks xmlns:a="http://schemas.openxmlformats.org/drawingml/2006/main" noChangeAspect="1"/>
          </p:cNvPicPr>
          <p:nvPr/>
        </p:nvPicPr>
        <p:blipFill>
          <a:blip xmlns:r="http://schemas.openxmlformats.org/officeDocument/2006/relationships" xmlns:a="http://schemas.openxmlformats.org/drawingml/2006/main" r:embed="Rf8dd895565f344c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3f2301759eb4b7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02776b9fe27458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515"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13649eebb8b84c6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16"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59622b0341244c7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17"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98f7b80f346e476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19"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e32427adcc4c4633">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52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3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46a09a111df4cf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e34a71779324e2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343" name=""/>
          <p:cNvPicPr>
            <a:picLocks xmlns:a="http://schemas.openxmlformats.org/drawingml/2006/main" noChangeAspect="1"/>
          </p:cNvPicPr>
          <p:nvPr/>
        </p:nvPicPr>
        <p:blipFill>
          <a:blip xmlns:r="http://schemas.openxmlformats.org/officeDocument/2006/relationships" xmlns:a="http://schemas.openxmlformats.org/drawingml/2006/main" r:embed="Re1309db2ef714464"/>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47" name=""/>
          <p:cNvPicPr>
            <a:picLocks xmlns:a="http://schemas.openxmlformats.org/drawingml/2006/main" noChangeAspect="1"/>
          </p:cNvPicPr>
          <p:nvPr/>
        </p:nvPicPr>
        <p:blipFill>
          <a:blip xmlns:r="http://schemas.openxmlformats.org/officeDocument/2006/relationships" xmlns:a="http://schemas.openxmlformats.org/drawingml/2006/main" r:embed="Rc4863d6f3ef340c2"/>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362" name=""/>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63" name=""/>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368" name=""/>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69" name=""/>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70" name=""/>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375" name=""/>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76" name=""/>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77" name=""/>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383" name=""/>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84" name=""/>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85" name=""/>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86" name=""/>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87" name=""/>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388" name=""/>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389" name=""/>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390" name=""/>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36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7c5450078874aa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7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04f4c9c325840e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373" name=""/>
          <p:cNvPicPr>
            <a:picLocks xmlns:a="http://schemas.openxmlformats.org/drawingml/2006/main" noChangeAspect="1"/>
          </p:cNvPicPr>
          <p:nvPr/>
        </p:nvPicPr>
        <p:blipFill>
          <a:blip xmlns:r="http://schemas.openxmlformats.org/officeDocument/2006/relationships" xmlns:a="http://schemas.openxmlformats.org/drawingml/2006/main" r:embed="Re6b773f7ad4c4166"/>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77" name=""/>
          <p:cNvPicPr>
            <a:picLocks xmlns:a="http://schemas.openxmlformats.org/drawingml/2006/main" noChangeAspect="1"/>
          </p:cNvPicPr>
          <p:nvPr/>
        </p:nvPicPr>
        <p:blipFill>
          <a:blip xmlns:r="http://schemas.openxmlformats.org/officeDocument/2006/relationships" xmlns:a="http://schemas.openxmlformats.org/drawingml/2006/main" r:embed="R97040685fd9649d3"/>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33" name="system-split-footer-rule">
            <a:extLst xmlns:a="http://schemas.openxmlformats.org/drawingml/2006/main">
              <a:ext uri="{FF2B5EF4-FFF2-40B4-BE49-F238E27FC236}">
                <a16:creationId xmlns:a16="http://schemas.microsoft.com/office/drawing/2014/main" id="{50E7BA17-8C1E-4D0A-92D7-81F6E7F9B3E4}"/>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381" name=""/>
          <p:cNvPicPr>
            <a:picLocks xmlns:a="http://schemas.openxmlformats.org/drawingml/2006/main" noChangeAspect="1"/>
          </p:cNvPicPr>
          <p:nvPr/>
        </p:nvPicPr>
        <p:blipFill>
          <a:blip xmlns:r="http://schemas.openxmlformats.org/officeDocument/2006/relationships" xmlns:a="http://schemas.openxmlformats.org/drawingml/2006/main" r:embed="R3f5228dd6bd14488"/>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82" name=""/>
          <p:cNvPicPr>
            <a:picLocks xmlns:a="http://schemas.openxmlformats.org/drawingml/2006/main" noChangeAspect="1"/>
          </p:cNvPicPr>
          <p:nvPr/>
        </p:nvPicPr>
        <p:blipFill>
          <a:blip xmlns:r="http://schemas.openxmlformats.org/officeDocument/2006/relationships" xmlns:a="http://schemas.openxmlformats.org/drawingml/2006/main" r:embed="Rc4f38edcdd8a4d4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83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397" name=""/>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98" name=""/>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99" name=""/>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405" name=""/>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06" name=""/>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07" name=""/>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08" name=""/>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81525"/>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411" name=""/>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412" name=""/>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23"/>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419" name=""/>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20" name=""/>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21" name=""/>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64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427" name=""/>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28" name=""/>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29" name=""/>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30" name=""/>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31" name=""/>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432" name=""/>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433" name=""/>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6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689cba59de84ff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07eac9f002e4d6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50"/>
          </a:bodyPr>
          <a:lstStyle xmlns:a="http://schemas.openxmlformats.org/drawingml/2006/main"/>
          <a:p xmlns:a="http://schemas.openxmlformats.org/drawingml/2006/main">
            <a:pPr>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25"/>
          </a:bodyPr>
          <a:lstStyle xmlns:a="http://schemas.openxmlformats.org/drawingml/2006/main"/>
          <a:p xmlns:a="http://schemas.openxmlformats.org/drawingml/2006/main">
            <a:pPr>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df8c91d183c4c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1e2bace1b17413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25fcafbe8784e4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02974d7d7104e2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92d3b3fda814b3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3fcbb06109349b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8279692df8e489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155368fe7cc4df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60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f37f1541707949b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0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2091c01d03734a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0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383cf35a6b5a4ad4">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1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d048971dbe014e87">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1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56ba1e974874ad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9f05d0a4b064ee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cd1c8870daa45c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b89407fb8c847b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fc572b12e9854aa7"/>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469c5cbedd488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435a7e44c334a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321bf1b473ef4e15"/>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1c38fc658eb443df"/>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654"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cbe3a81f7ea344e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55"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c41784ca1c7b49d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56"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1fc928aa3ea5423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58"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863e318b367b4485">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60"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c995a06102a4cb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464b217cf92429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896a531dc314bb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44424ef123243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c49442005464f8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726aba11ba842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6ccfee17de448f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00fcedd3f1b4f0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a372c4d07ec410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5cd9097c844400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108835e36654c4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8b95bf6fcf345a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534729cdc4842a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5a29c98847447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8e189381b494b2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e5e8d707b0488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2b56b6120b8459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584267d3b6445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3475cb9566984b7e">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7b98e3ebcb4e426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4c450c253f684a81">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5edaf21ec9444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2026-09-24T03:48:02.2190000Z</dcterms:created>
  <dcterms:modified xsi:type="dcterms:W3CDTF">2026-09-24T03:48:02.2190000Z</dcterms:modified>
</coreProperties>
</file>