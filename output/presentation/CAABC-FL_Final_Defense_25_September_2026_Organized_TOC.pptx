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2.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f69d2cc47f444d4" /><Relationship Type="http://schemas.openxmlformats.org/officeDocument/2006/relationships/extended-properties" Target="/docProps/app.xml" Id="R73b76de2427b4b51" /><Relationship Type="http://schemas.openxmlformats.org/officeDocument/2006/relationships/officeDocument" Target="/ppt/presentation.xml" Id="R6c0f484bd260423e" /></Relationships>
</file>

<file path=ppt/presentation.xml><?xml version="1.0" encoding="utf-8"?>
<p:presentation xmlns:p="http://schemas.openxmlformats.org/presentationml/2006/main">
  <p:sldMasterIdLst>
    <p:sldMasterId xmlns:r="http://schemas.openxmlformats.org/officeDocument/2006/relationships" id="2147483648" r:id="R767c4030aaac46cd"/>
  </p:sldMasterIdLst>
  <p:notesMasterIdLst>
    <p:notesMasterId xmlns:r="http://schemas.openxmlformats.org/officeDocument/2006/relationships" r:id="R266b53fcfabe44be"/>
  </p:notesMasterIdLst>
  <p:sldIdLst>
    <p:sldId xmlns:r="http://schemas.openxmlformats.org/officeDocument/2006/relationships" id="256" r:id="R20dfed9aaa4d4a52"/>
    <p:sldId xmlns:r="http://schemas.openxmlformats.org/officeDocument/2006/relationships" id="257" r:id="R7df64fb680c44464"/>
    <p:sldId xmlns:r="http://schemas.openxmlformats.org/officeDocument/2006/relationships" id="258" r:id="Rea26ba669a9d4286"/>
    <p:sldId xmlns:r="http://schemas.openxmlformats.org/officeDocument/2006/relationships" id="259" r:id="R5d2cb39f575648be"/>
    <p:sldId xmlns:r="http://schemas.openxmlformats.org/officeDocument/2006/relationships" id="260" r:id="R03eef1566ec44579"/>
    <p:sldId xmlns:r="http://schemas.openxmlformats.org/officeDocument/2006/relationships" id="261" r:id="Rcb157bbf99224bde"/>
    <p:sldId xmlns:r="http://schemas.openxmlformats.org/officeDocument/2006/relationships" id="262" r:id="R9fef119241524ef9"/>
    <p:sldId xmlns:r="http://schemas.openxmlformats.org/officeDocument/2006/relationships" id="263" r:id="Rdf3ef872aa7f45aa"/>
    <p:sldId xmlns:r="http://schemas.openxmlformats.org/officeDocument/2006/relationships" id="264" r:id="R1f5e95257a594394"/>
    <p:sldId xmlns:r="http://schemas.openxmlformats.org/officeDocument/2006/relationships" id="265" r:id="R63e450b8af614f23"/>
    <p:sldId xmlns:r="http://schemas.openxmlformats.org/officeDocument/2006/relationships" id="266" r:id="R6a1a98577b9e4636"/>
    <p:sldId xmlns:r="http://schemas.openxmlformats.org/officeDocument/2006/relationships" id="267" r:id="Rd3114340bbf248bc"/>
    <p:sldId xmlns:r="http://schemas.openxmlformats.org/officeDocument/2006/relationships" id="268" r:id="R597de92c348c45b8"/>
    <p:sldId xmlns:r="http://schemas.openxmlformats.org/officeDocument/2006/relationships" id="269" r:id="R802e535acb234378"/>
    <p:sldId xmlns:r="http://schemas.openxmlformats.org/officeDocument/2006/relationships" id="270" r:id="Re81a9c0ab4394d57"/>
    <p:sldId xmlns:r="http://schemas.openxmlformats.org/officeDocument/2006/relationships" id="271" r:id="Rb7848bc6fb974723"/>
    <p:sldId xmlns:r="http://schemas.openxmlformats.org/officeDocument/2006/relationships" id="272" r:id="Rcd5f0406d98f4250"/>
    <p:sldId xmlns:r="http://schemas.openxmlformats.org/officeDocument/2006/relationships" id="273" r:id="R335a3e5efd8b43c2"/>
    <p:sldId xmlns:r="http://schemas.openxmlformats.org/officeDocument/2006/relationships" id="274" r:id="R9a73976dcedc43ae"/>
    <p:sldId xmlns:r="http://schemas.openxmlformats.org/officeDocument/2006/relationships" id="275" r:id="R566968384ab543e7"/>
    <p:sldId xmlns:r="http://schemas.openxmlformats.org/officeDocument/2006/relationships" id="276" r:id="R4f769844bf1c42cb"/>
    <p:sldId xmlns:r="http://schemas.openxmlformats.org/officeDocument/2006/relationships" id="277" r:id="R7260fd04be324ef0"/>
    <p:sldId xmlns:r="http://schemas.openxmlformats.org/officeDocument/2006/relationships" id="278" r:id="Re89dde0b46264e3a"/>
    <p:sldId xmlns:r="http://schemas.openxmlformats.org/officeDocument/2006/relationships" id="279" r:id="Rabcb05399ff14a4c"/>
    <p:sldId xmlns:r="http://schemas.openxmlformats.org/officeDocument/2006/relationships" id="280" r:id="Rceeb9668804d42a2"/>
    <p:sldId xmlns:r="http://schemas.openxmlformats.org/officeDocument/2006/relationships" id="281" r:id="R3c25ddea46e44ccf"/>
    <p:sldId xmlns:r="http://schemas.openxmlformats.org/officeDocument/2006/relationships" id="282" r:id="Rf3e98333a9e94e6b"/>
    <p:sldId xmlns:r="http://schemas.openxmlformats.org/officeDocument/2006/relationships" id="283" r:id="R5b575b70fd4944e1"/>
    <p:sldId xmlns:r="http://schemas.openxmlformats.org/officeDocument/2006/relationships" id="284" r:id="R6670b675204b4695"/>
    <p:sldId xmlns:r="http://schemas.openxmlformats.org/officeDocument/2006/relationships" id="285" r:id="R8f37d366f5a14987"/>
    <p:sldId xmlns:r="http://schemas.openxmlformats.org/officeDocument/2006/relationships" id="286" r:id="Rf7d1ec18e7494ad2"/>
    <p:sldId xmlns:r="http://schemas.openxmlformats.org/officeDocument/2006/relationships" id="287" r:id="Rafcb31fccd2a49f0"/>
    <p:sldId xmlns:r="http://schemas.openxmlformats.org/officeDocument/2006/relationships" id="288" r:id="Rbb94d662be384163"/>
    <p:sldId xmlns:r="http://schemas.openxmlformats.org/officeDocument/2006/relationships" id="289" r:id="R14d4efcfffb54746"/>
    <p:sldId xmlns:r="http://schemas.openxmlformats.org/officeDocument/2006/relationships" id="290" r:id="R99fd7d2db4994ee1"/>
    <p:sldId xmlns:r="http://schemas.openxmlformats.org/officeDocument/2006/relationships" id="291" r:id="Rb3edc226f4dc4e09"/>
    <p:sldId xmlns:r="http://schemas.openxmlformats.org/officeDocument/2006/relationships" id="292" r:id="R401bfa7ee74949a5"/>
    <p:sldId xmlns:r="http://schemas.openxmlformats.org/officeDocument/2006/relationships" id="293" r:id="R25c7341adb5a40e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e1c6e662e744149" /><Relationship Type="http://schemas.openxmlformats.org/officeDocument/2006/relationships/slideMaster" Target="/ppt/slideMasters/slideMaster1.xml" Id="R767c4030aaac46cd" /><Relationship Type="http://schemas.openxmlformats.org/officeDocument/2006/relationships/notesMaster" Target="/ppt/notesMasters/notesMaster1.xml" Id="R266b53fcfabe44be" /><Relationship Type="http://schemas.openxmlformats.org/officeDocument/2006/relationships/presProps" Target="/ppt/presProps.xml" Id="R32cb40c2de174427" /><Relationship Type="http://schemas.openxmlformats.org/officeDocument/2006/relationships/viewProps" Target="/ppt/viewProps.xml" Id="R7d2a694a9669426d" /><Relationship Type="http://schemas.openxmlformats.org/officeDocument/2006/relationships/tableStyles" Target="/ppt/tableStyles.xml" Id="R1cdf6385007d4e32" /><Relationship Type="http://schemas.openxmlformats.org/officeDocument/2006/relationships/slide" Target="/ppt/slides/slide1.xml" Id="R20dfed9aaa4d4a52" /><Relationship Type="http://schemas.openxmlformats.org/officeDocument/2006/relationships/slide" Target="/ppt/slides/slide2.xml" Id="R7df64fb680c44464" /><Relationship Type="http://schemas.openxmlformats.org/officeDocument/2006/relationships/slide" Target="/ppt/slides/slide3.xml" Id="Rea26ba669a9d4286" /><Relationship Type="http://schemas.openxmlformats.org/officeDocument/2006/relationships/slide" Target="/ppt/slides/slide4.xml" Id="R5d2cb39f575648be" /><Relationship Type="http://schemas.openxmlformats.org/officeDocument/2006/relationships/slide" Target="/ppt/slides/slide5.xml" Id="R03eef1566ec44579" /><Relationship Type="http://schemas.openxmlformats.org/officeDocument/2006/relationships/slide" Target="/ppt/slides/slide6.xml" Id="Rcb157bbf99224bde" /><Relationship Type="http://schemas.openxmlformats.org/officeDocument/2006/relationships/slide" Target="/ppt/slides/slide7.xml" Id="R9fef119241524ef9" /><Relationship Type="http://schemas.openxmlformats.org/officeDocument/2006/relationships/slide" Target="/ppt/slides/slide8.xml" Id="Rdf3ef872aa7f45aa" /><Relationship Type="http://schemas.openxmlformats.org/officeDocument/2006/relationships/slide" Target="/ppt/slides/slide9.xml" Id="R1f5e95257a594394" /><Relationship Type="http://schemas.openxmlformats.org/officeDocument/2006/relationships/slide" Target="/ppt/slides/slide10.xml" Id="R63e450b8af614f23" /><Relationship Type="http://schemas.openxmlformats.org/officeDocument/2006/relationships/slide" Target="/ppt/slides/slide11.xml" Id="R6a1a98577b9e4636" /><Relationship Type="http://schemas.openxmlformats.org/officeDocument/2006/relationships/slide" Target="/ppt/slides/slide12.xml" Id="Rd3114340bbf248bc" /><Relationship Type="http://schemas.openxmlformats.org/officeDocument/2006/relationships/slide" Target="/ppt/slides/slide13.xml" Id="R597de92c348c45b8" /><Relationship Type="http://schemas.openxmlformats.org/officeDocument/2006/relationships/slide" Target="/ppt/slides/slide14.xml" Id="R802e535acb234378" /><Relationship Type="http://schemas.openxmlformats.org/officeDocument/2006/relationships/slide" Target="/ppt/slides/slide15.xml" Id="Re81a9c0ab4394d57" /><Relationship Type="http://schemas.openxmlformats.org/officeDocument/2006/relationships/slide" Target="/ppt/slides/slide16.xml" Id="Rb7848bc6fb974723" /><Relationship Type="http://schemas.openxmlformats.org/officeDocument/2006/relationships/slide" Target="/ppt/slides/slide17.xml" Id="Rcd5f0406d98f4250" /><Relationship Type="http://schemas.openxmlformats.org/officeDocument/2006/relationships/slide" Target="/ppt/slides/slide18.xml" Id="R335a3e5efd8b43c2" /><Relationship Type="http://schemas.openxmlformats.org/officeDocument/2006/relationships/slide" Target="/ppt/slides/slide19.xml" Id="R9a73976dcedc43ae" /><Relationship Type="http://schemas.openxmlformats.org/officeDocument/2006/relationships/slide" Target="/ppt/slides/slide20.xml" Id="R566968384ab543e7" /><Relationship Type="http://schemas.openxmlformats.org/officeDocument/2006/relationships/slide" Target="/ppt/slides/slide21.xml" Id="R4f769844bf1c42cb" /><Relationship Type="http://schemas.openxmlformats.org/officeDocument/2006/relationships/slide" Target="/ppt/slides/slide22.xml" Id="R7260fd04be324ef0" /><Relationship Type="http://schemas.openxmlformats.org/officeDocument/2006/relationships/slide" Target="/ppt/slides/slide23.xml" Id="Re89dde0b46264e3a" /><Relationship Type="http://schemas.openxmlformats.org/officeDocument/2006/relationships/slide" Target="/ppt/slides/slide24.xml" Id="Rabcb05399ff14a4c" /><Relationship Type="http://schemas.openxmlformats.org/officeDocument/2006/relationships/slide" Target="/ppt/slides/slide25.xml" Id="Rceeb9668804d42a2" /><Relationship Type="http://schemas.openxmlformats.org/officeDocument/2006/relationships/slide" Target="/ppt/slides/slide26.xml" Id="R3c25ddea46e44ccf" /><Relationship Type="http://schemas.openxmlformats.org/officeDocument/2006/relationships/slide" Target="/ppt/slides/slide27.xml" Id="Rf3e98333a9e94e6b" /><Relationship Type="http://schemas.openxmlformats.org/officeDocument/2006/relationships/slide" Target="/ppt/slides/slide28.xml" Id="R5b575b70fd4944e1" /><Relationship Type="http://schemas.openxmlformats.org/officeDocument/2006/relationships/slide" Target="/ppt/slides/slide29.xml" Id="R6670b675204b4695" /><Relationship Type="http://schemas.openxmlformats.org/officeDocument/2006/relationships/slide" Target="/ppt/slides/slide30.xml" Id="R8f37d366f5a14987" /><Relationship Type="http://schemas.openxmlformats.org/officeDocument/2006/relationships/slide" Target="/ppt/slides/slide31.xml" Id="Rf7d1ec18e7494ad2" /><Relationship Type="http://schemas.openxmlformats.org/officeDocument/2006/relationships/slide" Target="/ppt/slides/slide32.xml" Id="Rafcb31fccd2a49f0" /><Relationship Type="http://schemas.openxmlformats.org/officeDocument/2006/relationships/slide" Target="/ppt/slides/slide33.xml" Id="Rbb94d662be384163" /><Relationship Type="http://schemas.openxmlformats.org/officeDocument/2006/relationships/slide" Target="/ppt/slides/slide34.xml" Id="R14d4efcfffb54746" /><Relationship Type="http://schemas.openxmlformats.org/officeDocument/2006/relationships/slide" Target="/ppt/slides/slide35.xml" Id="R99fd7d2db4994ee1" /><Relationship Type="http://schemas.openxmlformats.org/officeDocument/2006/relationships/slide" Target="/ppt/slides/slide36.xml" Id="Rb3edc226f4dc4e09" /><Relationship Type="http://schemas.openxmlformats.org/officeDocument/2006/relationships/slide" Target="/ppt/slides/slide37.xml" Id="R401bfa7ee74949a5" /><Relationship Type="http://schemas.openxmlformats.org/officeDocument/2006/relationships/slide" Target="/ppt/slides/slide38.xml" Id="R25c7341adb5a40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fd6cc57b070442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f946de71cf4150" /><Relationship Type="http://schemas.openxmlformats.org/officeDocument/2006/relationships/notesMaster" Target="/ppt/notesMasters/notesMaster1.xml" Id="Rde84fdecc06044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ff12f0ecd744d0" /><Relationship Type="http://schemas.openxmlformats.org/officeDocument/2006/relationships/notesMaster" Target="/ppt/notesMasters/notesMaster1.xml" Id="Ra8f8b80a0f32433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379a81a8264b94" /><Relationship Type="http://schemas.openxmlformats.org/officeDocument/2006/relationships/notesMaster" Target="/ppt/notesMasters/notesMaster1.xml" Id="Rc08832bfdf6f48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781f0da86944c9" /><Relationship Type="http://schemas.openxmlformats.org/officeDocument/2006/relationships/notesMaster" Target="/ppt/notesMasters/notesMaster1.xml" Id="Re1b0ea0e937e45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209f2d9dd24a20" /><Relationship Type="http://schemas.openxmlformats.org/officeDocument/2006/relationships/notesMaster" Target="/ppt/notesMasters/notesMaster1.xml" Id="Rf65ba4da6e884f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8ecd738ab541fa" /><Relationship Type="http://schemas.openxmlformats.org/officeDocument/2006/relationships/notesMaster" Target="/ppt/notesMasters/notesMaster1.xml" Id="Rbb0c28032d9c49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94ec139c7a48c4" /><Relationship Type="http://schemas.openxmlformats.org/officeDocument/2006/relationships/notesMaster" Target="/ppt/notesMasters/notesMaster1.xml" Id="R438008be80764381" /></Relationships>
</file>

<file path=ppt/notesSlides/_rels/notesSlide8.xml.rels>&#65279;<?xml version="1.0" encoding="utf-8"?><Relationships xmlns="http://schemas.openxmlformats.org/package/2006/relationships"><Relationship Type="http://schemas.openxmlformats.org/officeDocument/2006/relationships/slide" Target="/ppt/slides/slide8.xml" Id="Rb1c134b4062f4cf5" /><Relationship Type="http://schemas.openxmlformats.org/officeDocument/2006/relationships/notesMaster" Target="/ppt/notesMasters/notesMaster1.xml" Id="Rc69ae5f91fee45bf" /></Relationships>
</file>

<file path=ppt/notesSlides/_rels/notesSlide9.xml.rels>&#65279;<?xml version="1.0" encoding="utf-8"?><Relationships xmlns="http://schemas.openxmlformats.org/package/2006/relationships"><Relationship Type="http://schemas.openxmlformats.org/officeDocument/2006/relationships/slide" Target="/ppt/slides/slide9.xml" Id="Rb79d4f7a2db44e89" /><Relationship Type="http://schemas.openxmlformats.org/officeDocument/2006/relationships/notesMaster" Target="/ppt/notesMasters/notesMaster1.xml" Id="Re555d1c2ce7d48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2e204f3c5104883" /><Relationship Type="http://schemas.openxmlformats.org/officeDocument/2006/relationships/notesMaster" Target="/ppt/notesMasters/notesMaster1.xml" Id="Rbc607f707ebe4b6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6819382d2b34203" /><Relationship Type="http://schemas.openxmlformats.org/officeDocument/2006/relationships/notesMaster" Target="/ppt/notesMasters/notesMaster1.xml" Id="Rf35ff5e10867451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f7cafd3e439485d" /><Relationship Type="http://schemas.openxmlformats.org/officeDocument/2006/relationships/notesMaster" Target="/ppt/notesMasters/notesMaster1.xml" Id="R22e9ad3deaa945c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2e7ab8e189a4875" /><Relationship Type="http://schemas.openxmlformats.org/officeDocument/2006/relationships/notesMaster" Target="/ppt/notesMasters/notesMaster1.xml" Id="R23cde47c59a94e4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e302839f7fc4ea8" /><Relationship Type="http://schemas.openxmlformats.org/officeDocument/2006/relationships/notesMaster" Target="/ppt/notesMasters/notesMaster1.xml" Id="R91da5744f3e746c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92dde87523a4b53" /><Relationship Type="http://schemas.openxmlformats.org/officeDocument/2006/relationships/notesMaster" Target="/ppt/notesMasters/notesMaster1.xml" Id="R406f90805e114c9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ffa9f3cbe1046f6" /><Relationship Type="http://schemas.openxmlformats.org/officeDocument/2006/relationships/notesMaster" Target="/ppt/notesMasters/notesMaster1.xml" Id="R7cef60106f6c4a7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6cee9b6576d48b9" /><Relationship Type="http://schemas.openxmlformats.org/officeDocument/2006/relationships/notesMaster" Target="/ppt/notesMasters/notesMaster1.xml" Id="R5b5218494215468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bec4e387c714e51" /><Relationship Type="http://schemas.openxmlformats.org/officeDocument/2006/relationships/notesMaster" Target="/ppt/notesMasters/notesMaster1.xml" Id="R36f4838b26da4fb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dba5532f6c5447e" /><Relationship Type="http://schemas.openxmlformats.org/officeDocument/2006/relationships/notesMaster" Target="/ppt/notesMasters/notesMaster1.xml" Id="R98ca4ee4a51a453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c73148281fb4f1c" /><Relationship Type="http://schemas.openxmlformats.org/officeDocument/2006/relationships/notesMaster" Target="/ppt/notesMasters/notesMaster1.xml" Id="R00a52594c58a43d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8197b00ffbb4be2" /><Relationship Type="http://schemas.openxmlformats.org/officeDocument/2006/relationships/notesMaster" Target="/ppt/notesMasters/notesMaster1.xml" Id="Ra05b91c0cf654d0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dcc770b8cf2436b" /><Relationship Type="http://schemas.openxmlformats.org/officeDocument/2006/relationships/notesMaster" Target="/ppt/notesMasters/notesMaster1.xml" Id="Raa9b73287ae2456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38edcc0a5f344e1" /><Relationship Type="http://schemas.openxmlformats.org/officeDocument/2006/relationships/notesMaster" Target="/ppt/notesMasters/notesMaster1.xml" Id="Rded5a9422abf4fa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cb2d590979b43aa" /><Relationship Type="http://schemas.openxmlformats.org/officeDocument/2006/relationships/notesMaster" Target="/ppt/notesMasters/notesMaster1.xml" Id="R21c0bbc11db84db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a1ea6efd93a49ce" /><Relationship Type="http://schemas.openxmlformats.org/officeDocument/2006/relationships/notesMaster" Target="/ppt/notesMasters/notesMaster1.xml" Id="R033977ffc2aa4d0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e6ed26b1d814e2c" /><Relationship Type="http://schemas.openxmlformats.org/officeDocument/2006/relationships/notesMaster" Target="/ppt/notesMasters/notesMaster1.xml" Id="Rcf59a39d8ce3443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ac7b947448e45aa" /><Relationship Type="http://schemas.openxmlformats.org/officeDocument/2006/relationships/notesMaster" Target="/ppt/notesMasters/notesMaster1.xml" Id="R7b9da186524c49e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d6ebd74d3fc4575" /><Relationship Type="http://schemas.openxmlformats.org/officeDocument/2006/relationships/notesMaster" Target="/ppt/notesMasters/notesMaster1.xml" Id="Rffeca8e4701d408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e3de44125be4966" /><Relationship Type="http://schemas.openxmlformats.org/officeDocument/2006/relationships/notesMaster" Target="/ppt/notesMasters/notesMaster1.xml" Id="R83a716a89e974f3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ae83b299c614be6" /><Relationship Type="http://schemas.openxmlformats.org/officeDocument/2006/relationships/notesMaster" Target="/ppt/notesMasters/notesMaster1.xml" Id="R9d0d819aee774d1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fd0fae3802e42f5" /><Relationship Type="http://schemas.openxmlformats.org/officeDocument/2006/relationships/notesMaster" Target="/ppt/notesMasters/notesMaster1.xml" Id="R9a9660eb0c294e3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9c684f6bbe344fd" /><Relationship Type="http://schemas.openxmlformats.org/officeDocument/2006/relationships/notesMaster" Target="/ppt/notesMasters/notesMaster1.xml" Id="R74416d711ee94af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ada705ba2fe498e" /><Relationship Type="http://schemas.openxmlformats.org/officeDocument/2006/relationships/notesMaster" Target="/ppt/notesMasters/notesMaster1.xml" Id="Rc21ce112c24c406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b682b505e5b449e" /><Relationship Type="http://schemas.openxmlformats.org/officeDocument/2006/relationships/notesMaster" Target="/ppt/notesMasters/notesMaster1.xml" Id="R39f0d260acde478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b0f0f4e29cb4496" /><Relationship Type="http://schemas.openxmlformats.org/officeDocument/2006/relationships/notesMaster" Target="/ppt/notesMasters/notesMaster1.xml" Id="Rfa2ed5dde6a94c3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4b5d6d018ce475b" /><Relationship Type="http://schemas.openxmlformats.org/officeDocument/2006/relationships/notesMaster" Target="/ppt/notesMasters/notesMaster1.xml" Id="Raba03513dda7409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c3308ff5be8444c" /><Relationship Type="http://schemas.openxmlformats.org/officeDocument/2006/relationships/notesMaster" Target="/ppt/notesMasters/notesMaster1.xml" Id="Rb6510de1ab61421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0fc6d52b678481c" /><Relationship Type="http://schemas.openxmlformats.org/officeDocument/2006/relationships/notesMaster" Target="/ppt/notesMasters/notesMaster1.xml" Id="R02daa3dea841430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begins with the research context, problem statement, research questions, and objectives. It then reviews related studies and the identified gap before presenting the conceptual framework and proposed methodology. The final part reports utility, privacy, robustness, communication, and system results, followed by the conclusion, references, and the question-and-answer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table compares five anchor studies that contribute directly to the design space of this thesis. FLDP and FAMHE establish protected aggregation and biomedical multiparty computation. DDFed and DP-BREM+ integrate privacy with poisoning or Byzantine robustness. PREAMBLE aligns block sparsity with private transport. The table reports scope rather than a numerical ranking because the studies use different datasets, cryptographic assumptions, and threat models. Sources: Stevens et al., USENIX Security 2022; Froelicher et al., Nature Communications 2021; Xu et al., NeurIPS 2024; Gu et al., USENIX Security 2025; Asi et al., NeurIPS 2025.</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each institution constructs a protected model update. Governance establishes identity, consent, and policy. Patient records remain inside each hospital during preprocessing and training. The consortium creates a collective CKKS public key while independent custodians protect threshold shares. Each hospital clips per-record gradients, adds calibrated differential-privacy noise, applies CAABC-FL block compression, encrypts the result, and signs the submission.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the framework transports, aggregates, validates, and releases a model. Mutual TLS and signed round metadata authenticate every submission. The permissioned ledger stores hashes and status, while model ciphertexts remain off-chain. The coordinator performs reputation-weighted homomorphic aggregation and custodians decrypt only the aggregate. Validation either accepts the candidate model or triggers rollback and quarantine. Hospitals verify the signed model hash before starting the next round. Clinical inference follows the same authorization and controlled-decryption policy.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formulation has four parts. First, the global objective is the sample-weighted average of hospital losses, where n_k is the number of records at hospital k and N is the total across participating hospitals. Second, each gradient is clipped to norm C, Gaussian noise z_k^t provides record-level differential privacy, and the residual e_k^t preserves information lost by CAABC-FL compression Q_s_t. Third, the accepted client set A_t contributes encrypted updates to the CKKS sum c_t. Threshold custodians decrypt only this aggregate, and eta_t is the global learning rate. Finally, the design must reduce predictive loss and serialized communication while satisfying privacy, integrity, threshold-release, and audit requirements.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b50931c716419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7eab9fa34854c8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73e6ebaab14401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ee26fa09795424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60f27d9b9dd40a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409b90d0bec466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b0547dd0c524f1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1e9caa740c6415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20b57a0705b4eb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62c0d4270d54f2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5039d4af0f14204"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29"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23"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d4443fc03f14a09" /><Relationship Type="http://schemas.openxmlformats.org/officeDocument/2006/relationships/slideLayout" Target="/ppt/slideLayouts/slideLayout1.xml" Id="R26cd045579784eb7" /><Relationship Type="http://schemas.openxmlformats.org/officeDocument/2006/relationships/slideLayout" Target="/ppt/slideLayouts/slideLayout2.xml" Id="R3c50842a770b4231" /><Relationship Type="http://schemas.openxmlformats.org/officeDocument/2006/relationships/slideLayout" Target="/ppt/slideLayouts/slideLayout3.xml" Id="R338fb44d9ad249e0" /><Relationship Type="http://schemas.openxmlformats.org/officeDocument/2006/relationships/slideLayout" Target="/ppt/slideLayouts/slideLayout4.xml" Id="R0fd5b6cb1e5a43a4" /><Relationship Type="http://schemas.openxmlformats.org/officeDocument/2006/relationships/slideLayout" Target="/ppt/slideLayouts/slideLayout5.xml" Id="Rb335af48c3ec4b7c" /><Relationship Type="http://schemas.openxmlformats.org/officeDocument/2006/relationships/slideLayout" Target="/ppt/slideLayouts/slideLayout6.xml" Id="R8606755496244037" /><Relationship Type="http://schemas.openxmlformats.org/officeDocument/2006/relationships/slideLayout" Target="/ppt/slideLayouts/slideLayout7.xml" Id="R0b798ff2224d4216" /><Relationship Type="http://schemas.openxmlformats.org/officeDocument/2006/relationships/slideLayout" Target="/ppt/slideLayouts/slideLayout8.xml" Id="R90b98d46498e4732" /><Relationship Type="http://schemas.openxmlformats.org/officeDocument/2006/relationships/slideLayout" Target="/ppt/slideLayouts/slideLayout9.xml" Id="Reaa88201ddd14c93" /><Relationship Type="http://schemas.openxmlformats.org/officeDocument/2006/relationships/slideLayout" Target="/ppt/slideLayouts/slideLayout10.xml" Id="R33fbe3e5ec884e7f" /><Relationship Type="http://schemas.openxmlformats.org/officeDocument/2006/relationships/slideLayout" Target="/ppt/slideLayouts/slideLayout11.xml" Id="Recf90e15bea34255"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26cd045579784eb7"/>
    <p:sldLayoutId xmlns:r="http://schemas.openxmlformats.org/officeDocument/2006/relationships" id="2147483650" r:id="R3c50842a770b4231"/>
    <p:sldLayoutId xmlns:r="http://schemas.openxmlformats.org/officeDocument/2006/relationships" id="2147483651" r:id="R338fb44d9ad249e0"/>
    <p:sldLayoutId xmlns:r="http://schemas.openxmlformats.org/officeDocument/2006/relationships" id="2147483652" r:id="R0fd5b6cb1e5a43a4"/>
    <p:sldLayoutId xmlns:r="http://schemas.openxmlformats.org/officeDocument/2006/relationships" id="2147483653" r:id="Rb335af48c3ec4b7c"/>
    <p:sldLayoutId xmlns:r="http://schemas.openxmlformats.org/officeDocument/2006/relationships" id="2147483654" r:id="R8606755496244037"/>
    <p:sldLayoutId xmlns:r="http://schemas.openxmlformats.org/officeDocument/2006/relationships" id="2147483655" r:id="R0b798ff2224d4216"/>
    <p:sldLayoutId xmlns:r="http://schemas.openxmlformats.org/officeDocument/2006/relationships" id="2147483656" r:id="R90b98d46498e4732"/>
    <p:sldLayoutId xmlns:r="http://schemas.openxmlformats.org/officeDocument/2006/relationships" id="2147483657" r:id="Reaa88201ddd14c93"/>
    <p:sldLayoutId xmlns:r="http://schemas.openxmlformats.org/officeDocument/2006/relationships" id="2147483658" r:id="R33fbe3e5ec884e7f"/>
    <p:sldLayoutId xmlns:r="http://schemas.openxmlformats.org/officeDocument/2006/relationships" id="2147483659" r:id="Recf90e15bea34255"/>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de81ac242e34cd0" /><Relationship Type="http://schemas.openxmlformats.org/officeDocument/2006/relationships/image" Target="/ppt/media/image.png" Id="R1afe2054ef07460e" /><Relationship Type="http://schemas.openxmlformats.org/officeDocument/2006/relationships/image" Target="/ppt/media/image2.png" Id="Ra39fb4ccd65141bd" /><Relationship Type="http://schemas.openxmlformats.org/officeDocument/2006/relationships/notesSlide" Target="/ppt/notesSlides/notesSlide1.xml" Id="R5114227dc61743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e081a31ad694a88" /><Relationship Type="http://schemas.openxmlformats.org/officeDocument/2006/relationships/image" Target="/ppt/media/image.jpeg" Id="Rfa9070411c304676" /><Relationship Type="http://schemas.openxmlformats.org/officeDocument/2006/relationships/image" Target="/ppt/media/image3.png" Id="R7adfc5aeab604348" /><Relationship Type="http://schemas.openxmlformats.org/officeDocument/2006/relationships/notesSlide" Target="/ppt/notesSlides/notesSlide2.xml" Id="R337f0049599a464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c73f092d2789426f" /><Relationship Type="http://schemas.openxmlformats.org/officeDocument/2006/relationships/image" Target="/ppt/media/image2.jpeg" Id="Rdfe3bbe5a46e4fc1" /><Relationship Type="http://schemas.openxmlformats.org/officeDocument/2006/relationships/image" Target="/ppt/media/image2.png" Id="R2a89c712e54c4299" /><Relationship Type="http://schemas.openxmlformats.org/officeDocument/2006/relationships/image" Target="/ppt/media/image4.png" Id="R0b8b4316c36b43e4" /><Relationship Type="http://schemas.openxmlformats.org/officeDocument/2006/relationships/image" Target="/ppt/media/image5.png" Id="Rfbb47dc215a445b2" /><Relationship Type="http://schemas.openxmlformats.org/officeDocument/2006/relationships/notesSlide" Target="/ppt/notesSlides/notesSlide3.xml" Id="Rc3ee3bd5306142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ad495496a3244c8" /><Relationship Type="http://schemas.openxmlformats.org/officeDocument/2006/relationships/image" Target="/ppt/media/image2.jpeg" Id="R31470548fa2243cd" /><Relationship Type="http://schemas.openxmlformats.org/officeDocument/2006/relationships/image" Target="/ppt/media/image2.png" Id="Re2c68768103e4dd8" /><Relationship Type="http://schemas.openxmlformats.org/officeDocument/2006/relationships/image" Target="/ppt/media/image6.png" Id="Rc766b4738180450a" /><Relationship Type="http://schemas.openxmlformats.org/officeDocument/2006/relationships/notesSlide" Target="/ppt/notesSlides/notesSlide4.xml" Id="R8d19970c5a994a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6436884e76a4261" /><Relationship Type="http://schemas.openxmlformats.org/officeDocument/2006/relationships/image" Target="/ppt/media/image2.jpeg" Id="Rea474c393a564294" /><Relationship Type="http://schemas.openxmlformats.org/officeDocument/2006/relationships/image" Target="/ppt/media/image2.png" Id="Rb0d1fcb57e4b46da" /><Relationship Type="http://schemas.openxmlformats.org/officeDocument/2006/relationships/notesSlide" Target="/ppt/notesSlides/notesSlide5.xml" Id="R2016f86e2f2f4ed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e4e3ff0f58e4ac3" /><Relationship Type="http://schemas.openxmlformats.org/officeDocument/2006/relationships/image" Target="/ppt/media/image2.jpeg" Id="R7d1bc1d2ee8348ab" /><Relationship Type="http://schemas.openxmlformats.org/officeDocument/2006/relationships/image" Target="/ppt/media/image2.png" Id="R440236aac1154623" /><Relationship Type="http://schemas.openxmlformats.org/officeDocument/2006/relationships/notesSlide" Target="/ppt/notesSlides/notesSlide6.xml" Id="Rf3bdfab9c99842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58913627b1b4593" /><Relationship Type="http://schemas.openxmlformats.org/officeDocument/2006/relationships/image" Target="/ppt/media/image2.jpeg" Id="Rbb0369e4dbd644c6" /><Relationship Type="http://schemas.openxmlformats.org/officeDocument/2006/relationships/image" Target="/ppt/media/image2.png" Id="R223e07ad75b84731" /><Relationship Type="http://schemas.openxmlformats.org/officeDocument/2006/relationships/chart" Target="/ppt/slides/charts/chart1.xml" Id="Rf11ff4e01cc44a71" /><Relationship Type="http://schemas.openxmlformats.org/officeDocument/2006/relationships/notesSlide" Target="/ppt/notesSlides/notesSlide7.xml" Id="R93ba15ea776745f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f28df9d4f2e4202" /><Relationship Type="http://schemas.openxmlformats.org/officeDocument/2006/relationships/image" Target="/ppt/media/image2.jpeg" Id="R8bfca481a79e4d75" /><Relationship Type="http://schemas.openxmlformats.org/officeDocument/2006/relationships/image" Target="/ppt/media/image2.png" Id="R0a156b9ff9ac40f2" /><Relationship Type="http://schemas.openxmlformats.org/officeDocument/2006/relationships/notesSlide" Target="/ppt/notesSlides/notesSlide8.xml" Id="R86575137e6a2427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cf74b6957704e7e" /><Relationship Type="http://schemas.openxmlformats.org/officeDocument/2006/relationships/image" Target="/ppt/media/image2.jpeg" Id="Re308c022059f4d1e" /><Relationship Type="http://schemas.openxmlformats.org/officeDocument/2006/relationships/image" Target="/ppt/media/image2.png" Id="R26405c4293784e0b" /><Relationship Type="http://schemas.openxmlformats.org/officeDocument/2006/relationships/notesSlide" Target="/ppt/notesSlides/notesSlide9.xml" Id="R6e30883e0ed941b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ac25c7cfee084d7b" /><Relationship Type="http://schemas.openxmlformats.org/officeDocument/2006/relationships/image" Target="/ppt/media/image2.jpeg" Id="Rbb064fa769954b80" /><Relationship Type="http://schemas.openxmlformats.org/officeDocument/2006/relationships/image" Target="/ppt/media/image2.png" Id="R08022d616e604281" /><Relationship Type="http://schemas.openxmlformats.org/officeDocument/2006/relationships/image" Target="/ppt/media/image4.png" Id="R1232422c93034d0b" /><Relationship Type="http://schemas.openxmlformats.org/officeDocument/2006/relationships/image" Target="/ppt/media/image7.png" Id="R13255c06778f4e56" /><Relationship Type="http://schemas.openxmlformats.org/officeDocument/2006/relationships/notesSlide" Target="/ppt/notesSlides/notesSlide10.xml" Id="R06b63f69e2d44d8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2850361ca974263" /><Relationship Type="http://schemas.openxmlformats.org/officeDocument/2006/relationships/image" Target="/ppt/media/image2.jpeg" Id="Re4db35e932694e84" /><Relationship Type="http://schemas.openxmlformats.org/officeDocument/2006/relationships/image" Target="/ppt/media/image2.png" Id="Raa1ed3f8553f4577" /><Relationship Type="http://schemas.openxmlformats.org/officeDocument/2006/relationships/notesSlide" Target="/ppt/notesSlides/notesSlide11.xml" Id="R940348f2065049a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f1b8432a4d3413e" /><Relationship Type="http://schemas.openxmlformats.org/officeDocument/2006/relationships/image" Target="/ppt/media/image3.jpeg" Id="Re14fa59c2c384581" /><Relationship Type="http://schemas.openxmlformats.org/officeDocument/2006/relationships/image" Target="/ppt/media/image8.png" Id="Rfd3f8ba77fa9445d" /><Relationship Type="http://schemas.openxmlformats.org/officeDocument/2006/relationships/notesSlide" Target="/ppt/notesSlides/notesSlide12.xml" Id="R01600fac5947458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0bf53d4c32a474a" /><Relationship Type="http://schemas.openxmlformats.org/officeDocument/2006/relationships/image" Target="/ppt/media/image2.jpeg" Id="Rf3867070bd4246bc" /><Relationship Type="http://schemas.openxmlformats.org/officeDocument/2006/relationships/image" Target="/ppt/media/image2.png" Id="R8d7e99dbc7e74a9d" /><Relationship Type="http://schemas.openxmlformats.org/officeDocument/2006/relationships/notesSlide" Target="/ppt/notesSlides/notesSlide13.xml" Id="Rbaec83d5c48e437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aa777dd9a4a4e29" /><Relationship Type="http://schemas.openxmlformats.org/officeDocument/2006/relationships/image" Target="/ppt/media/image2.jpeg" Id="R1a2cd6c40d164360" /><Relationship Type="http://schemas.openxmlformats.org/officeDocument/2006/relationships/image" Target="/ppt/media/image2.png" Id="R2d4ba5e3d107449f" /><Relationship Type="http://schemas.openxmlformats.org/officeDocument/2006/relationships/image" Target="/ppt/media/image4.jpeg" Id="R8e2b2c070a4f4b91" /><Relationship Type="http://schemas.openxmlformats.org/officeDocument/2006/relationships/image" Target="/ppt/media/image9.png" Id="R814fa15acb074184" /><Relationship Type="http://schemas.openxmlformats.org/officeDocument/2006/relationships/notesSlide" Target="/ppt/notesSlides/notesSlide14.xml" Id="R2acdfac8ae464f6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5d46fe8bf114ce0" /><Relationship Type="http://schemas.openxmlformats.org/officeDocument/2006/relationships/image" Target="/ppt/media/image2.jpeg" Id="R234cbe3bd4324f1a" /><Relationship Type="http://schemas.openxmlformats.org/officeDocument/2006/relationships/image" Target="/ppt/media/image2.png" Id="R0473c3b90e7148b5" /><Relationship Type="http://schemas.openxmlformats.org/officeDocument/2006/relationships/notesSlide" Target="/ppt/notesSlides/notesSlide15.xml" Id="Ra7be1488ff08474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5af707bea8454b8d" /><Relationship Type="http://schemas.openxmlformats.org/officeDocument/2006/relationships/image" Target="/ppt/media/image2.jpeg" Id="R235de64686fa44aa" /><Relationship Type="http://schemas.openxmlformats.org/officeDocument/2006/relationships/image" Target="/ppt/media/image2.png" Id="R26348235e9e646d9" /><Relationship Type="http://schemas.openxmlformats.org/officeDocument/2006/relationships/image" Target="/ppt/media/image4.png" Id="R5cfc454d1bc04913" /><Relationship Type="http://schemas.openxmlformats.org/officeDocument/2006/relationships/image" Target="/ppt/media/image10.png" Id="Re26a502af45f4880" /><Relationship Type="http://schemas.openxmlformats.org/officeDocument/2006/relationships/notesSlide" Target="/ppt/notesSlides/notesSlide16.xml" Id="R1e0dbd8cffd2449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c7c4f2696454434" /><Relationship Type="http://schemas.openxmlformats.org/officeDocument/2006/relationships/image" Target="/ppt/media/image2.jpeg" Id="R766450585d9144b2" /><Relationship Type="http://schemas.openxmlformats.org/officeDocument/2006/relationships/image" Target="/ppt/media/image2.png" Id="R4e0899ab5afa4000" /><Relationship Type="http://schemas.openxmlformats.org/officeDocument/2006/relationships/image" Target="/ppt/media/image11.png" Id="Re227c196bc1b410d" /><Relationship Type="http://schemas.openxmlformats.org/officeDocument/2006/relationships/image" Target="/ppt/media/image12.png" Id="Rcce789467d4a4bcc" /><Relationship Type="http://schemas.openxmlformats.org/officeDocument/2006/relationships/notesSlide" Target="/ppt/notesSlides/notesSlide17.xml" Id="R92291f64ab9d479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05ce5d32c8c4721" /><Relationship Type="http://schemas.openxmlformats.org/officeDocument/2006/relationships/image" Target="/ppt/media/image2.jpeg" Id="R225efca3c0bf45c8" /><Relationship Type="http://schemas.openxmlformats.org/officeDocument/2006/relationships/image" Target="/ppt/media/image2.png" Id="Rd9766b535f344c0b" /><Relationship Type="http://schemas.openxmlformats.org/officeDocument/2006/relationships/image" Target="/ppt/media/image11.png" Id="Rab8cdf9a2ab64bb9" /><Relationship Type="http://schemas.openxmlformats.org/officeDocument/2006/relationships/image" Target="/ppt/media/image13.png" Id="R356ec35b0a104463" /><Relationship Type="http://schemas.openxmlformats.org/officeDocument/2006/relationships/image" Target="/ppt/media/image5.jpeg" Id="R16c5a69cd0444394" /><Relationship Type="http://schemas.openxmlformats.org/officeDocument/2006/relationships/image" Target="/ppt/media/image14.png" Id="R18fbd578d47e46f3" /><Relationship Type="http://schemas.openxmlformats.org/officeDocument/2006/relationships/notesSlide" Target="/ppt/notesSlides/notesSlide18.xml" Id="R1b1d26da87e04fb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55d84be608a41b9" /><Relationship Type="http://schemas.openxmlformats.org/officeDocument/2006/relationships/image" Target="/ppt/media/image2.jpeg" Id="Raee4c8dfd4bf460d" /><Relationship Type="http://schemas.openxmlformats.org/officeDocument/2006/relationships/image" Target="/ppt/media/image2.png" Id="R3026128d59124a9f" /><Relationship Type="http://schemas.openxmlformats.org/officeDocument/2006/relationships/notesSlide" Target="/ppt/notesSlides/notesSlide19.xml" Id="Re201993433c6446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13d518353c64e3a" /><Relationship Type="http://schemas.openxmlformats.org/officeDocument/2006/relationships/image" Target="/ppt/media/image2.jpeg" Id="R65d8b6ac5e4f4f8a" /><Relationship Type="http://schemas.openxmlformats.org/officeDocument/2006/relationships/image" Target="/ppt/media/image2.png" Id="R6fd2bb3475c0400a" /><Relationship Type="http://schemas.openxmlformats.org/officeDocument/2006/relationships/notesSlide" Target="/ppt/notesSlides/notesSlide20.xml" Id="Rdb97423700e14fe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c30cf8570014ed6" /><Relationship Type="http://schemas.openxmlformats.org/officeDocument/2006/relationships/image" Target="/ppt/media/image2.jpeg" Id="Rfb9a6db40b77486d" /><Relationship Type="http://schemas.openxmlformats.org/officeDocument/2006/relationships/image" Target="/ppt/media/image2.png" Id="R822f791332df40dd" /><Relationship Type="http://schemas.openxmlformats.org/officeDocument/2006/relationships/notesSlide" Target="/ppt/notesSlides/notesSlide21.xml" Id="Rdeba72aeb9d04b0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6675b7f73404608" /><Relationship Type="http://schemas.openxmlformats.org/officeDocument/2006/relationships/image" Target="/ppt/media/image2.jpeg" Id="Reea0d1d265dd4a20" /><Relationship Type="http://schemas.openxmlformats.org/officeDocument/2006/relationships/image" Target="/ppt/media/image2.png" Id="R236a3bbcf9044a5e" /><Relationship Type="http://schemas.openxmlformats.org/officeDocument/2006/relationships/notesSlide" Target="/ppt/notesSlides/notesSlide22.xml" Id="R7509a36526c645d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3e7b50a38c64cd0" /><Relationship Type="http://schemas.openxmlformats.org/officeDocument/2006/relationships/image" Target="/ppt/media/image2.jpeg" Id="R4f7ea098f8434cc0" /><Relationship Type="http://schemas.openxmlformats.org/officeDocument/2006/relationships/image" Target="/ppt/media/image2.png" Id="Rb155f9d0df074036" /><Relationship Type="http://schemas.openxmlformats.org/officeDocument/2006/relationships/notesSlide" Target="/ppt/notesSlides/notesSlide23.xml" Id="Rc74c33fd39e04d4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2734b22312a74129" /><Relationship Type="http://schemas.openxmlformats.org/officeDocument/2006/relationships/image" Target="/ppt/media/image2.jpeg" Id="R5e37d0765447486c" /><Relationship Type="http://schemas.openxmlformats.org/officeDocument/2006/relationships/image" Target="/ppt/media/image2.png" Id="Rda8884da2a394357" /><Relationship Type="http://schemas.openxmlformats.org/officeDocument/2006/relationships/image" Target="/ppt/media/image4.png" Id="R535e85d2960b489a" /><Relationship Type="http://schemas.openxmlformats.org/officeDocument/2006/relationships/image" Target="/ppt/media/image15.png" Id="R1b2a8047d53744da" /><Relationship Type="http://schemas.openxmlformats.org/officeDocument/2006/relationships/notesSlide" Target="/ppt/notesSlides/notesSlide24.xml" Id="Rf128646ef91b45f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06e4d1dddf7495a" /><Relationship Type="http://schemas.openxmlformats.org/officeDocument/2006/relationships/image" Target="/ppt/media/image2.jpeg" Id="R4fcd79153fc143dd" /><Relationship Type="http://schemas.openxmlformats.org/officeDocument/2006/relationships/image" Target="/ppt/media/image2.png" Id="Rb8de3eb65f5446f1" /><Relationship Type="http://schemas.openxmlformats.org/officeDocument/2006/relationships/notesSlide" Target="/ppt/notesSlides/notesSlide25.xml" Id="R68387c0179bc446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dda55b9b34442c2" /><Relationship Type="http://schemas.openxmlformats.org/officeDocument/2006/relationships/image" Target="/ppt/media/image2.jpeg" Id="R1f1f61664e424308" /><Relationship Type="http://schemas.openxmlformats.org/officeDocument/2006/relationships/image" Target="/ppt/media/image2.png" Id="R6abc50fc200c47e4" /><Relationship Type="http://schemas.openxmlformats.org/officeDocument/2006/relationships/chart" Target="/ppt/slides/charts/chart2.xml" Id="Rb91263ace1bc4872" /><Relationship Type="http://schemas.openxmlformats.org/officeDocument/2006/relationships/notesSlide" Target="/ppt/notesSlides/notesSlide26.xml" Id="Rd916ddc433c44a7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e4edd1f00ba4a0e" /><Relationship Type="http://schemas.openxmlformats.org/officeDocument/2006/relationships/image" Target="/ppt/media/image2.jpeg" Id="R6e0ac4d011c24cc3" /><Relationship Type="http://schemas.openxmlformats.org/officeDocument/2006/relationships/image" Target="/ppt/media/image2.png" Id="Ra9b89d1bc0c64203" /><Relationship Type="http://schemas.openxmlformats.org/officeDocument/2006/relationships/image" Target="/ppt/media/image16.png" Id="Rde8783476f424ae0" /><Relationship Type="http://schemas.openxmlformats.org/officeDocument/2006/relationships/image" Target="/ppt/media/image17.png" Id="Reda22f6b76cb4769" /><Relationship Type="http://schemas.openxmlformats.org/officeDocument/2006/relationships/notesSlide" Target="/ppt/notesSlides/notesSlide27.xml" Id="R99b72316b1284ad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0e629ce76de549ae" /><Relationship Type="http://schemas.openxmlformats.org/officeDocument/2006/relationships/image" Target="/ppt/media/image2.jpeg" Id="R4ed170bb76254dc9" /><Relationship Type="http://schemas.openxmlformats.org/officeDocument/2006/relationships/image" Target="/ppt/media/image2.png" Id="Rba55d3945cc2495a" /><Relationship Type="http://schemas.openxmlformats.org/officeDocument/2006/relationships/image" Target="/ppt/media/image4.png" Id="Rdf52ce8cbe754b16" /><Relationship Type="http://schemas.openxmlformats.org/officeDocument/2006/relationships/image" Target="/ppt/media/image18.png" Id="R529eb377e97448b1" /><Relationship Type="http://schemas.openxmlformats.org/officeDocument/2006/relationships/notesSlide" Target="/ppt/notesSlides/notesSlide28.xml" Id="R3767a0e3d8f54b4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4d7867b1a5b4405" /><Relationship Type="http://schemas.openxmlformats.org/officeDocument/2006/relationships/image" Target="/ppt/media/image2.jpeg" Id="R3aa81e9a6bc346ca" /><Relationship Type="http://schemas.openxmlformats.org/officeDocument/2006/relationships/image" Target="/ppt/media/image2.png" Id="Ra66e15e326de453d" /><Relationship Type="http://schemas.openxmlformats.org/officeDocument/2006/relationships/notesSlide" Target="/ppt/notesSlides/notesSlide29.xml" Id="R830166c823d5422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399f5b984915494e" /><Relationship Type="http://schemas.openxmlformats.org/officeDocument/2006/relationships/image" Target="/ppt/media/image2.jpeg" Id="Rd8fbaf8ffec1446e" /><Relationship Type="http://schemas.openxmlformats.org/officeDocument/2006/relationships/image" Target="/ppt/media/image2.png" Id="R2e08bbd2a3924f29" /><Relationship Type="http://schemas.openxmlformats.org/officeDocument/2006/relationships/notesSlide" Target="/ppt/notesSlides/notesSlide30.xml" Id="R908a7842d8d7443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f410a811b0ef4cca" /><Relationship Type="http://schemas.openxmlformats.org/officeDocument/2006/relationships/image" Target="/ppt/media/image2.jpeg" Id="R8b3ce9f54632423d" /><Relationship Type="http://schemas.openxmlformats.org/officeDocument/2006/relationships/image" Target="/ppt/media/image2.png" Id="R50e28bf7987f4280" /><Relationship Type="http://schemas.openxmlformats.org/officeDocument/2006/relationships/notesSlide" Target="/ppt/notesSlides/notesSlide31.xml" Id="Rafd1f328dd9f447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03c07b93e8ed478d" /><Relationship Type="http://schemas.openxmlformats.org/officeDocument/2006/relationships/image" Target="/ppt/media/image2.jpeg" Id="R2d6fdecc3bdd48cd" /><Relationship Type="http://schemas.openxmlformats.org/officeDocument/2006/relationships/image" Target="/ppt/media/image2.png" Id="Rf5e8c2da7cbd4560" /><Relationship Type="http://schemas.openxmlformats.org/officeDocument/2006/relationships/notesSlide" Target="/ppt/notesSlides/notesSlide32.xml" Id="R14daaf3e14684ce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d818181e166f46c2" /><Relationship Type="http://schemas.openxmlformats.org/officeDocument/2006/relationships/image" Target="/ppt/media/image2.jpeg" Id="R2ac22e5e84bc4058" /><Relationship Type="http://schemas.openxmlformats.org/officeDocument/2006/relationships/image" Target="/ppt/media/image2.png" Id="Ra5b3f691a5d24148" /><Relationship Type="http://schemas.openxmlformats.org/officeDocument/2006/relationships/notesSlide" Target="/ppt/notesSlides/notesSlide33.xml" Id="R80e98c9dda524a4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4fc996425cce4a06" /><Relationship Type="http://schemas.openxmlformats.org/officeDocument/2006/relationships/image" Target="/ppt/media/image2.jpeg" Id="Rea0cc5352b8f4501" /><Relationship Type="http://schemas.openxmlformats.org/officeDocument/2006/relationships/image" Target="/ppt/media/image2.png" Id="R667ed53db21548c1" /><Relationship Type="http://schemas.openxmlformats.org/officeDocument/2006/relationships/notesSlide" Target="/ppt/notesSlides/notesSlide34.xml" Id="Rb426f9c3403542c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ae276f02c4fc4ee2" /><Relationship Type="http://schemas.openxmlformats.org/officeDocument/2006/relationships/image" Target="/ppt/media/image2.jpeg" Id="R776b01cf8b734464" /><Relationship Type="http://schemas.openxmlformats.org/officeDocument/2006/relationships/image" Target="/ppt/media/image2.png" Id="Rc0d5c5c805bf4ca5" /><Relationship Type="http://schemas.openxmlformats.org/officeDocument/2006/relationships/notesSlide" Target="/ppt/notesSlides/notesSlide35.xml" Id="R7a29b11c60b24ba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755568972a35412e" /><Relationship Type="http://schemas.openxmlformats.org/officeDocument/2006/relationships/image" Target="/ppt/media/image2.jpeg" Id="R2e26b45ff3ec4448" /><Relationship Type="http://schemas.openxmlformats.org/officeDocument/2006/relationships/image" Target="/ppt/media/image2.png" Id="R49179f0b084f4086" /><Relationship Type="http://schemas.openxmlformats.org/officeDocument/2006/relationships/notesSlide" Target="/ppt/notesSlides/notesSlide36.xml" Id="R845b1cafa5204d8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139d52bf88504f49" /><Relationship Type="http://schemas.openxmlformats.org/officeDocument/2006/relationships/image" Target="/ppt/media/image2.jpeg" Id="R085421e509cf4914" /><Relationship Type="http://schemas.openxmlformats.org/officeDocument/2006/relationships/image" Target="/ppt/media/image2.png" Id="R6b1c11ffb2064177" /><Relationship Type="http://schemas.openxmlformats.org/officeDocument/2006/relationships/image" Target="/ppt/media/image19.png" Id="R10dcc674ce3442a6" /><Relationship Type="http://schemas.openxmlformats.org/officeDocument/2006/relationships/notesSlide" Target="/ppt/notesSlides/notesSlide37.xml" Id="Rb46ae5eee0d545e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2f3ef31222044453" /><Relationship Type="http://schemas.openxmlformats.org/officeDocument/2006/relationships/image" Target="/ppt/media/image2.jpeg" Id="Re93cc4d57c8d419f" /><Relationship Type="http://schemas.openxmlformats.org/officeDocument/2006/relationships/image" Target="/ppt/media/image.gif" Id="Rd970e57c9b5c42ac" /><Relationship Type="http://schemas.openxmlformats.org/officeDocument/2006/relationships/image" Target="/ppt/media/image2.png" Id="Rb4e0da339bf34d92" /><Relationship Type="http://schemas.openxmlformats.org/officeDocument/2006/relationships/notesSlide" Target="/ppt/notesSlides/notesSlide38.xml" Id="R516a514e09894c6a"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plotArea>
      <c:barChart>
        <c:barDir val="col"/>
        <c:grouping val="clustered"/>
        <c:varyColors val="1"/>
        <c:ser>
          <c:idx val="0"/>
          <c:order val="0"/>
          <c:tx>
            <c:v>AUC</c:v>
          </c:tx>
          <c:spPr>
            <a:solidFill xmlns:a="http://schemas.openxmlformats.org/drawingml/2006/main">
              <a:srgbClr val="1E3A5F"/>
            </a:solidFill>
          </c:spPr>
          <c:dPt>
            <c:idx val="0"/>
            <c:invertIfNegative val="0"/>
            <c:spPr>
              <a:solidFill xmlns:a="http://schemas.openxmlformats.org/drawingml/2006/main">
                <a:srgbClr val="1E3A5F"/>
              </a:solidFill>
            </c:spPr>
          </c:dPt>
          <c:dPt>
            <c:idx val="1"/>
            <c:invertIfNegative val="0"/>
            <c:spPr>
              <a:solidFill xmlns:a="http://schemas.openxmlformats.org/drawingml/2006/main">
                <a:srgbClr val="008A46"/>
              </a:solidFill>
            </c:spPr>
          </c:dPt>
          <c:cat>
            <c:strLit>
              <c:ptCount val="2"/>
              <c:pt idx="0">
                <c:v>Local models</c:v>
              </c:pt>
              <c:pt idx="1">
                <c:v>EXAM federated model</c:v>
              </c:pt>
            </c:strLit>
          </c:cat>
          <c:val>
            <c:numLit>
              <c:formatCode>0.000</c:formatCode>
              <c:ptCount val="2"/>
              <c:pt idx="0">
                <c:v>0.795</c:v>
              </c:pt>
              <c:pt idx="1">
                <c:v>0.92</c:v>
              </c:pt>
            </c:numLit>
          </c:val>
        </c:ser>
        <c:dLbls>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1afe2054ef07460e">
            <a:alphaModFix amt="25000"/>
          </a:blip>
          <a:srcRect xmlns:a="http://schemas.openxmlformats.org/drawingml/2006/main" l="0" t="0" r="0" b="0"/>
          <a:stretch xmlns:a="http://schemas.openxmlformats.org/drawingml/2006/main"/>
        </p:blipFill>
        <p:spPr>
          <a:xfrm xmlns:a="http://schemas.openxmlformats.org/drawingml/2006/main" flipH="0" flipV="0">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90"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a39fb4ccd65141bd">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fa9070411c304676"/>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7adfc5aeab604348"/>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6" name="toc-layout-cover">
            <a:extLst xmlns:a="http://schemas.openxmlformats.org/drawingml/2006/main">
              <a:ext uri="{FF2B5EF4-FFF2-40B4-BE49-F238E27FC236}">
                <a16:creationId xmlns:a16="http://schemas.microsoft.com/office/drawing/2014/main" id="{EB85D7A0-B89B-4FC5-AE09-E11CB4F7A0E2}"/>
              </a:ext>
            </a:extLst>
          </p:cNvPr>
          <p:cNvSpPr>
            <a:spLocks xmlns:a="http://schemas.openxmlformats.org/drawingml/2006/main" noGrp="1"/>
          </p:cNvSpPr>
          <p:nvPr/>
        </p:nvSpPr>
        <p:spPr>
          <a:xfrm xmlns:a="http://schemas.openxmlformats.org/drawingml/2006/main">
            <a:off x="381000" y="1143000"/>
            <a:ext cx="114300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7" name="toc-center-divider">
            <a:extLst xmlns:a="http://schemas.openxmlformats.org/drawingml/2006/main">
              <a:ext uri="{FF2B5EF4-FFF2-40B4-BE49-F238E27FC236}">
                <a16:creationId xmlns:a16="http://schemas.microsoft.com/office/drawing/2014/main" id="{8DB92A33-CCD2-422E-8493-D154849ECFDC}"/>
              </a:ext>
            </a:extLst>
          </p:cNvPr>
          <p:cNvSpPr>
            <a:spLocks xmlns:a="http://schemas.openxmlformats.org/drawingml/2006/main" noGrp="1"/>
          </p:cNvSpPr>
          <p:nvPr/>
        </p:nvSpPr>
        <p:spPr>
          <a:xfrm xmlns:a="http://schemas.openxmlformats.org/drawingml/2006/main">
            <a:off x="6076950" y="1428750"/>
            <a:ext cx="19050" cy="4476750"/>
          </a:xfrm>
          <a:prstGeom xmlns:a="http://schemas.openxmlformats.org/drawingml/2006/main" prst="rect">
            <a:avLst/>
          </a:prstGeom>
          <a:solidFill xmlns:a="http://schemas.openxmlformats.org/drawingml/2006/main">
            <a:srgbClr val="DDE8E1"/>
          </a:solidFill>
          <a:ln xmlns:a="http://schemas.openxmlformats.org/drawingml/2006/main" w="0">
            <a:noFill/>
          </a:ln>
        </p:spPr>
      </p:sp>
      <p:sp>
        <p:nvSpPr>
          <p:cNvPr id="18" name="toc-center-divider-accent">
            <a:extLst xmlns:a="http://schemas.openxmlformats.org/drawingml/2006/main">
              <a:ext uri="{FF2B5EF4-FFF2-40B4-BE49-F238E27FC236}">
                <a16:creationId xmlns:a16="http://schemas.microsoft.com/office/drawing/2014/main" id="{B7AE5AE8-CF65-4B0B-B076-13FF885AA7DA}"/>
              </a:ext>
            </a:extLst>
          </p:cNvPr>
          <p:cNvSpPr>
            <a:spLocks xmlns:a="http://schemas.openxmlformats.org/drawingml/2006/main" noGrp="1"/>
          </p:cNvSpPr>
          <p:nvPr/>
        </p:nvSpPr>
        <p:spPr>
          <a:xfrm xmlns:a="http://schemas.openxmlformats.org/drawingml/2006/main">
            <a:off x="6076950" y="2190750"/>
            <a:ext cx="19050" cy="290512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19" name="toc-introduction-marker">
            <a:extLst xmlns:a="http://schemas.openxmlformats.org/drawingml/2006/main">
              <a:ext uri="{FF2B5EF4-FFF2-40B4-BE49-F238E27FC236}">
                <a16:creationId xmlns:a16="http://schemas.microsoft.com/office/drawing/2014/main" id="{20AFD810-0237-4509-A6EB-39DDD85DE7C5}"/>
              </a:ext>
            </a:extLst>
          </p:cNvPr>
          <p:cNvSpPr>
            <a:spLocks xmlns:a="http://schemas.openxmlformats.org/drawingml/2006/main" noGrp="1"/>
          </p:cNvSpPr>
          <p:nvPr/>
        </p:nvSpPr>
        <p:spPr>
          <a:xfrm xmlns:a="http://schemas.openxmlformats.org/drawingml/2006/main">
            <a:off x="781050"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0" name="toc-introduction-title">
            <a:extLst xmlns:a="http://schemas.openxmlformats.org/drawingml/2006/main">
              <a:ext uri="{FF2B5EF4-FFF2-40B4-BE49-F238E27FC236}">
                <a16:creationId xmlns:a16="http://schemas.microsoft.com/office/drawing/2014/main" id="{C6A1879B-2B24-461C-9404-8457990A0544}"/>
              </a:ext>
            </a:extLst>
          </p:cNvPr>
          <p:cNvSpPr>
            <a:spLocks xmlns:a="http://schemas.openxmlformats.org/drawingml/2006/main" noGrp="1"/>
          </p:cNvSpPr>
          <p:nvPr/>
        </p:nvSpPr>
        <p:spPr>
          <a:xfrm xmlns:a="http://schemas.openxmlformats.org/drawingml/2006/main">
            <a:off x="1047750"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306"/>
          </a:bodyPr>
          <a:lstStyle xmlns:a="http://schemas.openxmlformats.org/drawingml/2006/main"/>
          <a:p xmlns:a="http://schemas.openxmlformats.org/drawingml/2006/main">
            <a:pPr>
              <a:defRPr sz="1800" b="1">
                <a:solidFill>
                  <a:srgbClr val="111111"/>
                </a:solidFill>
                <a:latin typeface="Arial"/>
                <a:ea typeface="Arial"/>
                <a:cs typeface="Arial"/>
              </a:defRPr>
            </a:pPr>
            <a:r>
              <a:rPr sz="1800" b="1">
                <a:solidFill>
                  <a:srgbClr val="111111"/>
                </a:solidFill>
                <a:latin typeface="Arial"/>
                <a:ea typeface="Arial"/>
                <a:cs typeface="Arial"/>
              </a:rPr>
              <a:t>Introduction</a:t>
            </a:r>
          </a:p>
        </p:txBody>
      </p:sp>
      <p:sp>
        <p:nvSpPr>
          <p:cNvPr id="21" name="toc-introduction-chevron-1">
            <a:extLst xmlns:a="http://schemas.openxmlformats.org/drawingml/2006/main">
              <a:ext uri="{FF2B5EF4-FFF2-40B4-BE49-F238E27FC236}">
                <a16:creationId xmlns:a16="http://schemas.microsoft.com/office/drawing/2014/main" id="{ED46F73D-DEEE-4AD4-8C83-7A6B27775D16}"/>
              </a:ext>
            </a:extLst>
          </p:cNvPr>
          <p:cNvSpPr>
            <a:spLocks xmlns:a="http://schemas.openxmlformats.org/drawingml/2006/main" noGrp="1"/>
          </p:cNvSpPr>
          <p:nvPr/>
        </p:nvSpPr>
        <p:spPr>
          <a:xfrm xmlns:a="http://schemas.openxmlformats.org/drawingml/2006/main">
            <a:off x="1181100"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2970"/>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2" name="toc-introduction-item-1">
            <a:extLst xmlns:a="http://schemas.openxmlformats.org/drawingml/2006/main">
              <a:ext uri="{FF2B5EF4-FFF2-40B4-BE49-F238E27FC236}">
                <a16:creationId xmlns:a16="http://schemas.microsoft.com/office/drawing/2014/main" id="{5B518010-3BC3-43DB-B63D-A1BB68F41DA9}"/>
              </a:ext>
            </a:extLst>
          </p:cNvPr>
          <p:cNvSpPr>
            <a:spLocks xmlns:a="http://schemas.openxmlformats.org/drawingml/2006/main" noGrp="1"/>
          </p:cNvSpPr>
          <p:nvPr/>
        </p:nvSpPr>
        <p:spPr>
          <a:xfrm xmlns:a="http://schemas.openxmlformats.org/drawingml/2006/main">
            <a:off x="1466850"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a:bodyPr>
          <a:lstStyle xmlns:a="http://schemas.openxmlformats.org/drawingml/2006/main"/>
          <a:p xmlns:a="http://schemas.openxmlformats.org/drawingml/2006/main">
            <a:pPr>
              <a:defRPr sz="1275">
                <a:solidFill>
                  <a:srgbClr val="163F7A"/>
                </a:solidFill>
                <a:latin typeface="Arial"/>
                <a:ea typeface="Arial"/>
                <a:cs typeface="Arial"/>
              </a:defRPr>
            </a:pPr>
            <a:r>
              <a:rPr sz="1275">
                <a:solidFill>
                  <a:srgbClr val="163F7A"/>
                </a:solidFill>
                <a:latin typeface="Arial"/>
                <a:ea typeface="Arial"/>
                <a:cs typeface="Arial"/>
              </a:rPr>
              <a:t>Background and motivation</a:t>
            </a:r>
          </a:p>
        </p:txBody>
      </p:sp>
      <p:sp>
        <p:nvSpPr>
          <p:cNvPr id="23" name="toc-introduction-chevron-2">
            <a:extLst xmlns:a="http://schemas.openxmlformats.org/drawingml/2006/main">
              <a:ext uri="{FF2B5EF4-FFF2-40B4-BE49-F238E27FC236}">
                <a16:creationId xmlns:a16="http://schemas.microsoft.com/office/drawing/2014/main" id="{CDD3684C-4BC1-4792-B7ED-E18200CF7B2A}"/>
              </a:ext>
            </a:extLst>
          </p:cNvPr>
          <p:cNvSpPr>
            <a:spLocks xmlns:a="http://schemas.openxmlformats.org/drawingml/2006/main" noGrp="1"/>
          </p:cNvSpPr>
          <p:nvPr/>
        </p:nvSpPr>
        <p:spPr>
          <a:xfrm xmlns:a="http://schemas.openxmlformats.org/drawingml/2006/main">
            <a:off x="1181100"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2970"/>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4" name="toc-introduction-item-2">
            <a:extLst xmlns:a="http://schemas.openxmlformats.org/drawingml/2006/main">
              <a:ext uri="{FF2B5EF4-FFF2-40B4-BE49-F238E27FC236}">
                <a16:creationId xmlns:a16="http://schemas.microsoft.com/office/drawing/2014/main" id="{CBC16602-1DCD-4A1A-AC3A-726BDBAD88BF}"/>
              </a:ext>
            </a:extLst>
          </p:cNvPr>
          <p:cNvSpPr>
            <a:spLocks xmlns:a="http://schemas.openxmlformats.org/drawingml/2006/main" noGrp="1"/>
          </p:cNvSpPr>
          <p:nvPr/>
        </p:nvSpPr>
        <p:spPr>
          <a:xfrm xmlns:a="http://schemas.openxmlformats.org/drawingml/2006/main">
            <a:off x="1466850"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a:bodyPr>
          <a:lstStyle xmlns:a="http://schemas.openxmlformats.org/drawingml/2006/main"/>
          <a:p xmlns:a="http://schemas.openxmlformats.org/drawingml/2006/main">
            <a:pPr>
              <a:defRPr sz="1275">
                <a:solidFill>
                  <a:srgbClr val="163F7A"/>
                </a:solidFill>
                <a:latin typeface="Arial"/>
                <a:ea typeface="Arial"/>
                <a:cs typeface="Arial"/>
              </a:defRPr>
            </a:pPr>
            <a:r>
              <a:rPr sz="1275">
                <a:solidFill>
                  <a:srgbClr val="163F7A"/>
                </a:solidFill>
                <a:latin typeface="Arial"/>
                <a:ea typeface="Arial"/>
                <a:cs typeface="Arial"/>
              </a:rPr>
              <a:t>Problem statement</a:t>
            </a:r>
          </a:p>
        </p:txBody>
      </p:sp>
      <p:sp>
        <p:nvSpPr>
          <p:cNvPr id="25" name="toc-introduction-chevron-3">
            <a:extLst xmlns:a="http://schemas.openxmlformats.org/drawingml/2006/main">
              <a:ext uri="{FF2B5EF4-FFF2-40B4-BE49-F238E27FC236}">
                <a16:creationId xmlns:a16="http://schemas.microsoft.com/office/drawing/2014/main" id="{590FA40F-1F68-46F6-B7AF-2CC09442BC4C}"/>
              </a:ext>
            </a:extLst>
          </p:cNvPr>
          <p:cNvSpPr>
            <a:spLocks xmlns:a="http://schemas.openxmlformats.org/drawingml/2006/main" noGrp="1"/>
          </p:cNvSpPr>
          <p:nvPr/>
        </p:nvSpPr>
        <p:spPr>
          <a:xfrm xmlns:a="http://schemas.openxmlformats.org/drawingml/2006/main">
            <a:off x="1181100"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2970"/>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6" name="toc-introduction-item-3">
            <a:extLst xmlns:a="http://schemas.openxmlformats.org/drawingml/2006/main">
              <a:ext uri="{FF2B5EF4-FFF2-40B4-BE49-F238E27FC236}">
                <a16:creationId xmlns:a16="http://schemas.microsoft.com/office/drawing/2014/main" id="{299ED237-5381-4798-9870-64C2CFB74A21}"/>
              </a:ext>
            </a:extLst>
          </p:cNvPr>
          <p:cNvSpPr>
            <a:spLocks xmlns:a="http://schemas.openxmlformats.org/drawingml/2006/main" noGrp="1"/>
          </p:cNvSpPr>
          <p:nvPr/>
        </p:nvSpPr>
        <p:spPr>
          <a:xfrm xmlns:a="http://schemas.openxmlformats.org/drawingml/2006/main">
            <a:off x="1466850"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a:bodyPr>
          <a:lstStyle xmlns:a="http://schemas.openxmlformats.org/drawingml/2006/main"/>
          <a:p xmlns:a="http://schemas.openxmlformats.org/drawingml/2006/main">
            <a:pPr>
              <a:defRPr sz="1275">
                <a:solidFill>
                  <a:srgbClr val="163F7A"/>
                </a:solidFill>
                <a:latin typeface="Arial"/>
                <a:ea typeface="Arial"/>
                <a:cs typeface="Arial"/>
              </a:defRPr>
            </a:pPr>
            <a:r>
              <a:rPr sz="1275">
                <a:solidFill>
                  <a:srgbClr val="163F7A"/>
                </a:solidFill>
                <a:latin typeface="Arial"/>
                <a:ea typeface="Arial"/>
                <a:cs typeface="Arial"/>
              </a:rPr>
              <a:t>Research questions and objectives</a:t>
            </a:r>
          </a:p>
        </p:txBody>
      </p:sp>
      <p:sp>
        <p:nvSpPr>
          <p:cNvPr id="27" name="toc-literature-marker">
            <a:extLst xmlns:a="http://schemas.openxmlformats.org/drawingml/2006/main">
              <a:ext uri="{FF2B5EF4-FFF2-40B4-BE49-F238E27FC236}">
                <a16:creationId xmlns:a16="http://schemas.microsoft.com/office/drawing/2014/main" id="{B4EDC459-3AC7-4E59-8671-97041EC83181}"/>
              </a:ext>
            </a:extLst>
          </p:cNvPr>
          <p:cNvSpPr>
            <a:spLocks xmlns:a="http://schemas.openxmlformats.org/drawingml/2006/main" noGrp="1"/>
          </p:cNvSpPr>
          <p:nvPr/>
        </p:nvSpPr>
        <p:spPr>
          <a:xfrm xmlns:a="http://schemas.openxmlformats.org/drawingml/2006/main">
            <a:off x="781050"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8" name="toc-literature-title">
            <a:extLst xmlns:a="http://schemas.openxmlformats.org/drawingml/2006/main">
              <a:ext uri="{FF2B5EF4-FFF2-40B4-BE49-F238E27FC236}">
                <a16:creationId xmlns:a16="http://schemas.microsoft.com/office/drawing/2014/main" id="{E7394B6E-47C3-4AF2-90B0-522DAB160513}"/>
              </a:ext>
            </a:extLst>
          </p:cNvPr>
          <p:cNvSpPr>
            <a:spLocks xmlns:a="http://schemas.openxmlformats.org/drawingml/2006/main" noGrp="1"/>
          </p:cNvSpPr>
          <p:nvPr/>
        </p:nvSpPr>
        <p:spPr>
          <a:xfrm xmlns:a="http://schemas.openxmlformats.org/drawingml/2006/main">
            <a:off x="1047750"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306"/>
          </a:bodyPr>
          <a:lstStyle xmlns:a="http://schemas.openxmlformats.org/drawingml/2006/main"/>
          <a:p xmlns:a="http://schemas.openxmlformats.org/drawingml/2006/main">
            <a:pPr>
              <a:defRPr sz="1800" b="1">
                <a:solidFill>
                  <a:srgbClr val="111111"/>
                </a:solidFill>
                <a:latin typeface="Arial"/>
                <a:ea typeface="Arial"/>
                <a:cs typeface="Arial"/>
              </a:defRPr>
            </a:pPr>
            <a:r>
              <a:rPr sz="1800" b="1">
                <a:solidFill>
                  <a:srgbClr val="111111"/>
                </a:solidFill>
                <a:latin typeface="Arial"/>
                <a:ea typeface="Arial"/>
                <a:cs typeface="Arial"/>
              </a:rPr>
              <a:t>Literature Review</a:t>
            </a:r>
          </a:p>
        </p:txBody>
      </p:sp>
      <p:sp>
        <p:nvSpPr>
          <p:cNvPr id="29" name="toc-literature-chevron-1">
            <a:extLst xmlns:a="http://schemas.openxmlformats.org/drawingml/2006/main">
              <a:ext uri="{FF2B5EF4-FFF2-40B4-BE49-F238E27FC236}">
                <a16:creationId xmlns:a16="http://schemas.microsoft.com/office/drawing/2014/main" id="{E4C5ABD3-54F1-4BC4-B308-386E8F69A498}"/>
              </a:ext>
            </a:extLst>
          </p:cNvPr>
          <p:cNvSpPr>
            <a:spLocks xmlns:a="http://schemas.openxmlformats.org/drawingml/2006/main" noGrp="1"/>
          </p:cNvSpPr>
          <p:nvPr/>
        </p:nvSpPr>
        <p:spPr>
          <a:xfrm xmlns:a="http://schemas.openxmlformats.org/drawingml/2006/main">
            <a:off x="1181100" y="310515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2970"/>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0" name="toc-literature-item-1">
            <a:extLst xmlns:a="http://schemas.openxmlformats.org/drawingml/2006/main">
              <a:ext uri="{FF2B5EF4-FFF2-40B4-BE49-F238E27FC236}">
                <a16:creationId xmlns:a16="http://schemas.microsoft.com/office/drawing/2014/main" id="{896A1579-0C62-4F0D-955B-2B7F7F9C5DA3}"/>
              </a:ext>
            </a:extLst>
          </p:cNvPr>
          <p:cNvSpPr>
            <a:spLocks xmlns:a="http://schemas.openxmlformats.org/drawingml/2006/main" noGrp="1"/>
          </p:cNvSpPr>
          <p:nvPr/>
        </p:nvSpPr>
        <p:spPr>
          <a:xfrm xmlns:a="http://schemas.openxmlformats.org/drawingml/2006/main">
            <a:off x="1466850" y="310515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a:bodyPr>
          <a:lstStyle xmlns:a="http://schemas.openxmlformats.org/drawingml/2006/main"/>
          <a:p xmlns:a="http://schemas.openxmlformats.org/drawingml/2006/main">
            <a:pPr>
              <a:defRPr sz="1275">
                <a:solidFill>
                  <a:srgbClr val="163F7A"/>
                </a:solidFill>
                <a:latin typeface="Arial"/>
                <a:ea typeface="Arial"/>
                <a:cs typeface="Arial"/>
              </a:defRPr>
            </a:pPr>
            <a:r>
              <a:rPr sz="1275">
                <a:solidFill>
                  <a:srgbClr val="163F7A"/>
                </a:solidFill>
                <a:latin typeface="Arial"/>
                <a:ea typeface="Arial"/>
                <a:cs typeface="Arial"/>
              </a:rPr>
              <a:t>Related studies</a:t>
            </a:r>
          </a:p>
        </p:txBody>
      </p:sp>
      <p:sp>
        <p:nvSpPr>
          <p:cNvPr id="31" name="toc-literature-chevron-2">
            <a:extLst xmlns:a="http://schemas.openxmlformats.org/drawingml/2006/main">
              <a:ext uri="{FF2B5EF4-FFF2-40B4-BE49-F238E27FC236}">
                <a16:creationId xmlns:a16="http://schemas.microsoft.com/office/drawing/2014/main" id="{41B4E2B3-6349-45F6-AF64-EDE8B9C36B3A}"/>
              </a:ext>
            </a:extLst>
          </p:cNvPr>
          <p:cNvSpPr>
            <a:spLocks xmlns:a="http://schemas.openxmlformats.org/drawingml/2006/main" noGrp="1"/>
          </p:cNvSpPr>
          <p:nvPr/>
        </p:nvSpPr>
        <p:spPr>
          <a:xfrm xmlns:a="http://schemas.openxmlformats.org/drawingml/2006/main">
            <a:off x="1181100" y="33623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2970"/>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2" name="toc-literature-item-2">
            <a:extLst xmlns:a="http://schemas.openxmlformats.org/drawingml/2006/main">
              <a:ext uri="{FF2B5EF4-FFF2-40B4-BE49-F238E27FC236}">
                <a16:creationId xmlns:a16="http://schemas.microsoft.com/office/drawing/2014/main" id="{73660351-7D0D-4CBF-BA91-51537F803DD0}"/>
              </a:ext>
            </a:extLst>
          </p:cNvPr>
          <p:cNvSpPr>
            <a:spLocks xmlns:a="http://schemas.openxmlformats.org/drawingml/2006/main" noGrp="1"/>
          </p:cNvSpPr>
          <p:nvPr/>
        </p:nvSpPr>
        <p:spPr>
          <a:xfrm xmlns:a="http://schemas.openxmlformats.org/drawingml/2006/main">
            <a:off x="1466850" y="33623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a:bodyPr>
          <a:lstStyle xmlns:a="http://schemas.openxmlformats.org/drawingml/2006/main"/>
          <a:p xmlns:a="http://schemas.openxmlformats.org/drawingml/2006/main">
            <a:pPr>
              <a:defRPr sz="1275">
                <a:solidFill>
                  <a:srgbClr val="163F7A"/>
                </a:solidFill>
                <a:latin typeface="Arial"/>
                <a:ea typeface="Arial"/>
                <a:cs typeface="Arial"/>
              </a:defRPr>
            </a:pPr>
            <a:r>
              <a:rPr sz="1275">
                <a:solidFill>
                  <a:srgbClr val="163F7A"/>
                </a:solidFill>
                <a:latin typeface="Arial"/>
                <a:ea typeface="Arial"/>
                <a:cs typeface="Arial"/>
              </a:rPr>
              <a:t>Comparative analysis and research gap</a:t>
            </a:r>
          </a:p>
        </p:txBody>
      </p:sp>
      <p:sp>
        <p:nvSpPr>
          <p:cNvPr id="33" name="toc-framework-marker">
            <a:extLst xmlns:a="http://schemas.openxmlformats.org/drawingml/2006/main">
              <a:ext uri="{FF2B5EF4-FFF2-40B4-BE49-F238E27FC236}">
                <a16:creationId xmlns:a16="http://schemas.microsoft.com/office/drawing/2014/main" id="{9E45591D-DBA9-4DFF-B49C-96CED4E389A3}"/>
              </a:ext>
            </a:extLst>
          </p:cNvPr>
          <p:cNvSpPr>
            <a:spLocks xmlns:a="http://schemas.openxmlformats.org/drawingml/2006/main" noGrp="1"/>
          </p:cNvSpPr>
          <p:nvPr/>
        </p:nvSpPr>
        <p:spPr>
          <a:xfrm xmlns:a="http://schemas.openxmlformats.org/drawingml/2006/main">
            <a:off x="781050" y="39243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34" name="toc-framework-title">
            <a:extLst xmlns:a="http://schemas.openxmlformats.org/drawingml/2006/main">
              <a:ext uri="{FF2B5EF4-FFF2-40B4-BE49-F238E27FC236}">
                <a16:creationId xmlns:a16="http://schemas.microsoft.com/office/drawing/2014/main" id="{C0CF9239-0025-45BA-8295-AB7670CE8FF0}"/>
              </a:ext>
            </a:extLst>
          </p:cNvPr>
          <p:cNvSpPr>
            <a:spLocks xmlns:a="http://schemas.openxmlformats.org/drawingml/2006/main" noGrp="1"/>
          </p:cNvSpPr>
          <p:nvPr/>
        </p:nvSpPr>
        <p:spPr>
          <a:xfrm xmlns:a="http://schemas.openxmlformats.org/drawingml/2006/main">
            <a:off x="1047750" y="38576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306"/>
          </a:bodyPr>
          <a:lstStyle xmlns:a="http://schemas.openxmlformats.org/drawingml/2006/main"/>
          <a:p xmlns:a="http://schemas.openxmlformats.org/drawingml/2006/main">
            <a:pPr>
              <a:defRPr sz="1800" b="1">
                <a:solidFill>
                  <a:srgbClr val="111111"/>
                </a:solidFill>
                <a:latin typeface="Arial"/>
                <a:ea typeface="Arial"/>
                <a:cs typeface="Arial"/>
              </a:defRPr>
            </a:pPr>
            <a:r>
              <a:rPr sz="1800" b="1">
                <a:solidFill>
                  <a:srgbClr val="111111"/>
                </a:solidFill>
                <a:latin typeface="Arial"/>
                <a:ea typeface="Arial"/>
                <a:cs typeface="Arial"/>
              </a:rPr>
              <a:t>Conceptual Framework</a:t>
            </a:r>
          </a:p>
        </p:txBody>
      </p:sp>
      <p:sp>
        <p:nvSpPr>
          <p:cNvPr id="35" name="toc-framework-chevron-1">
            <a:extLst xmlns:a="http://schemas.openxmlformats.org/drawingml/2006/main">
              <a:ext uri="{FF2B5EF4-FFF2-40B4-BE49-F238E27FC236}">
                <a16:creationId xmlns:a16="http://schemas.microsoft.com/office/drawing/2014/main" id="{D0FFF833-C244-4FFB-BDB4-FC5B51B2B08C}"/>
              </a:ext>
            </a:extLst>
          </p:cNvPr>
          <p:cNvSpPr>
            <a:spLocks xmlns:a="http://schemas.openxmlformats.org/drawingml/2006/main" noGrp="1"/>
          </p:cNvSpPr>
          <p:nvPr/>
        </p:nvSpPr>
        <p:spPr>
          <a:xfrm xmlns:a="http://schemas.openxmlformats.org/drawingml/2006/main">
            <a:off x="1181100" y="42005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2970"/>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6" name="toc-framework-item-1">
            <a:extLst xmlns:a="http://schemas.openxmlformats.org/drawingml/2006/main">
              <a:ext uri="{FF2B5EF4-FFF2-40B4-BE49-F238E27FC236}">
                <a16:creationId xmlns:a16="http://schemas.microsoft.com/office/drawing/2014/main" id="{9D73A5DB-6464-41A2-ABB6-869DC835F3DE}"/>
              </a:ext>
            </a:extLst>
          </p:cNvPr>
          <p:cNvSpPr>
            <a:spLocks xmlns:a="http://schemas.openxmlformats.org/drawingml/2006/main" noGrp="1"/>
          </p:cNvSpPr>
          <p:nvPr/>
        </p:nvSpPr>
        <p:spPr>
          <a:xfrm xmlns:a="http://schemas.openxmlformats.org/drawingml/2006/main">
            <a:off x="1466850" y="42005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a:bodyPr>
          <a:lstStyle xmlns:a="http://schemas.openxmlformats.org/drawingml/2006/main"/>
          <a:p xmlns:a="http://schemas.openxmlformats.org/drawingml/2006/main">
            <a:pPr>
              <a:defRPr sz="1275">
                <a:solidFill>
                  <a:srgbClr val="163F7A"/>
                </a:solidFill>
                <a:latin typeface="Arial"/>
                <a:ea typeface="Arial"/>
                <a:cs typeface="Arial"/>
              </a:defRPr>
            </a:pPr>
            <a:r>
              <a:rPr sz="1275">
                <a:solidFill>
                  <a:srgbClr val="163F7A"/>
                </a:solidFill>
                <a:latin typeface="Arial"/>
                <a:ea typeface="Arial"/>
                <a:cs typeface="Arial"/>
              </a:rPr>
              <a:t>Security goals and system components</a:t>
            </a:r>
          </a:p>
        </p:txBody>
      </p:sp>
      <p:sp>
        <p:nvSpPr>
          <p:cNvPr id="37" name="toc-framework-chevron-2">
            <a:extLst xmlns:a="http://schemas.openxmlformats.org/drawingml/2006/main">
              <a:ext uri="{FF2B5EF4-FFF2-40B4-BE49-F238E27FC236}">
                <a16:creationId xmlns:a16="http://schemas.microsoft.com/office/drawing/2014/main" id="{5BB24590-6216-4280-98FE-C18B441BC7F4}"/>
              </a:ext>
            </a:extLst>
          </p:cNvPr>
          <p:cNvSpPr>
            <a:spLocks xmlns:a="http://schemas.openxmlformats.org/drawingml/2006/main" noGrp="1"/>
          </p:cNvSpPr>
          <p:nvPr/>
        </p:nvSpPr>
        <p:spPr>
          <a:xfrm xmlns:a="http://schemas.openxmlformats.org/drawingml/2006/main">
            <a:off x="1181100" y="44577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2970"/>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8" name="toc-framework-item-2">
            <a:extLst xmlns:a="http://schemas.openxmlformats.org/drawingml/2006/main">
              <a:ext uri="{FF2B5EF4-FFF2-40B4-BE49-F238E27FC236}">
                <a16:creationId xmlns:a16="http://schemas.microsoft.com/office/drawing/2014/main" id="{F3066673-B4A1-4684-8DBC-4C576160F543}"/>
              </a:ext>
            </a:extLst>
          </p:cNvPr>
          <p:cNvSpPr>
            <a:spLocks xmlns:a="http://schemas.openxmlformats.org/drawingml/2006/main" noGrp="1"/>
          </p:cNvSpPr>
          <p:nvPr/>
        </p:nvSpPr>
        <p:spPr>
          <a:xfrm xmlns:a="http://schemas.openxmlformats.org/drawingml/2006/main">
            <a:off x="1466850" y="44577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a:bodyPr>
          <a:lstStyle xmlns:a="http://schemas.openxmlformats.org/drawingml/2006/main"/>
          <a:p xmlns:a="http://schemas.openxmlformats.org/drawingml/2006/main">
            <a:pPr>
              <a:defRPr sz="1275">
                <a:solidFill>
                  <a:srgbClr val="163F7A"/>
                </a:solidFill>
                <a:latin typeface="Arial"/>
                <a:ea typeface="Arial"/>
                <a:cs typeface="Arial"/>
              </a:defRPr>
            </a:pPr>
            <a:r>
              <a:rPr sz="1275">
                <a:solidFill>
                  <a:srgbClr val="163F7A"/>
                </a:solidFill>
                <a:latin typeface="Arial"/>
                <a:ea typeface="Arial"/>
                <a:cs typeface="Arial"/>
              </a:rPr>
              <a:t>Threat model and trust assumptions</a:t>
            </a:r>
          </a:p>
        </p:txBody>
      </p:sp>
      <p:sp>
        <p:nvSpPr>
          <p:cNvPr id="39" name="toc-methodology-marker">
            <a:extLst xmlns:a="http://schemas.openxmlformats.org/drawingml/2006/main">
              <a:ext uri="{FF2B5EF4-FFF2-40B4-BE49-F238E27FC236}">
                <a16:creationId xmlns:a16="http://schemas.microsoft.com/office/drawing/2014/main" id="{C4BCB746-101E-49D2-8084-E8C997B2C69F}"/>
              </a:ext>
            </a:extLst>
          </p:cNvPr>
          <p:cNvSpPr>
            <a:spLocks xmlns:a="http://schemas.openxmlformats.org/drawingml/2006/main" noGrp="1"/>
          </p:cNvSpPr>
          <p:nvPr/>
        </p:nvSpPr>
        <p:spPr>
          <a:xfrm xmlns:a="http://schemas.openxmlformats.org/drawingml/2006/main">
            <a:off x="6524625"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0" name="toc-methodology-title">
            <a:extLst xmlns:a="http://schemas.openxmlformats.org/drawingml/2006/main">
              <a:ext uri="{FF2B5EF4-FFF2-40B4-BE49-F238E27FC236}">
                <a16:creationId xmlns:a16="http://schemas.microsoft.com/office/drawing/2014/main" id="{EC150210-A53B-4565-8800-36B55907378A}"/>
              </a:ext>
            </a:extLst>
          </p:cNvPr>
          <p:cNvSpPr>
            <a:spLocks xmlns:a="http://schemas.openxmlformats.org/drawingml/2006/main" noGrp="1"/>
          </p:cNvSpPr>
          <p:nvPr/>
        </p:nvSpPr>
        <p:spPr>
          <a:xfrm xmlns:a="http://schemas.openxmlformats.org/drawingml/2006/main">
            <a:off x="6791325"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306"/>
          </a:bodyPr>
          <a:lstStyle xmlns:a="http://schemas.openxmlformats.org/drawingml/2006/main"/>
          <a:p xmlns:a="http://schemas.openxmlformats.org/drawingml/2006/main">
            <a:pPr>
              <a:defRPr sz="1800" b="1">
                <a:solidFill>
                  <a:srgbClr val="111111"/>
                </a:solidFill>
                <a:latin typeface="Arial"/>
                <a:ea typeface="Arial"/>
                <a:cs typeface="Arial"/>
              </a:defRPr>
            </a:pPr>
            <a:r>
              <a:rPr sz="1800" b="1">
                <a:solidFill>
                  <a:srgbClr val="111111"/>
                </a:solidFill>
                <a:latin typeface="Arial"/>
                <a:ea typeface="Arial"/>
                <a:cs typeface="Arial"/>
              </a:rPr>
              <a:t>Proposed Methodology</a:t>
            </a:r>
          </a:p>
        </p:txBody>
      </p:sp>
      <p:sp>
        <p:nvSpPr>
          <p:cNvPr id="41" name="toc-methodology-chevron-1">
            <a:extLst xmlns:a="http://schemas.openxmlformats.org/drawingml/2006/main">
              <a:ext uri="{FF2B5EF4-FFF2-40B4-BE49-F238E27FC236}">
                <a16:creationId xmlns:a16="http://schemas.microsoft.com/office/drawing/2014/main" id="{898D85A8-87C8-4B49-8783-4EE9E608ED37}"/>
              </a:ext>
            </a:extLst>
          </p:cNvPr>
          <p:cNvSpPr>
            <a:spLocks xmlns:a="http://schemas.openxmlformats.org/drawingml/2006/main" noGrp="1"/>
          </p:cNvSpPr>
          <p:nvPr/>
        </p:nvSpPr>
        <p:spPr>
          <a:xfrm xmlns:a="http://schemas.openxmlformats.org/drawingml/2006/main">
            <a:off x="6924675"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2970"/>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2" name="toc-methodology-item-1">
            <a:extLst xmlns:a="http://schemas.openxmlformats.org/drawingml/2006/main">
              <a:ext uri="{FF2B5EF4-FFF2-40B4-BE49-F238E27FC236}">
                <a16:creationId xmlns:a16="http://schemas.microsoft.com/office/drawing/2014/main" id="{A4CFF20D-157F-454F-B635-EECE68EEF869}"/>
              </a:ext>
            </a:extLst>
          </p:cNvPr>
          <p:cNvSpPr>
            <a:spLocks xmlns:a="http://schemas.openxmlformats.org/drawingml/2006/main" noGrp="1"/>
          </p:cNvSpPr>
          <p:nvPr/>
        </p:nvSpPr>
        <p:spPr>
          <a:xfrm xmlns:a="http://schemas.openxmlformats.org/drawingml/2006/main">
            <a:off x="7210425"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a:bodyPr>
          <a:lstStyle xmlns:a="http://schemas.openxmlformats.org/drawingml/2006/main"/>
          <a:p xmlns:a="http://schemas.openxmlformats.org/drawingml/2006/main">
            <a:pPr>
              <a:defRPr sz="1275">
                <a:solidFill>
                  <a:srgbClr val="163F7A"/>
                </a:solidFill>
                <a:latin typeface="Arial"/>
                <a:ea typeface="Arial"/>
                <a:cs typeface="Arial"/>
              </a:defRPr>
            </a:pPr>
            <a:r>
              <a:rPr sz="1275">
                <a:solidFill>
                  <a:srgbClr val="163F7A"/>
                </a:solidFill>
                <a:latin typeface="Arial"/>
                <a:ea typeface="Arial"/>
                <a:cs typeface="Arial"/>
              </a:rPr>
              <a:t>System architecture</a:t>
            </a:r>
          </a:p>
        </p:txBody>
      </p:sp>
      <p:sp>
        <p:nvSpPr>
          <p:cNvPr id="43" name="toc-methodology-chevron-2">
            <a:extLst xmlns:a="http://schemas.openxmlformats.org/drawingml/2006/main">
              <a:ext uri="{FF2B5EF4-FFF2-40B4-BE49-F238E27FC236}">
                <a16:creationId xmlns:a16="http://schemas.microsoft.com/office/drawing/2014/main" id="{F61EACBB-1BD7-4BA3-A3C2-0179FCD97A8A}"/>
              </a:ext>
            </a:extLst>
          </p:cNvPr>
          <p:cNvSpPr>
            <a:spLocks xmlns:a="http://schemas.openxmlformats.org/drawingml/2006/main" noGrp="1"/>
          </p:cNvSpPr>
          <p:nvPr/>
        </p:nvSpPr>
        <p:spPr>
          <a:xfrm xmlns:a="http://schemas.openxmlformats.org/drawingml/2006/main">
            <a:off x="6924675"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2970"/>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4" name="toc-methodology-item-2">
            <a:extLst xmlns:a="http://schemas.openxmlformats.org/drawingml/2006/main">
              <a:ext uri="{FF2B5EF4-FFF2-40B4-BE49-F238E27FC236}">
                <a16:creationId xmlns:a16="http://schemas.microsoft.com/office/drawing/2014/main" id="{0AB78B8E-96B5-4C39-8107-F8733EE99738}"/>
              </a:ext>
            </a:extLst>
          </p:cNvPr>
          <p:cNvSpPr>
            <a:spLocks xmlns:a="http://schemas.openxmlformats.org/drawingml/2006/main" noGrp="1"/>
          </p:cNvSpPr>
          <p:nvPr/>
        </p:nvSpPr>
        <p:spPr>
          <a:xfrm xmlns:a="http://schemas.openxmlformats.org/drawingml/2006/main">
            <a:off x="7210425"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a:bodyPr>
          <a:lstStyle xmlns:a="http://schemas.openxmlformats.org/drawingml/2006/main"/>
          <a:p xmlns:a="http://schemas.openxmlformats.org/drawingml/2006/main">
            <a:pPr>
              <a:defRPr sz="1275">
                <a:solidFill>
                  <a:srgbClr val="163F7A"/>
                </a:solidFill>
                <a:latin typeface="Arial"/>
                <a:ea typeface="Arial"/>
                <a:cs typeface="Arial"/>
              </a:defRPr>
            </a:pPr>
            <a:r>
              <a:rPr sz="1275">
                <a:solidFill>
                  <a:srgbClr val="163F7A"/>
                </a:solidFill>
                <a:latin typeface="Arial"/>
                <a:ea typeface="Arial"/>
                <a:cs typeface="Arial"/>
              </a:rPr>
              <a:t>CAABC-FL compression workflow</a:t>
            </a:r>
          </a:p>
        </p:txBody>
      </p:sp>
      <p:sp>
        <p:nvSpPr>
          <p:cNvPr id="45" name="toc-methodology-chevron-3">
            <a:extLst xmlns:a="http://schemas.openxmlformats.org/drawingml/2006/main">
              <a:ext uri="{FF2B5EF4-FFF2-40B4-BE49-F238E27FC236}">
                <a16:creationId xmlns:a16="http://schemas.microsoft.com/office/drawing/2014/main" id="{4ED3A77D-BA0C-47C6-83DA-B54E214538E2}"/>
              </a:ext>
            </a:extLst>
          </p:cNvPr>
          <p:cNvSpPr>
            <a:spLocks xmlns:a="http://schemas.openxmlformats.org/drawingml/2006/main" noGrp="1"/>
          </p:cNvSpPr>
          <p:nvPr/>
        </p:nvSpPr>
        <p:spPr>
          <a:xfrm xmlns:a="http://schemas.openxmlformats.org/drawingml/2006/main">
            <a:off x="6924675"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2970"/>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6" name="toc-methodology-item-3">
            <a:extLst xmlns:a="http://schemas.openxmlformats.org/drawingml/2006/main">
              <a:ext uri="{FF2B5EF4-FFF2-40B4-BE49-F238E27FC236}">
                <a16:creationId xmlns:a16="http://schemas.microsoft.com/office/drawing/2014/main" id="{D52C2A79-AA2D-463E-BBAE-36212F64B884}"/>
              </a:ext>
            </a:extLst>
          </p:cNvPr>
          <p:cNvSpPr>
            <a:spLocks xmlns:a="http://schemas.openxmlformats.org/drawingml/2006/main" noGrp="1"/>
          </p:cNvSpPr>
          <p:nvPr/>
        </p:nvSpPr>
        <p:spPr>
          <a:xfrm xmlns:a="http://schemas.openxmlformats.org/drawingml/2006/main">
            <a:off x="7210425"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a:bodyPr>
          <a:lstStyle xmlns:a="http://schemas.openxmlformats.org/drawingml/2006/main"/>
          <a:p xmlns:a="http://schemas.openxmlformats.org/drawingml/2006/main">
            <a:pPr>
              <a:defRPr sz="1275">
                <a:solidFill>
                  <a:srgbClr val="163F7A"/>
                </a:solidFill>
                <a:latin typeface="Arial"/>
                <a:ea typeface="Arial"/>
                <a:cs typeface="Arial"/>
              </a:defRPr>
            </a:pPr>
            <a:r>
              <a:rPr sz="1275">
                <a:solidFill>
                  <a:srgbClr val="163F7A"/>
                </a:solidFill>
                <a:latin typeface="Arial"/>
                <a:ea typeface="Arial"/>
                <a:cs typeface="Arial"/>
              </a:rPr>
              <a:t>Secure aggregation and governance</a:t>
            </a:r>
          </a:p>
        </p:txBody>
      </p:sp>
      <p:sp>
        <p:nvSpPr>
          <p:cNvPr id="47" name="toc-results-marker">
            <a:extLst xmlns:a="http://schemas.openxmlformats.org/drawingml/2006/main">
              <a:ext uri="{FF2B5EF4-FFF2-40B4-BE49-F238E27FC236}">
                <a16:creationId xmlns:a16="http://schemas.microsoft.com/office/drawing/2014/main" id="{10C2522C-44D0-4082-AF42-04C34462661A}"/>
              </a:ext>
            </a:extLst>
          </p:cNvPr>
          <p:cNvSpPr>
            <a:spLocks xmlns:a="http://schemas.openxmlformats.org/drawingml/2006/main" noGrp="1"/>
          </p:cNvSpPr>
          <p:nvPr/>
        </p:nvSpPr>
        <p:spPr>
          <a:xfrm xmlns:a="http://schemas.openxmlformats.org/drawingml/2006/main">
            <a:off x="6524625"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8" name="toc-results-title">
            <a:extLst xmlns:a="http://schemas.openxmlformats.org/drawingml/2006/main">
              <a:ext uri="{FF2B5EF4-FFF2-40B4-BE49-F238E27FC236}">
                <a16:creationId xmlns:a16="http://schemas.microsoft.com/office/drawing/2014/main" id="{2FC1BAEF-4BA9-41A4-8397-2D1A99E7B213}"/>
              </a:ext>
            </a:extLst>
          </p:cNvPr>
          <p:cNvSpPr>
            <a:spLocks xmlns:a="http://schemas.openxmlformats.org/drawingml/2006/main" noGrp="1"/>
          </p:cNvSpPr>
          <p:nvPr/>
        </p:nvSpPr>
        <p:spPr>
          <a:xfrm xmlns:a="http://schemas.openxmlformats.org/drawingml/2006/main">
            <a:off x="6791325"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061"/>
          </a:bodyPr>
          <a:lstStyle xmlns:a="http://schemas.openxmlformats.org/drawingml/2006/main"/>
          <a:p xmlns:a="http://schemas.openxmlformats.org/drawingml/2006/main">
            <a:pPr>
              <a:defRPr sz="1650" b="1">
                <a:solidFill>
                  <a:srgbClr val="111111"/>
                </a:solidFill>
                <a:latin typeface="Arial"/>
                <a:ea typeface="Arial"/>
                <a:cs typeface="Arial"/>
              </a:defRPr>
            </a:pPr>
            <a:r>
              <a:rPr sz="1650" b="1">
                <a:solidFill>
                  <a:srgbClr val="111111"/>
                </a:solidFill>
                <a:latin typeface="Arial"/>
                <a:ea typeface="Arial"/>
                <a:cs typeface="Arial"/>
              </a:rPr>
              <a:t>Results and Discussion</a:t>
            </a:r>
          </a:p>
        </p:txBody>
      </p:sp>
      <p:sp>
        <p:nvSpPr>
          <p:cNvPr id="49" name="toc-results-chevron-1">
            <a:extLst xmlns:a="http://schemas.openxmlformats.org/drawingml/2006/main">
              <a:ext uri="{FF2B5EF4-FFF2-40B4-BE49-F238E27FC236}">
                <a16:creationId xmlns:a16="http://schemas.microsoft.com/office/drawing/2014/main" id="{BFE3A178-048D-45B4-895A-B74FDA4A9D96}"/>
              </a:ext>
            </a:extLst>
          </p:cNvPr>
          <p:cNvSpPr>
            <a:spLocks xmlns:a="http://schemas.openxmlformats.org/drawingml/2006/main" noGrp="1"/>
          </p:cNvSpPr>
          <p:nvPr/>
        </p:nvSpPr>
        <p:spPr>
          <a:xfrm xmlns:a="http://schemas.openxmlformats.org/drawingml/2006/main">
            <a:off x="6924675" y="31051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2970"/>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0" name="toc-results-item-1">
            <a:extLst xmlns:a="http://schemas.openxmlformats.org/drawingml/2006/main">
              <a:ext uri="{FF2B5EF4-FFF2-40B4-BE49-F238E27FC236}">
                <a16:creationId xmlns:a16="http://schemas.microsoft.com/office/drawing/2014/main" id="{59FB2C84-3D9F-4C7A-8EE0-3CCC7A9763D0}"/>
              </a:ext>
            </a:extLst>
          </p:cNvPr>
          <p:cNvSpPr>
            <a:spLocks xmlns:a="http://schemas.openxmlformats.org/drawingml/2006/main" noGrp="1"/>
          </p:cNvSpPr>
          <p:nvPr/>
        </p:nvSpPr>
        <p:spPr>
          <a:xfrm xmlns:a="http://schemas.openxmlformats.org/drawingml/2006/main">
            <a:off x="7210425" y="31051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9792"/>
          </a:bodyPr>
          <a:lstStyle xmlns:a="http://schemas.openxmlformats.org/drawingml/2006/main"/>
          <a:p xmlns:a="http://schemas.openxmlformats.org/drawingml/2006/main">
            <a:pPr>
              <a:defRPr sz="1200">
                <a:solidFill>
                  <a:srgbClr val="163F7A"/>
                </a:solidFill>
                <a:latin typeface="Arial"/>
                <a:ea typeface="Arial"/>
                <a:cs typeface="Arial"/>
              </a:defRPr>
            </a:pPr>
            <a:r>
              <a:rPr sz="1200">
                <a:solidFill>
                  <a:srgbClr val="163F7A"/>
                </a:solidFill>
                <a:latin typeface="Arial"/>
                <a:ea typeface="Arial"/>
                <a:cs typeface="Arial"/>
              </a:rPr>
              <a:t>Utility and SOTA comparison</a:t>
            </a:r>
          </a:p>
        </p:txBody>
      </p:sp>
      <p:sp>
        <p:nvSpPr>
          <p:cNvPr id="51" name="toc-results-chevron-2">
            <a:extLst xmlns:a="http://schemas.openxmlformats.org/drawingml/2006/main">
              <a:ext uri="{FF2B5EF4-FFF2-40B4-BE49-F238E27FC236}">
                <a16:creationId xmlns:a16="http://schemas.microsoft.com/office/drawing/2014/main" id="{693A6055-41BE-4002-867C-2A2D93478222}"/>
              </a:ext>
            </a:extLst>
          </p:cNvPr>
          <p:cNvSpPr>
            <a:spLocks xmlns:a="http://schemas.openxmlformats.org/drawingml/2006/main" noGrp="1"/>
          </p:cNvSpPr>
          <p:nvPr/>
        </p:nvSpPr>
        <p:spPr>
          <a:xfrm xmlns:a="http://schemas.openxmlformats.org/drawingml/2006/main">
            <a:off x="6924675" y="33242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2970"/>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2" name="toc-results-item-2">
            <a:extLst xmlns:a="http://schemas.openxmlformats.org/drawingml/2006/main">
              <a:ext uri="{FF2B5EF4-FFF2-40B4-BE49-F238E27FC236}">
                <a16:creationId xmlns:a16="http://schemas.microsoft.com/office/drawing/2014/main" id="{A9C286A5-3429-4610-BB13-5B91C42F687F}"/>
              </a:ext>
            </a:extLst>
          </p:cNvPr>
          <p:cNvSpPr>
            <a:spLocks xmlns:a="http://schemas.openxmlformats.org/drawingml/2006/main" noGrp="1"/>
          </p:cNvSpPr>
          <p:nvPr/>
        </p:nvSpPr>
        <p:spPr>
          <a:xfrm xmlns:a="http://schemas.openxmlformats.org/drawingml/2006/main">
            <a:off x="7210425" y="33242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9792"/>
          </a:bodyPr>
          <a:lstStyle xmlns:a="http://schemas.openxmlformats.org/drawingml/2006/main"/>
          <a:p xmlns:a="http://schemas.openxmlformats.org/drawingml/2006/main">
            <a:pPr>
              <a:defRPr sz="1200">
                <a:solidFill>
                  <a:srgbClr val="163F7A"/>
                </a:solidFill>
                <a:latin typeface="Arial"/>
                <a:ea typeface="Arial"/>
                <a:cs typeface="Arial"/>
              </a:defRPr>
            </a:pPr>
            <a:r>
              <a:rPr sz="1200">
                <a:solidFill>
                  <a:srgbClr val="163F7A"/>
                </a:solidFill>
                <a:latin typeface="Arial"/>
                <a:ea typeface="Arial"/>
                <a:cs typeface="Arial"/>
              </a:rPr>
              <a:t>Privacy and poisoning evaluation</a:t>
            </a:r>
          </a:p>
        </p:txBody>
      </p:sp>
      <p:sp>
        <p:nvSpPr>
          <p:cNvPr id="53" name="toc-results-chevron-3">
            <a:extLst xmlns:a="http://schemas.openxmlformats.org/drawingml/2006/main">
              <a:ext uri="{FF2B5EF4-FFF2-40B4-BE49-F238E27FC236}">
                <a16:creationId xmlns:a16="http://schemas.microsoft.com/office/drawing/2014/main" id="{965104E0-9FAC-4234-A276-285EB9B8EC51}"/>
              </a:ext>
            </a:extLst>
          </p:cNvPr>
          <p:cNvSpPr>
            <a:spLocks xmlns:a="http://schemas.openxmlformats.org/drawingml/2006/main" noGrp="1"/>
          </p:cNvSpPr>
          <p:nvPr/>
        </p:nvSpPr>
        <p:spPr>
          <a:xfrm xmlns:a="http://schemas.openxmlformats.org/drawingml/2006/main">
            <a:off x="6924675" y="354330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2970"/>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4" name="toc-results-item-3">
            <a:extLst xmlns:a="http://schemas.openxmlformats.org/drawingml/2006/main">
              <a:ext uri="{FF2B5EF4-FFF2-40B4-BE49-F238E27FC236}">
                <a16:creationId xmlns:a16="http://schemas.microsoft.com/office/drawing/2014/main" id="{C80C7BED-AA16-4BD3-8F0C-27F907CEC263}"/>
              </a:ext>
            </a:extLst>
          </p:cNvPr>
          <p:cNvSpPr>
            <a:spLocks xmlns:a="http://schemas.openxmlformats.org/drawingml/2006/main" noGrp="1"/>
          </p:cNvSpPr>
          <p:nvPr/>
        </p:nvSpPr>
        <p:spPr>
          <a:xfrm xmlns:a="http://schemas.openxmlformats.org/drawingml/2006/main">
            <a:off x="7210425" y="354330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9792"/>
          </a:bodyPr>
          <a:lstStyle xmlns:a="http://schemas.openxmlformats.org/drawingml/2006/main"/>
          <a:p xmlns:a="http://schemas.openxmlformats.org/drawingml/2006/main">
            <a:pPr>
              <a:defRPr sz="1200">
                <a:solidFill>
                  <a:srgbClr val="163F7A"/>
                </a:solidFill>
                <a:latin typeface="Arial"/>
                <a:ea typeface="Arial"/>
                <a:cs typeface="Arial"/>
              </a:defRPr>
            </a:pPr>
            <a:r>
              <a:rPr sz="1200">
                <a:solidFill>
                  <a:srgbClr val="163F7A"/>
                </a:solidFill>
                <a:latin typeface="Arial"/>
                <a:ea typeface="Arial"/>
                <a:cs typeface="Arial"/>
              </a:rPr>
              <a:t>Communication and system overhead</a:t>
            </a:r>
          </a:p>
        </p:txBody>
      </p:sp>
      <p:sp>
        <p:nvSpPr>
          <p:cNvPr id="55" name="toc-conclusion-marker">
            <a:extLst xmlns:a="http://schemas.openxmlformats.org/drawingml/2006/main">
              <a:ext uri="{FF2B5EF4-FFF2-40B4-BE49-F238E27FC236}">
                <a16:creationId xmlns:a16="http://schemas.microsoft.com/office/drawing/2014/main" id="{69B61DB8-2141-478A-BD1C-8BA90B396F02}"/>
              </a:ext>
            </a:extLst>
          </p:cNvPr>
          <p:cNvSpPr>
            <a:spLocks xmlns:a="http://schemas.openxmlformats.org/drawingml/2006/main" noGrp="1"/>
          </p:cNvSpPr>
          <p:nvPr/>
        </p:nvSpPr>
        <p:spPr>
          <a:xfrm xmlns:a="http://schemas.openxmlformats.org/drawingml/2006/main">
            <a:off x="6524625" y="4162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56" name="toc-conclusion-title">
            <a:extLst xmlns:a="http://schemas.openxmlformats.org/drawingml/2006/main">
              <a:ext uri="{FF2B5EF4-FFF2-40B4-BE49-F238E27FC236}">
                <a16:creationId xmlns:a16="http://schemas.microsoft.com/office/drawing/2014/main" id="{72296C49-88E0-4107-B8EA-B34F6D405042}"/>
              </a:ext>
            </a:extLst>
          </p:cNvPr>
          <p:cNvSpPr>
            <a:spLocks xmlns:a="http://schemas.openxmlformats.org/drawingml/2006/main" noGrp="1"/>
          </p:cNvSpPr>
          <p:nvPr/>
        </p:nvSpPr>
        <p:spPr>
          <a:xfrm xmlns:a="http://schemas.openxmlformats.org/drawingml/2006/main">
            <a:off x="6791325" y="4095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061"/>
          </a:bodyPr>
          <a:lstStyle xmlns:a="http://schemas.openxmlformats.org/drawingml/2006/main"/>
          <a:p xmlns:a="http://schemas.openxmlformats.org/drawingml/2006/main">
            <a:pPr>
              <a:defRPr sz="1650" b="1">
                <a:solidFill>
                  <a:srgbClr val="111111"/>
                </a:solidFill>
                <a:latin typeface="Arial"/>
                <a:ea typeface="Arial"/>
                <a:cs typeface="Arial"/>
              </a:defRPr>
            </a:pPr>
            <a:r>
              <a:rPr sz="1650" b="1">
                <a:solidFill>
                  <a:srgbClr val="111111"/>
                </a:solidFill>
                <a:latin typeface="Arial"/>
                <a:ea typeface="Arial"/>
                <a:cs typeface="Arial"/>
              </a:rPr>
              <a:t>Conclusion</a:t>
            </a:r>
          </a:p>
        </p:txBody>
      </p:sp>
      <p:sp>
        <p:nvSpPr>
          <p:cNvPr id="57" name="toc-conclusion-chevron-1">
            <a:extLst xmlns:a="http://schemas.openxmlformats.org/drawingml/2006/main">
              <a:ext uri="{FF2B5EF4-FFF2-40B4-BE49-F238E27FC236}">
                <a16:creationId xmlns:a16="http://schemas.microsoft.com/office/drawing/2014/main" id="{4A76E59A-9CB9-4AF6-ADB7-E14E5A9DC204}"/>
              </a:ext>
            </a:extLst>
          </p:cNvPr>
          <p:cNvSpPr>
            <a:spLocks xmlns:a="http://schemas.openxmlformats.org/drawingml/2006/main" noGrp="1"/>
          </p:cNvSpPr>
          <p:nvPr/>
        </p:nvSpPr>
        <p:spPr>
          <a:xfrm xmlns:a="http://schemas.openxmlformats.org/drawingml/2006/main">
            <a:off x="6924675" y="44386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2970"/>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8" name="toc-conclusion-item-1">
            <a:extLst xmlns:a="http://schemas.openxmlformats.org/drawingml/2006/main">
              <a:ext uri="{FF2B5EF4-FFF2-40B4-BE49-F238E27FC236}">
                <a16:creationId xmlns:a16="http://schemas.microsoft.com/office/drawing/2014/main" id="{B1322131-542A-43F3-BA4B-C08C786C5051}"/>
              </a:ext>
            </a:extLst>
          </p:cNvPr>
          <p:cNvSpPr>
            <a:spLocks xmlns:a="http://schemas.openxmlformats.org/drawingml/2006/main" noGrp="1"/>
          </p:cNvSpPr>
          <p:nvPr/>
        </p:nvSpPr>
        <p:spPr>
          <a:xfrm xmlns:a="http://schemas.openxmlformats.org/drawingml/2006/main">
            <a:off x="7210425" y="44386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9792"/>
          </a:bodyPr>
          <a:lstStyle xmlns:a="http://schemas.openxmlformats.org/drawingml/2006/main"/>
          <a:p xmlns:a="http://schemas.openxmlformats.org/drawingml/2006/main">
            <a:pPr>
              <a:defRPr sz="1200">
                <a:solidFill>
                  <a:srgbClr val="163F7A"/>
                </a:solidFill>
                <a:latin typeface="Arial"/>
                <a:ea typeface="Arial"/>
                <a:cs typeface="Arial"/>
              </a:defRPr>
            </a:pPr>
            <a:r>
              <a:rPr sz="1200">
                <a:solidFill>
                  <a:srgbClr val="163F7A"/>
                </a:solidFill>
                <a:latin typeface="Arial"/>
                <a:ea typeface="Arial"/>
                <a:cs typeface="Arial"/>
              </a:rPr>
              <a:t>Key findings</a:t>
            </a:r>
          </a:p>
        </p:txBody>
      </p:sp>
      <p:sp>
        <p:nvSpPr>
          <p:cNvPr id="59" name="toc-conclusion-chevron-2">
            <a:extLst xmlns:a="http://schemas.openxmlformats.org/drawingml/2006/main">
              <a:ext uri="{FF2B5EF4-FFF2-40B4-BE49-F238E27FC236}">
                <a16:creationId xmlns:a16="http://schemas.microsoft.com/office/drawing/2014/main" id="{28B5A2B1-4640-4306-A03B-C5F7A291ECC1}"/>
              </a:ext>
            </a:extLst>
          </p:cNvPr>
          <p:cNvSpPr>
            <a:spLocks xmlns:a="http://schemas.openxmlformats.org/drawingml/2006/main" noGrp="1"/>
          </p:cNvSpPr>
          <p:nvPr/>
        </p:nvSpPr>
        <p:spPr>
          <a:xfrm xmlns:a="http://schemas.openxmlformats.org/drawingml/2006/main">
            <a:off x="6924675" y="46577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32970"/>
          </a:bodyPr>
          <a:lstStyle xmlns:a="http://schemas.openxmlformats.org/drawingml/2006/main"/>
          <a:p xmlns:a="http://schemas.openxmlformats.org/drawingml/2006/main">
            <a:pPr algn="ctr">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60" name="toc-conclusion-item-2">
            <a:extLst xmlns:a="http://schemas.openxmlformats.org/drawingml/2006/main">
              <a:ext uri="{FF2B5EF4-FFF2-40B4-BE49-F238E27FC236}">
                <a16:creationId xmlns:a16="http://schemas.microsoft.com/office/drawing/2014/main" id="{6AA1D49E-53B4-4560-9562-067B62F7742C}"/>
              </a:ext>
            </a:extLst>
          </p:cNvPr>
          <p:cNvSpPr>
            <a:spLocks xmlns:a="http://schemas.openxmlformats.org/drawingml/2006/main" noGrp="1"/>
          </p:cNvSpPr>
          <p:nvPr/>
        </p:nvSpPr>
        <p:spPr>
          <a:xfrm xmlns:a="http://schemas.openxmlformats.org/drawingml/2006/main">
            <a:off x="7210425" y="46577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9792"/>
          </a:bodyPr>
          <a:lstStyle xmlns:a="http://schemas.openxmlformats.org/drawingml/2006/main"/>
          <a:p xmlns:a="http://schemas.openxmlformats.org/drawingml/2006/main">
            <a:pPr>
              <a:defRPr sz="1200">
                <a:solidFill>
                  <a:srgbClr val="163F7A"/>
                </a:solidFill>
                <a:latin typeface="Arial"/>
                <a:ea typeface="Arial"/>
                <a:cs typeface="Arial"/>
              </a:defRPr>
            </a:pPr>
            <a:r>
              <a:rPr sz="1200">
                <a:solidFill>
                  <a:srgbClr val="163F7A"/>
                </a:solidFill>
                <a:latin typeface="Arial"/>
                <a:ea typeface="Arial"/>
                <a:cs typeface="Arial"/>
              </a:rPr>
              <a:t>Limitations and future work</a:t>
            </a:r>
          </a:p>
        </p:txBody>
      </p:sp>
      <p:sp>
        <p:nvSpPr>
          <p:cNvPr id="61" name="toc-references-marker">
            <a:extLst xmlns:a="http://schemas.openxmlformats.org/drawingml/2006/main">
              <a:ext uri="{FF2B5EF4-FFF2-40B4-BE49-F238E27FC236}">
                <a16:creationId xmlns:a16="http://schemas.microsoft.com/office/drawing/2014/main" id="{56E7E56D-00A8-47B6-8CB6-E2520A4A7ABC}"/>
              </a:ext>
            </a:extLst>
          </p:cNvPr>
          <p:cNvSpPr>
            <a:spLocks xmlns:a="http://schemas.openxmlformats.org/drawingml/2006/main" noGrp="1"/>
          </p:cNvSpPr>
          <p:nvPr/>
        </p:nvSpPr>
        <p:spPr>
          <a:xfrm xmlns:a="http://schemas.openxmlformats.org/drawingml/2006/main">
            <a:off x="6524625" y="5305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2" name="toc-references-title">
            <a:extLst xmlns:a="http://schemas.openxmlformats.org/drawingml/2006/main">
              <a:ext uri="{FF2B5EF4-FFF2-40B4-BE49-F238E27FC236}">
                <a16:creationId xmlns:a16="http://schemas.microsoft.com/office/drawing/2014/main" id="{053741A0-E53F-4F38-9194-182EC15568D1}"/>
              </a:ext>
            </a:extLst>
          </p:cNvPr>
          <p:cNvSpPr>
            <a:spLocks xmlns:a="http://schemas.openxmlformats.org/drawingml/2006/main" noGrp="1"/>
          </p:cNvSpPr>
          <p:nvPr/>
        </p:nvSpPr>
        <p:spPr>
          <a:xfrm xmlns:a="http://schemas.openxmlformats.org/drawingml/2006/main">
            <a:off x="6791325" y="5238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061"/>
          </a:bodyPr>
          <a:lstStyle xmlns:a="http://schemas.openxmlformats.org/drawingml/2006/main"/>
          <a:p xmlns:a="http://schemas.openxmlformats.org/drawingml/2006/main">
            <a:pPr>
              <a:defRPr sz="1650" b="1">
                <a:solidFill>
                  <a:srgbClr val="111111"/>
                </a:solidFill>
                <a:latin typeface="Arial"/>
                <a:ea typeface="Arial"/>
                <a:cs typeface="Arial"/>
              </a:defRPr>
            </a:pPr>
            <a:r>
              <a:rPr sz="1650" b="1">
                <a:solidFill>
                  <a:srgbClr val="111111"/>
                </a:solidFill>
                <a:latin typeface="Arial"/>
                <a:ea typeface="Arial"/>
                <a:cs typeface="Arial"/>
              </a:rPr>
              <a:t>References</a:t>
            </a:r>
          </a:p>
        </p:txBody>
      </p:sp>
      <p:sp>
        <p:nvSpPr>
          <p:cNvPr id="63" name="toc-qa-marker">
            <a:extLst xmlns:a="http://schemas.openxmlformats.org/drawingml/2006/main">
              <a:ext uri="{FF2B5EF4-FFF2-40B4-BE49-F238E27FC236}">
                <a16:creationId xmlns:a16="http://schemas.microsoft.com/office/drawing/2014/main" id="{50E564AC-0AD9-43EF-9688-9300AF44AA2E}"/>
              </a:ext>
            </a:extLst>
          </p:cNvPr>
          <p:cNvSpPr>
            <a:spLocks xmlns:a="http://schemas.openxmlformats.org/drawingml/2006/main" noGrp="1"/>
          </p:cNvSpPr>
          <p:nvPr/>
        </p:nvSpPr>
        <p:spPr>
          <a:xfrm xmlns:a="http://schemas.openxmlformats.org/drawingml/2006/main">
            <a:off x="6524625" y="570547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4" name="toc-qa-title">
            <a:extLst xmlns:a="http://schemas.openxmlformats.org/drawingml/2006/main">
              <a:ext uri="{FF2B5EF4-FFF2-40B4-BE49-F238E27FC236}">
                <a16:creationId xmlns:a16="http://schemas.microsoft.com/office/drawing/2014/main" id="{13AECCC3-356B-4082-B658-74DDFEF6FB2B}"/>
              </a:ext>
            </a:extLst>
          </p:cNvPr>
          <p:cNvSpPr>
            <a:spLocks xmlns:a="http://schemas.openxmlformats.org/drawingml/2006/main" noGrp="1"/>
          </p:cNvSpPr>
          <p:nvPr/>
        </p:nvSpPr>
        <p:spPr>
          <a:xfrm xmlns:a="http://schemas.openxmlformats.org/drawingml/2006/main">
            <a:off x="6791325" y="563880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061"/>
          </a:bodyPr>
          <a:lstStyle xmlns:a="http://schemas.openxmlformats.org/drawingml/2006/main"/>
          <a:p xmlns:a="http://schemas.openxmlformats.org/drawingml/2006/main">
            <a:pPr>
              <a:defRPr sz="1650" b="1">
                <a:solidFill>
                  <a:srgbClr val="111111"/>
                </a:solidFill>
                <a:latin typeface="Arial"/>
                <a:ea typeface="Arial"/>
                <a:cs typeface="Arial"/>
              </a:defRPr>
            </a:pPr>
            <a:r>
              <a:rPr sz="1650" b="1">
                <a:solidFill>
                  <a:srgbClr val="111111"/>
                </a:solidFill>
                <a:latin typeface="Arial"/>
                <a:ea typeface="Arial"/>
                <a:cs typeface="Arial"/>
              </a:rPr>
              <a:t>Question and Answer Session</a:t>
            </a:r>
          </a:p>
        </p:txBody>
      </p:sp>
      <p:sp>
        <p:nvSpPr>
          <p:cNvPr id="65" name="toc-reading-order-note">
            <a:extLst xmlns:a="http://schemas.openxmlformats.org/drawingml/2006/main">
              <a:ext uri="{FF2B5EF4-FFF2-40B4-BE49-F238E27FC236}">
                <a16:creationId xmlns:a16="http://schemas.microsoft.com/office/drawing/2014/main" id="{05B9A29F-A0A7-4301-9115-DB609760DD84}"/>
              </a:ext>
            </a:extLst>
          </p:cNvPr>
          <p:cNvSpPr>
            <a:spLocks xmlns:a="http://schemas.openxmlformats.org/drawingml/2006/main" noGrp="1"/>
          </p:cNvSpPr>
          <p:nvPr/>
        </p:nvSpPr>
        <p:spPr>
          <a:xfrm xmlns:a="http://schemas.openxmlformats.org/drawingml/2006/main">
            <a:off x="1000125" y="5191125"/>
            <a:ext cx="428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i="1">
                <a:solidFill>
                  <a:srgbClr val="5B677A"/>
                </a:solidFill>
                <a:latin typeface="Arial"/>
                <a:ea typeface="Arial"/>
                <a:cs typeface="Arial"/>
              </a:defRPr>
            </a:pPr>
            <a:r>
              <a:rPr sz="1125" i="1">
                <a:solidFill>
                  <a:srgbClr val="5B677A"/>
                </a:solidFill>
                <a:latin typeface="Arial"/>
                <a:ea typeface="Arial"/>
                <a:cs typeface="Arial"/>
              </a:rPr>
              <a:t>The presentation follows the thesis structure from problem definition to evidence and conclusions.</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32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dfe3bbe5a46e4fc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3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2a89c712e54c429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3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0b8b4316c36b43e4">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33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fbb47dc215a445b2">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33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1470548fa2243c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2c68768103e4dd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c766b4738180450a"/>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a474c393a56429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0d1fcb57e4b46d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714875"/>
            <a:ext cx="9906000" cy="109537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Research question</a:t>
            </a:r>
          </a:p>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00125" y="147637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d1bc1d2ee8348a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40236aac115462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Evidence for Collaboration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b0369e4dbd644c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23e07ad75b8473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61"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f11ff4e01cc44a71"/>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bfca481a79e4d7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a156b9ff9ac40f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308c022059f4d1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6405c4293784e0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39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bb064fa769954b8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0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08022d616e60428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0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1232422c93034d0b">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40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13255c06778f4e56">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40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5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4db35e932694e8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a1ed3f8553f457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7"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1">
            <a:extLst xmlns:a="http://schemas.openxmlformats.org/drawingml/2006/main">
              <a:ext uri="{FF2B5EF4-FFF2-40B4-BE49-F238E27FC236}">
                <a16:creationId xmlns:a16="http://schemas.microsoft.com/office/drawing/2014/main" id="{028A2637-CAE4-4BC8-942E-3B3342A75586}"/>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1">
            <a:extLst xmlns:a="http://schemas.openxmlformats.org/drawingml/2006/main">
              <a:ext uri="{FF2B5EF4-FFF2-40B4-BE49-F238E27FC236}">
                <a16:creationId xmlns:a16="http://schemas.microsoft.com/office/drawing/2014/main" id="{7E77261A-536E-44B7-9BCC-4BDEFE972951}"/>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2" name="paper-summary-1">
            <a:extLst xmlns:a="http://schemas.openxmlformats.org/drawingml/2006/main">
              <a:ext uri="{FF2B5EF4-FFF2-40B4-BE49-F238E27FC236}">
                <a16:creationId xmlns:a16="http://schemas.microsoft.com/office/drawing/2014/main" id="{19A3D53A-677F-49AE-ACF6-213B173FE6BA}"/>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3" name="paper-source-1">
            <a:extLst xmlns:a="http://schemas.openxmlformats.org/drawingml/2006/main">
              <a:ext uri="{FF2B5EF4-FFF2-40B4-BE49-F238E27FC236}">
                <a16:creationId xmlns:a16="http://schemas.microsoft.com/office/drawing/2014/main" id="{D1A5B505-0A97-4F1A-8BB0-56FED1DEF0CF}"/>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4" name="ddfed-strengths-heading">
            <a:extLst xmlns:a="http://schemas.openxmlformats.org/drawingml/2006/main">
              <a:ext uri="{FF2B5EF4-FFF2-40B4-BE49-F238E27FC236}">
                <a16:creationId xmlns:a16="http://schemas.microsoft.com/office/drawing/2014/main" id="{E444180A-DAAF-414F-BB31-6E24807F0BE2}"/>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ddfed-strengths-bullets">
            <a:extLst xmlns:a="http://schemas.openxmlformats.org/drawingml/2006/main">
              <a:ext uri="{FF2B5EF4-FFF2-40B4-BE49-F238E27FC236}">
                <a16:creationId xmlns:a16="http://schemas.microsoft.com/office/drawing/2014/main" id="{8BF2E617-C52C-4931-A79E-3C6D68E00E8C}"/>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6" name="ddfed-limits-heading">
            <a:extLst xmlns:a="http://schemas.openxmlformats.org/drawingml/2006/main">
              <a:ext uri="{FF2B5EF4-FFF2-40B4-BE49-F238E27FC236}">
                <a16:creationId xmlns:a16="http://schemas.microsoft.com/office/drawing/2014/main" id="{01A067EE-5B88-4E40-9AD7-3AE02617BB33}"/>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ddfed-limits-bullets">
            <a:extLst xmlns:a="http://schemas.openxmlformats.org/drawingml/2006/main">
              <a:ext uri="{FF2B5EF4-FFF2-40B4-BE49-F238E27FC236}">
                <a16:creationId xmlns:a16="http://schemas.microsoft.com/office/drawing/2014/main" id="{B42EC1C5-77B9-4D6C-ABEC-C66DD3E9BCCF}"/>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38" name="ddfed-flow-title">
            <a:extLst xmlns:a="http://schemas.openxmlformats.org/drawingml/2006/main">
              <a:ext uri="{FF2B5EF4-FFF2-40B4-BE49-F238E27FC236}">
                <a16:creationId xmlns:a16="http://schemas.microsoft.com/office/drawing/2014/main" id="{8CB8BE2E-0ED9-45FA-B725-4AF686E5772A}"/>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DDFed conceptual workflow</a:t>
            </a:r>
          </a:p>
        </p:txBody>
      </p:sp>
      <p:sp>
        <p:nvSpPr>
          <p:cNvPr id="239" name="ddfed-box-1">
            <a:extLst xmlns:a="http://schemas.openxmlformats.org/drawingml/2006/main">
              <a:ext uri="{FF2B5EF4-FFF2-40B4-BE49-F238E27FC236}">
                <a16:creationId xmlns:a16="http://schemas.microsoft.com/office/drawing/2014/main" id="{6963A159-2939-4A1B-90B6-627A21FBD7E2}"/>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0" name="ddfed-arrow-1">
            <a:extLst xmlns:a="http://schemas.openxmlformats.org/drawingml/2006/main">
              <a:ext uri="{FF2B5EF4-FFF2-40B4-BE49-F238E27FC236}">
                <a16:creationId xmlns:a16="http://schemas.microsoft.com/office/drawing/2014/main" id="{4C0890BD-7D76-4D38-B647-32B578D171D0}"/>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1" name="ddfed-box-2">
            <a:extLst xmlns:a="http://schemas.openxmlformats.org/drawingml/2006/main">
              <a:ext uri="{FF2B5EF4-FFF2-40B4-BE49-F238E27FC236}">
                <a16:creationId xmlns:a16="http://schemas.microsoft.com/office/drawing/2014/main" id="{C4AFBC31-DAE7-4E40-85D7-AACF96A0ACC2}"/>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2" name="ddfed-arrow-2">
            <a:extLst xmlns:a="http://schemas.openxmlformats.org/drawingml/2006/main">
              <a:ext uri="{FF2B5EF4-FFF2-40B4-BE49-F238E27FC236}">
                <a16:creationId xmlns:a16="http://schemas.microsoft.com/office/drawing/2014/main" id="{6F51285A-95D1-4F0F-98CA-779F521FA531}"/>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3" name="ddfed-box-3">
            <a:extLst xmlns:a="http://schemas.openxmlformats.org/drawingml/2006/main">
              <a:ext uri="{FF2B5EF4-FFF2-40B4-BE49-F238E27FC236}">
                <a16:creationId xmlns:a16="http://schemas.microsoft.com/office/drawing/2014/main" id="{449AEF2C-F6D7-4466-9BC2-451E0B3A47B4}"/>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4" name="ddfed-arrow-3">
            <a:extLst xmlns:a="http://schemas.openxmlformats.org/drawingml/2006/main">
              <a:ext uri="{FF2B5EF4-FFF2-40B4-BE49-F238E27FC236}">
                <a16:creationId xmlns:a16="http://schemas.microsoft.com/office/drawing/2014/main" id="{A4D045CB-845D-498B-98E0-16B67FCEE9B7}"/>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5" name="ddfed-box-4">
            <a:extLst xmlns:a="http://schemas.openxmlformats.org/drawingml/2006/main">
              <a:ext uri="{FF2B5EF4-FFF2-40B4-BE49-F238E27FC236}">
                <a16:creationId xmlns:a16="http://schemas.microsoft.com/office/drawing/2014/main" id="{093C5A3E-4826-4DE4-85FA-FC1CDCE16914}"/>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6" name="ddfed-diagram-caption">
            <a:extLst xmlns:a="http://schemas.openxmlformats.org/drawingml/2006/main">
              <a:ext uri="{FF2B5EF4-FFF2-40B4-BE49-F238E27FC236}">
                <a16:creationId xmlns:a16="http://schemas.microsoft.com/office/drawing/2014/main" id="{939B91A4-0599-47E4-8778-2AA81A2BFC90}"/>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e14fa59c2c384581"/>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fd3f8ba77fa9445d"/>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8"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1ADE9605-CB6F-4717-B1C7-DA8274CFBD20}"/>
              </a:ext>
            </a:extLst>
          </p:cNvPr>
          <p:cNvSpPr>
            <a:spLocks xmlns:a="http://schemas.openxmlformats.org/drawingml/2006/main" noGrp="1"/>
          </p:cNvSpPr>
          <p:nvPr/>
        </p:nvSpPr>
        <p:spPr>
          <a:xfrm xmlns:a="http://schemas.openxmlformats.org/drawingml/2006/main">
            <a:off x="1524000" y="0"/>
            <a:ext cx="8382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9" name="related-study-top-rule-2">
            <a:extLst xmlns:a="http://schemas.openxmlformats.org/drawingml/2006/main">
              <a:ext uri="{FF2B5EF4-FFF2-40B4-BE49-F238E27FC236}">
                <a16:creationId xmlns:a16="http://schemas.microsoft.com/office/drawing/2014/main" id="{E07068EC-4D22-49B3-962C-9317FC4B4B24}"/>
              </a:ext>
            </a:extLst>
          </p:cNvPr>
          <p:cNvSpPr>
            <a:spLocks xmlns:a="http://schemas.openxmlformats.org/drawingml/2006/main" noGrp="1"/>
          </p:cNvSpPr>
          <p:nvPr/>
        </p:nvSpPr>
        <p:spPr>
          <a:xfrm xmlns:a="http://schemas.openxmlformats.org/drawingml/2006/main">
            <a:off x="285750" y="295275"/>
            <a:ext cx="11811000" cy="9525"/>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6EBA2491-6518-4087-ABCA-04604C76317A}"/>
              </a:ext>
            </a:extLst>
          </p:cNvPr>
          <p:cNvSpPr>
            <a:spLocks xmlns:a="http://schemas.openxmlformats.org/drawingml/2006/main" noGrp="1"/>
          </p:cNvSpPr>
          <p:nvPr/>
        </p:nvSpPr>
        <p:spPr>
          <a:xfrm xmlns:a="http://schemas.openxmlformats.org/drawingml/2006/main">
            <a:off x="2000250" y="34290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9A41AA70-677B-46BE-BBAD-CBA4B067A8D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8A306287-C155-419A-850A-F6841720E23F}"/>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9504971E-646A-48CF-BE67-BA1AC23CA447}"/>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9C9690AD-BFC7-42AE-8171-3AB172CB9F5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3226CF28-E297-4854-9F27-F0ADFC6CE885}"/>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2BEC5F65-9039-4C51-8D75-DCE5257BC6DA}"/>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7F5ADE2B-7DAA-40E7-A26B-881AE9713F3D}"/>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D70AFC31-2F3B-4376-9C4B-77CADBBA7201}"/>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B6A98EC0-9903-4A7D-A1D4-EE3552F6E2F8}"/>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85AD0CC3-6582-47EC-AFD5-193500F7E74A}"/>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FAC0B191-6093-4CC0-B157-6C9D9FBD46AF}"/>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ctr">
              <a:buNone/>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489914B5-E8C6-46A0-894A-1B6B972621A9}"/>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DBFF3B59-114D-4424-855D-3E8FC3254FA2}"/>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76EFEE9B-8AD6-49EB-A7CD-54177B73592C}"/>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57140725-AD0A-4D8B-9323-4116EDEABB38}"/>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9D79AF4E-D1A8-429E-8E4C-A777FAA393AA}"/>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B65D6B49-D9FB-4BB7-8903-DA30D5465A73}"/>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3867070bd4246b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d7e99dbc7e74a9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6"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Comparison of Related Studies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6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a2cd6c40d16436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d4ba5e3d107449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71"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
        <p:nvSpPr>
          <p:cNvPr id="249" name="related-comparison-cover">
            <a:extLst xmlns:a="http://schemas.openxmlformats.org/drawingml/2006/main">
              <a:ext uri="{FF2B5EF4-FFF2-40B4-BE49-F238E27FC236}">
                <a16:creationId xmlns:a16="http://schemas.microsoft.com/office/drawing/2014/main" id="{E3799B93-7326-4544-B17C-639EED2DC534}"/>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0" name="related-comparison-caption">
            <a:extLst xmlns:a="http://schemas.openxmlformats.org/drawingml/2006/main">
              <a:ext uri="{FF2B5EF4-FFF2-40B4-BE49-F238E27FC236}">
                <a16:creationId xmlns:a16="http://schemas.microsoft.com/office/drawing/2014/main" id="{D5E7070B-AA26-4FD4-82E8-7DFB674D4BD6}"/>
              </a:ext>
            </a:extLst>
          </p:cNvPr>
          <p:cNvSpPr>
            <a:spLocks xmlns:a="http://schemas.openxmlformats.org/drawingml/2006/main" noGrp="1"/>
          </p:cNvSpPr>
          <p:nvPr/>
        </p:nvSpPr>
        <p:spPr>
          <a:xfrm xmlns:a="http://schemas.openxmlformats.org/drawingml/2006/main">
            <a:off x="904875" y="11430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i="1">
                <a:solidFill>
                  <a:srgbClr val="1E3A5F"/>
                </a:solidFill>
                <a:latin typeface="Arial"/>
                <a:ea typeface="Arial"/>
                <a:cs typeface="Arial"/>
              </a:defRPr>
            </a:pPr>
            <a:r>
              <a:rPr sz="1350" i="1">
                <a:solidFill>
                  <a:srgbClr val="1E3A5F"/>
                </a:solidFill>
                <a:latin typeface="Arial"/>
                <a:ea typeface="Arial"/>
                <a:cs typeface="Arial"/>
              </a:rPr>
              <a:t>TABLE I. Comparison of the closest privacy-preserving federated-learning studies</a:t>
            </a:r>
          </a:p>
        </p:txBody>
      </p:sp>
      <p:graphicFrame>
        <p:nvGraphicFramePr>
          <p:cNvPr id="292" name=""/>
          <p:cNvGraphicFramePr/>
          <p:nvPr/>
        </p:nvGraphicFramePr>
        <p:xfrm>
          <a:off xmlns:a="http://schemas.openxmlformats.org/drawingml/2006/main" x="523875" y="1524000"/>
          <a:ext xmlns:a="http://schemas.openxmlformats.org/drawingml/2006/main" cx="11144250" cy="4000500"/>
        </p:xfrm>
        <a:graphic xmlns:a="http://schemas.openxmlformats.org/drawingml/2006/main">
          <a:graphicData uri="http://schemas.openxmlformats.org/drawingml/2006/table">
            <a:tbl>
              <a:tblPr firstRow="1" bandRow="1"/>
              <a:tblGrid>
                <a:gridCol w="1666875"/>
                <a:gridCol w="742950"/>
                <a:gridCol w="2143125"/>
                <a:gridCol w="3190875"/>
                <a:gridCol w="3400425"/>
              </a:tblGrid>
              <a:tr h="666750">
                <a:tc>
                  <a:txBody>
                    <a:bodyPr/>
                    <a:lstStyle/>
                    <a:p>
                      <a:r>
                        <a:rPr sz="1163" b="1">
                          <a:solidFill>
                            <a:srgbClr val="FFFFFF"/>
                          </a:solidFill>
                          <a:latin typeface="Arial"/>
                          <a:ea typeface="Arial"/>
                          <a:cs typeface="Arial"/>
                        </a:rPr>
                        <a:t>Study</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Year</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Method</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Main contribution</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Limitation relative to this thesis</a:t>
                      </a:r>
                    </a:p>
                  </a:txBody>
                  <a:tcPr marL="57150" marR="57150" marT="38100" marB="38100" anchor="ctr">
                    <a:solidFill>
                      <a:srgbClr val="1E3A5F"/>
                    </a:solidFill>
                  </a:tcPr>
                </a:tc>
              </a:tr>
              <a:tr h="666750">
                <a:tc>
                  <a:txBody>
                    <a:bodyPr/>
                    <a:lstStyle/>
                    <a:p>
                      <a:r>
                        <a:rPr sz="1110" b="1">
                          <a:solidFill>
                            <a:srgbClr val="1E3A5F"/>
                          </a:solidFill>
                          <a:latin typeface="Arial"/>
                          <a:ea typeface="Arial"/>
                          <a:cs typeface="Arial"/>
                        </a:rPr>
                        <a:t>Stevens et al.</a:t>
                      </a:r>
                    </a:p>
                    <a:p>
                      <a:r>
                        <a:rPr sz="1110" b="1">
                          <a:solidFill>
                            <a:srgbClr val="1E3A5F"/>
                          </a:solidFill>
                          <a:latin typeface="Arial"/>
                          <a:ea typeface="Arial"/>
                          <a:cs typeface="Arial"/>
                        </a:rPr>
                        <a:t>FLDP [11]</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2022</a:t>
                      </a:r>
                    </a:p>
                  </a:txBody>
                  <a:tcPr marL="57150" marR="57150" marT="38100" marB="38100" anchor="ctr">
                    <a:solidFill>
                      <a:srgbClr val="F2F5F7"/>
                    </a:solidFill>
                  </a:tcPr>
                </a:tc>
                <a:tc>
                  <a:txBody>
                    <a:bodyPr/>
                    <a:lstStyle/>
                    <a:p>
                      <a:r>
                        <a:rPr sz="1110">
                          <a:solidFill>
                            <a:srgbClr val="1F2937"/>
                          </a:solidFill>
                          <a:latin typeface="Arial"/>
                          <a:ea typeface="Arial"/>
                          <a:cs typeface="Arial"/>
                        </a:rPr>
                        <a:t>LWE secure aggregation with distributed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Malicious-secure private aggregation with measured communication and server cost</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poisoning defence; non-clinical benchmarks and a different cryptographic path</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Froelicher et al.</a:t>
                      </a:r>
                    </a:p>
                    <a:p>
                      <a:r>
                        <a:rPr sz="1110" b="1">
                          <a:solidFill>
                            <a:srgbClr val="1E3A5F"/>
                          </a:solidFill>
                          <a:latin typeface="Arial"/>
                          <a:ea typeface="Arial"/>
                          <a:cs typeface="Arial"/>
                        </a:rPr>
                        <a:t>FAMHE [12]</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2021</a:t>
                      </a:r>
                    </a:p>
                  </a:txBody>
                  <a:tcPr marL="57150" marR="57150" marT="38100" marB="38100" anchor="ctr">
                    <a:solidFill>
                      <a:srgbClr val="F2F5F7"/>
                    </a:solidFill>
                  </a:tcPr>
                </a:tc>
                <a:tc>
                  <a:txBody>
                    <a:bodyPr/>
                    <a:lstStyle/>
                    <a:p>
                      <a:r>
                        <a:rPr sz="1110">
                          <a:solidFill>
                            <a:srgbClr val="1F2937"/>
                          </a:solidFill>
                          <a:latin typeface="Arial"/>
                          <a:ea typeface="Arial"/>
                          <a:cs typeface="Arial"/>
                        </a:rPr>
                        <a:t>Multiparty homomorphic encryption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Protected biomedical survival and genomic analytics without a central decryptor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Not iterative neural FL; no adaptive compression or poisoning evaluation</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Xu et al.</a:t>
                      </a:r>
                    </a:p>
                    <a:p>
                      <a:r>
                        <a:rPr sz="1110" b="1">
                          <a:solidFill>
                            <a:srgbClr val="1E3A5F"/>
                          </a:solidFill>
                          <a:latin typeface="Arial"/>
                          <a:ea typeface="Arial"/>
                          <a:cs typeface="Arial"/>
                        </a:rPr>
                        <a:t>DDFed [16]</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2024</a:t>
                      </a:r>
                    </a:p>
                  </a:txBody>
                  <a:tcPr marL="57150" marR="57150" marT="38100" marB="38100" anchor="ctr">
                    <a:solidFill>
                      <a:srgbClr val="F2F5F7"/>
                    </a:solidFill>
                  </a:tcPr>
                </a:tc>
                <a:tc>
                  <a:txBody>
                    <a:bodyPr/>
                    <a:lstStyle/>
                    <a:p>
                      <a:r>
                        <a:rPr sz="1110">
                          <a:solidFill>
                            <a:srgbClr val="1F2937"/>
                          </a:solidFill>
                          <a:latin typeface="Arial"/>
                          <a:ea typeface="Arial"/>
                          <a:cs typeface="Arial"/>
                        </a:rPr>
                        <a:t>FHE with encrypted anomaly detection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update confidentiality with poisoning detection in cross-device and cross-silo FL</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formal record-level DP, ciphertext-aware compression, or external governance</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Gu et al.</a:t>
                      </a:r>
                    </a:p>
                    <a:p>
                      <a:r>
                        <a:rPr sz="1110" b="1">
                          <a:solidFill>
                            <a:srgbClr val="1E3A5F"/>
                          </a:solidFill>
                          <a:latin typeface="Arial"/>
                          <a:ea typeface="Arial"/>
                          <a:cs typeface="Arial"/>
                        </a:rPr>
                        <a:t>DP-BREM+ [17]</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Secure aggregation, client momentum, and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formal privacy and Byzantine robustness without a trusted server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encrypted wire-reduction method, clinical cohort, or external audit ledger</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Asi et al.</a:t>
                      </a:r>
                    </a:p>
                    <a:p>
                      <a:r>
                        <a:rPr sz="1110" b="1">
                          <a:solidFill>
                            <a:srgbClr val="1E3A5F"/>
                          </a:solidFill>
                          <a:latin typeface="Arial"/>
                          <a:ea typeface="Arial"/>
                          <a:cs typeface="Arial"/>
                        </a:rPr>
                        <a:t>PREAMBLE [18]</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Two-server block-sparse private aggregation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Co-designs block sparsity and protected transport for high-dimensional vectors</a:t>
                      </a:r>
                    </a:p>
                  </a:txBody>
                  <a:tcPr marL="57150" marR="57150" marT="38100" marB="38100" anchor="ctr">
                    <a:solidFill>
                      <a:srgbClr val="FFFFFF"/>
                    </a:solidFill>
                  </a:tcPr>
                </a:tc>
                <a:tc>
                  <a:txBody>
                    <a:bodyPr/>
                    <a:lstStyle/>
                    <a:p>
                      <a:r>
                        <a:rPr sz="1110">
                          <a:solidFill>
                            <a:srgbClr val="1F2937"/>
                          </a:solidFill>
                          <a:latin typeface="Arial"/>
                          <a:ea typeface="Arial"/>
                          <a:cs typeface="Arial"/>
                        </a:rPr>
                        <a:t>Requires non-colluding servers; no poisoning or end-to-end clinical FL</a:t>
                      </a:r>
                    </a:p>
                  </a:txBody>
                  <a:tcPr marL="57150" marR="57150" marT="38100" marB="38100" anchor="ctr">
                    <a:solidFill>
                      <a:srgbClr val="FFFFFF"/>
                    </a:solidFill>
                  </a:tcPr>
                </a:tc>
              </a:tr>
            </a:tbl>
          </a:graphicData>
        </a:graphic>
      </p:graphicFrame>
      <p:sp>
        <p:nvSpPr>
          <p:cNvPr id="252" name="related-comparison-note">
            <a:extLst xmlns:a="http://schemas.openxmlformats.org/drawingml/2006/main">
              <a:ext uri="{FF2B5EF4-FFF2-40B4-BE49-F238E27FC236}">
                <a16:creationId xmlns:a16="http://schemas.microsoft.com/office/drawing/2014/main" id="{EEA77285-8E95-45D8-AA77-13B2B157C036}"/>
              </a:ext>
            </a:extLst>
          </p:cNvPr>
          <p:cNvSpPr>
            <a:spLocks xmlns:a="http://schemas.openxmlformats.org/drawingml/2006/main" noGrp="1"/>
          </p:cNvSpPr>
          <p:nvPr/>
        </p:nvSpPr>
        <p:spPr>
          <a:xfrm xmlns:a="http://schemas.openxmlformats.org/drawingml/2006/main">
            <a:off x="904875" y="56673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63" i="1">
                <a:solidFill>
                  <a:srgbClr val="52606D"/>
                </a:solidFill>
                <a:latin typeface="Arial"/>
                <a:ea typeface="Arial"/>
                <a:cs typeface="Arial"/>
              </a:defRPr>
            </a:pPr>
            <a:r>
              <a:rPr sz="1163" i="1">
                <a:solidFill>
                  <a:srgbClr val="52606D"/>
                </a:solidFill>
                <a:latin typeface="Arial"/>
                <a:ea typeface="Arial"/>
                <a:cs typeface="Arial"/>
              </a:rPr>
              <a:t>The studies use different datasets, privacy definitions, and threat models; the table compares scope rather than rank.</a:t>
            </a:r>
          </a:p>
        </p:txBody>
      </p:sp>
      <p:sp>
        <p:nvSpPr>
          <p:cNvPr id="253" name="related-comparison-border">
            <a:extLst xmlns:a="http://schemas.openxmlformats.org/drawingml/2006/main">
              <a:ext uri="{FF2B5EF4-FFF2-40B4-BE49-F238E27FC236}">
                <a16:creationId xmlns:a16="http://schemas.microsoft.com/office/drawing/2014/main" id="{9E5421A0-D522-4C8D-9A2F-F019BEAACAF5}"/>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sp>
        <p:nvSpPr>
          <p:cNvPr id="254" name="related-comparison-footer-rule">
            <a:extLst xmlns:a="http://schemas.openxmlformats.org/drawingml/2006/main">
              <a:ext uri="{FF2B5EF4-FFF2-40B4-BE49-F238E27FC236}">
                <a16:creationId xmlns:a16="http://schemas.microsoft.com/office/drawing/2014/main" id="{509A58D0-ABF3-4437-85DF-C353E9E73395}"/>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296" name=""/>
          <p:cNvPicPr>
            <a:picLocks xmlns:a="http://schemas.openxmlformats.org/drawingml/2006/main" noChangeAspect="1"/>
          </p:cNvPicPr>
          <p:nvPr/>
        </p:nvPicPr>
        <p:blipFill>
          <a:blip xmlns:r="http://schemas.openxmlformats.org/officeDocument/2006/relationships" xmlns:a="http://schemas.openxmlformats.org/drawingml/2006/main" r:embed="R8e2b2c070a4f4b91"/>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297" name=""/>
          <p:cNvPicPr>
            <a:picLocks xmlns:a="http://schemas.openxmlformats.org/drawingml/2006/main" noChangeAspect="1"/>
          </p:cNvPicPr>
          <p:nvPr/>
        </p:nvPicPr>
        <p:blipFill>
          <a:blip xmlns:r="http://schemas.openxmlformats.org/officeDocument/2006/relationships" xmlns:a="http://schemas.openxmlformats.org/drawingml/2006/main" r:embed="R814fa15acb074184"/>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57" name="related-comparison-date">
            <a:extLst xmlns:a="http://schemas.openxmlformats.org/drawingml/2006/main">
              <a:ext uri="{FF2B5EF4-FFF2-40B4-BE49-F238E27FC236}">
                <a16:creationId xmlns:a16="http://schemas.microsoft.com/office/drawing/2014/main" id="{11BFE405-CAC3-4071-8F9F-2AD117222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buNone/>
              <a:defRPr sz="900">
                <a:solidFill>
                  <a:srgbClr val="1E3A5F"/>
                </a:solidFill>
                <a:latin typeface="Arial"/>
                <a:ea typeface="Arial"/>
                <a:cs typeface="Arial"/>
              </a:defRPr>
            </a:pPr>
            <a:r>
              <a:rPr sz="900">
                <a:solidFill>
                  <a:srgbClr val="1E3A5F"/>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34cbe3bd4324f1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473c3b90e7148b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528"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235de64686fa44a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29"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26348235e9e646d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30"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5cfc454d1bc04913">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532"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e26a502af45f4880">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cxnSp>
        <p:nvCxnSpPr>
          <p:cNvPr id="536"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Local Privacy Pipeline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39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66450585d9144b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9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e0899ab5afa400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401" name=""/>
          <p:cNvPicPr>
            <a:picLocks xmlns:a="http://schemas.openxmlformats.org/drawingml/2006/main" noChangeAspect="1"/>
          </p:cNvPicPr>
          <p:nvPr/>
        </p:nvPicPr>
        <p:blipFill>
          <a:blip xmlns:r="http://schemas.openxmlformats.org/officeDocument/2006/relationships" xmlns:a="http://schemas.openxmlformats.org/drawingml/2006/main" r:embed="Re227c196bc1b410d"/>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9DF7472F-2598-4AB1-8E9A-98E970C1D43C}"/>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05" name=""/>
          <p:cNvPicPr>
            <a:picLocks xmlns:a="http://schemas.openxmlformats.org/drawingml/2006/main" noChangeAspect="1"/>
          </p:cNvPicPr>
          <p:nvPr/>
        </p:nvPicPr>
        <p:blipFill>
          <a:blip xmlns:r="http://schemas.openxmlformats.org/officeDocument/2006/relationships" xmlns:a="http://schemas.openxmlformats.org/drawingml/2006/main" r:embed="Rcce789467d4a4bcc"/>
          <a:stretch xmlns:a="http://schemas.openxmlformats.org/drawingml/2006/main"/>
        </p:blipFill>
        <p:spPr>
          <a:xfrm xmlns:a="http://schemas.openxmlformats.org/drawingml/2006/main">
            <a:off x="671232" y="1238250"/>
            <a:ext cx="10849535" cy="39243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2C738972-09F0-47FD-A1B0-410E3A3EA558}"/>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
        <p:nvSpPr>
          <p:cNvPr id="236" name="native-local-pipeline-cover">
            <a:extLst xmlns:a="http://schemas.openxmlformats.org/drawingml/2006/main">
              <a:ext uri="{FF2B5EF4-FFF2-40B4-BE49-F238E27FC236}">
                <a16:creationId xmlns:a16="http://schemas.microsoft.com/office/drawing/2014/main" id="{63076E54-EF4F-4E7E-9F2D-BF83042568CD}"/>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7" name="local-system-header">
            <a:extLst xmlns:a="http://schemas.openxmlformats.org/drawingml/2006/main">
              <a:ext uri="{FF2B5EF4-FFF2-40B4-BE49-F238E27FC236}">
                <a16:creationId xmlns:a16="http://schemas.microsoft.com/office/drawing/2014/main" id="{706016C4-DA04-40BC-858F-5CF33415A322}"/>
              </a:ext>
            </a:extLst>
          </p:cNvPr>
          <p:cNvSpPr>
            <a:spLocks xmlns:a="http://schemas.openxmlformats.org/drawingml/2006/main" noGrp="1"/>
          </p:cNvSpPr>
          <p:nvPr/>
        </p:nvSpPr>
        <p:spPr>
          <a:xfrm xmlns:a="http://schemas.openxmlformats.org/drawingml/2006/main">
            <a:off x="3000375" y="1133475"/>
            <a:ext cx="6191250" cy="361950"/>
          </a:xfrm>
          <a:prstGeom xmlns:a="http://schemas.openxmlformats.org/drawingml/2006/main" prst="roundRect">
            <a:avLst>
              <a:gd name="adj" fmla="val 21053"/>
            </a:avLst>
          </a:prstGeom>
          <a:solidFill xmlns:a="http://schemas.openxmlformats.org/drawingml/2006/main">
            <a:srgbClr val="F4F7FB"/>
          </a:solidFill>
          <a:ln xmlns:a="http://schemas.openxmlformats.org/drawingml/2006/main" w="13335">
            <a:solidFill>
              <a:srgbClr val="2F6690"/>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b="1">
                <a:solidFill>
                  <a:srgbClr val="1F2937"/>
                </a:solidFill>
                <a:latin typeface="Arial"/>
                <a:ea typeface="Arial"/>
                <a:cs typeface="Arial"/>
              </a:defRPr>
            </a:pPr>
            <a:r>
              <a:rPr sz="1350" b="1">
                <a:solidFill>
                  <a:srgbClr val="1F2937"/>
                </a:solidFill>
                <a:latin typeface="Arial"/>
                <a:ea typeface="Arial"/>
                <a:cs typeface="Arial"/>
              </a:rPr>
              <a:t>Secure Multi-Institutional Healthcare Federated Learning</a:t>
            </a:r>
          </a:p>
        </p:txBody>
      </p:sp>
      <p:sp>
        <p:nvSpPr>
          <p:cNvPr id="238" name="L0-lane-background">
            <a:extLst xmlns:a="http://schemas.openxmlformats.org/drawingml/2006/main">
              <a:ext uri="{FF2B5EF4-FFF2-40B4-BE49-F238E27FC236}">
                <a16:creationId xmlns:a16="http://schemas.microsoft.com/office/drawing/2014/main" id="{73FB87CA-14E0-4603-9DDE-A364A0014D62}"/>
              </a:ext>
            </a:extLst>
          </p:cNvPr>
          <p:cNvSpPr>
            <a:spLocks xmlns:a="http://schemas.openxmlformats.org/drawingml/2006/main" noGrp="1"/>
          </p:cNvSpPr>
          <p:nvPr/>
        </p:nvSpPr>
        <p:spPr>
          <a:xfrm xmlns:a="http://schemas.openxmlformats.org/drawingml/2006/main">
            <a:off x="819150" y="1619250"/>
            <a:ext cx="10572750" cy="876300"/>
          </a:xfrm>
          <a:prstGeom xmlns:a="http://schemas.openxmlformats.org/drawingml/2006/main" prst="roundRect">
            <a:avLst>
              <a:gd name="adj" fmla="val 8696"/>
            </a:avLst>
          </a:prstGeom>
          <a:solidFill xmlns:a="http://schemas.openxmlformats.org/drawingml/2006/main">
            <a:srgbClr val="EEF4FB"/>
          </a:solidFill>
          <a:ln xmlns:a="http://schemas.openxmlformats.org/drawingml/2006/main" w="9525">
            <a:solidFill>
              <a:srgbClr val="D8E0E8"/>
            </a:solidFill>
          </a:ln>
        </p:spPr>
      </p:sp>
      <p:sp>
        <p:nvSpPr>
          <p:cNvPr id="239" name="L0-lane-label">
            <a:extLst xmlns:a="http://schemas.openxmlformats.org/drawingml/2006/main">
              <a:ext uri="{FF2B5EF4-FFF2-40B4-BE49-F238E27FC236}">
                <a16:creationId xmlns:a16="http://schemas.microsoft.com/office/drawing/2014/main" id="{5BB1BD96-5C24-4BE4-B530-145BE438678A}"/>
              </a:ext>
            </a:extLst>
          </p:cNvPr>
          <p:cNvSpPr>
            <a:spLocks xmlns:a="http://schemas.openxmlformats.org/drawingml/2006/main" noGrp="1"/>
          </p:cNvSpPr>
          <p:nvPr/>
        </p:nvSpPr>
        <p:spPr>
          <a:xfrm xmlns:a="http://schemas.openxmlformats.org/drawingml/2006/main">
            <a:off x="914400" y="1714500"/>
            <a:ext cx="1381125" cy="685800"/>
          </a:xfrm>
          <a:prstGeom xmlns:a="http://schemas.openxmlformats.org/drawingml/2006/main" prst="roundRect">
            <a:avLst>
              <a:gd name="adj" fmla="val 11111"/>
            </a:avLst>
          </a:prstGeom>
          <a:solidFill xmlns:a="http://schemas.openxmlformats.org/drawingml/2006/main">
            <a:srgbClr val="2F6690"/>
          </a:solidFill>
          <a:ln xmlns:a="http://schemas.openxmlformats.org/drawingml/2006/main" w="9525">
            <a:solidFill>
              <a:srgbClr val="2F6690"/>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L0</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Governance</a:t>
            </a:r>
          </a:p>
        </p:txBody>
      </p:sp>
      <p:sp>
        <p:nvSpPr>
          <p:cNvPr id="240" name="L1-lane-background">
            <a:extLst xmlns:a="http://schemas.openxmlformats.org/drawingml/2006/main">
              <a:ext uri="{FF2B5EF4-FFF2-40B4-BE49-F238E27FC236}">
                <a16:creationId xmlns:a16="http://schemas.microsoft.com/office/drawing/2014/main" id="{4C3E122E-BFCA-4BAA-8878-DB569979C7E0}"/>
              </a:ext>
            </a:extLst>
          </p:cNvPr>
          <p:cNvSpPr>
            <a:spLocks xmlns:a="http://schemas.openxmlformats.org/drawingml/2006/main" noGrp="1"/>
          </p:cNvSpPr>
          <p:nvPr/>
        </p:nvSpPr>
        <p:spPr>
          <a:xfrm xmlns:a="http://schemas.openxmlformats.org/drawingml/2006/main">
            <a:off x="819150" y="2590800"/>
            <a:ext cx="10572750" cy="876300"/>
          </a:xfrm>
          <a:prstGeom xmlns:a="http://schemas.openxmlformats.org/drawingml/2006/main" prst="roundRect">
            <a:avLst>
              <a:gd name="adj" fmla="val 8696"/>
            </a:avLst>
          </a:prstGeom>
          <a:solidFill xmlns:a="http://schemas.openxmlformats.org/drawingml/2006/main">
            <a:srgbClr val="F1F6FB"/>
          </a:solidFill>
          <a:ln xmlns:a="http://schemas.openxmlformats.org/drawingml/2006/main" w="9525">
            <a:solidFill>
              <a:srgbClr val="D8E0E8"/>
            </a:solidFill>
          </a:ln>
        </p:spPr>
      </p:sp>
      <p:sp>
        <p:nvSpPr>
          <p:cNvPr id="241" name="L1-lane-label">
            <a:extLst xmlns:a="http://schemas.openxmlformats.org/drawingml/2006/main">
              <a:ext uri="{FF2B5EF4-FFF2-40B4-BE49-F238E27FC236}">
                <a16:creationId xmlns:a16="http://schemas.microsoft.com/office/drawing/2014/main" id="{C17F811D-0B4B-446F-8551-3A4BEE966D2C}"/>
              </a:ext>
            </a:extLst>
          </p:cNvPr>
          <p:cNvSpPr>
            <a:spLocks xmlns:a="http://schemas.openxmlformats.org/drawingml/2006/main" noGrp="1"/>
          </p:cNvSpPr>
          <p:nvPr/>
        </p:nvSpPr>
        <p:spPr>
          <a:xfrm xmlns:a="http://schemas.openxmlformats.org/drawingml/2006/main">
            <a:off x="914400" y="2686050"/>
            <a:ext cx="1381125" cy="685800"/>
          </a:xfrm>
          <a:prstGeom xmlns:a="http://schemas.openxmlformats.org/drawingml/2006/main" prst="roundRect">
            <a:avLst>
              <a:gd name="adj" fmla="val 11111"/>
            </a:avLst>
          </a:prstGeom>
          <a:solidFill xmlns:a="http://schemas.openxmlformats.org/drawingml/2006/main">
            <a:srgbClr val="3C78A8"/>
          </a:solidFill>
          <a:ln xmlns:a="http://schemas.openxmlformats.org/drawingml/2006/main" w="9525">
            <a:solidFill>
              <a:srgbClr val="3C78A8"/>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L1</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Local data</a:t>
            </a:r>
          </a:p>
        </p:txBody>
      </p:sp>
      <p:sp>
        <p:nvSpPr>
          <p:cNvPr id="242" name="L2-lane-background">
            <a:extLst xmlns:a="http://schemas.openxmlformats.org/drawingml/2006/main">
              <a:ext uri="{FF2B5EF4-FFF2-40B4-BE49-F238E27FC236}">
                <a16:creationId xmlns:a16="http://schemas.microsoft.com/office/drawing/2014/main" id="{11D9D8EC-208A-44C2-99D8-1BFA83FBBA10}"/>
              </a:ext>
            </a:extLst>
          </p:cNvPr>
          <p:cNvSpPr>
            <a:spLocks xmlns:a="http://schemas.openxmlformats.org/drawingml/2006/main" noGrp="1"/>
          </p:cNvSpPr>
          <p:nvPr/>
        </p:nvSpPr>
        <p:spPr>
          <a:xfrm xmlns:a="http://schemas.openxmlformats.org/drawingml/2006/main">
            <a:off x="819150" y="3562350"/>
            <a:ext cx="10572750" cy="876300"/>
          </a:xfrm>
          <a:prstGeom xmlns:a="http://schemas.openxmlformats.org/drawingml/2006/main" prst="roundRect">
            <a:avLst>
              <a:gd name="adj" fmla="val 8696"/>
            </a:avLst>
          </a:prstGeom>
          <a:solidFill xmlns:a="http://schemas.openxmlformats.org/drawingml/2006/main">
            <a:srgbClr val="ECF7F5"/>
          </a:solidFill>
          <a:ln xmlns:a="http://schemas.openxmlformats.org/drawingml/2006/main" w="9525">
            <a:solidFill>
              <a:srgbClr val="D8E0E8"/>
            </a:solidFill>
          </a:ln>
        </p:spPr>
      </p:sp>
      <p:sp>
        <p:nvSpPr>
          <p:cNvPr id="243" name="L2-lane-label">
            <a:extLst xmlns:a="http://schemas.openxmlformats.org/drawingml/2006/main">
              <a:ext uri="{FF2B5EF4-FFF2-40B4-BE49-F238E27FC236}">
                <a16:creationId xmlns:a16="http://schemas.microsoft.com/office/drawing/2014/main" id="{C47C850B-9B12-437C-B8D9-64382B989158}"/>
              </a:ext>
            </a:extLst>
          </p:cNvPr>
          <p:cNvSpPr>
            <a:spLocks xmlns:a="http://schemas.openxmlformats.org/drawingml/2006/main" noGrp="1"/>
          </p:cNvSpPr>
          <p:nvPr/>
        </p:nvSpPr>
        <p:spPr>
          <a:xfrm xmlns:a="http://schemas.openxmlformats.org/drawingml/2006/main">
            <a:off x="914400" y="3657600"/>
            <a:ext cx="1381125" cy="685800"/>
          </a:xfrm>
          <a:prstGeom xmlns:a="http://schemas.openxmlformats.org/drawingml/2006/main" prst="roundRect">
            <a:avLst>
              <a:gd name="adj" fmla="val 11111"/>
            </a:avLst>
          </a:prstGeom>
          <a:solidFill xmlns:a="http://schemas.openxmlformats.org/drawingml/2006/main">
            <a:srgbClr val="2F7F77"/>
          </a:solidFill>
          <a:ln xmlns:a="http://schemas.openxmlformats.org/drawingml/2006/main" w="952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L2</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Key setup</a:t>
            </a:r>
          </a:p>
        </p:txBody>
      </p:sp>
      <p:sp>
        <p:nvSpPr>
          <p:cNvPr id="244" name="L3-lane-background">
            <a:extLst xmlns:a="http://schemas.openxmlformats.org/drawingml/2006/main">
              <a:ext uri="{FF2B5EF4-FFF2-40B4-BE49-F238E27FC236}">
                <a16:creationId xmlns:a16="http://schemas.microsoft.com/office/drawing/2014/main" id="{94F6A69F-501C-48C1-8825-928751ADFFC1}"/>
              </a:ext>
            </a:extLst>
          </p:cNvPr>
          <p:cNvSpPr>
            <a:spLocks xmlns:a="http://schemas.openxmlformats.org/drawingml/2006/main" noGrp="1"/>
          </p:cNvSpPr>
          <p:nvPr/>
        </p:nvSpPr>
        <p:spPr>
          <a:xfrm xmlns:a="http://schemas.openxmlformats.org/drawingml/2006/main">
            <a:off x="819150" y="4533900"/>
            <a:ext cx="10572750" cy="1028700"/>
          </a:xfrm>
          <a:prstGeom xmlns:a="http://schemas.openxmlformats.org/drawingml/2006/main" prst="roundRect">
            <a:avLst>
              <a:gd name="adj" fmla="val 7407"/>
            </a:avLst>
          </a:prstGeom>
          <a:solidFill xmlns:a="http://schemas.openxmlformats.org/drawingml/2006/main">
            <a:srgbClr val="F3EFFB"/>
          </a:solidFill>
          <a:ln xmlns:a="http://schemas.openxmlformats.org/drawingml/2006/main" w="9525">
            <a:solidFill>
              <a:srgbClr val="D8E0E8"/>
            </a:solidFill>
          </a:ln>
        </p:spPr>
      </p:sp>
      <p:sp>
        <p:nvSpPr>
          <p:cNvPr id="245" name="L3-lane-label">
            <a:extLst xmlns:a="http://schemas.openxmlformats.org/drawingml/2006/main">
              <a:ext uri="{FF2B5EF4-FFF2-40B4-BE49-F238E27FC236}">
                <a16:creationId xmlns:a16="http://schemas.microsoft.com/office/drawing/2014/main" id="{2D5828D6-DB9F-45DB-BC22-4BD155E3FC98}"/>
              </a:ext>
            </a:extLst>
          </p:cNvPr>
          <p:cNvSpPr>
            <a:spLocks xmlns:a="http://schemas.openxmlformats.org/drawingml/2006/main" noGrp="1"/>
          </p:cNvSpPr>
          <p:nvPr/>
        </p:nvSpPr>
        <p:spPr>
          <a:xfrm xmlns:a="http://schemas.openxmlformats.org/drawingml/2006/main">
            <a:off x="914400" y="4629150"/>
            <a:ext cx="1381125" cy="838200"/>
          </a:xfrm>
          <a:prstGeom xmlns:a="http://schemas.openxmlformats.org/drawingml/2006/main" prst="roundRect">
            <a:avLst>
              <a:gd name="adj" fmla="val 9091"/>
            </a:avLst>
          </a:prstGeom>
          <a:solidFill xmlns:a="http://schemas.openxmlformats.org/drawingml/2006/main">
            <a:srgbClr val="6B4FB3"/>
          </a:solidFill>
          <a:ln xmlns:a="http://schemas.openxmlformats.org/drawingml/2006/main" w="9525">
            <a:solidFill>
              <a:srgbClr val="6B4FB3"/>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L3</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training</a:t>
            </a:r>
          </a:p>
        </p:txBody>
      </p:sp>
      <p:sp>
        <p:nvSpPr>
          <p:cNvPr id="246" name="l0-ca">
            <a:extLst xmlns:a="http://schemas.openxmlformats.org/drawingml/2006/main">
              <a:ext uri="{FF2B5EF4-FFF2-40B4-BE49-F238E27FC236}">
                <a16:creationId xmlns:a16="http://schemas.microsoft.com/office/drawing/2014/main" id="{49D62A80-8525-4CEE-BC31-FE6B83B9645C}"/>
              </a:ext>
            </a:extLst>
          </p:cNvPr>
          <p:cNvSpPr>
            <a:spLocks xmlns:a="http://schemas.openxmlformats.org/drawingml/2006/main" noGrp="1"/>
          </p:cNvSpPr>
          <p:nvPr/>
        </p:nvSpPr>
        <p:spPr>
          <a:xfrm xmlns:a="http://schemas.openxmlformats.org/drawingml/2006/main">
            <a:off x="2714625"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Consortium CA</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identity and roles</a:t>
            </a:r>
          </a:p>
        </p:txBody>
      </p:sp>
      <p:sp>
        <p:nvSpPr>
          <p:cNvPr id="247" name="l0-consent">
            <a:extLst xmlns:a="http://schemas.openxmlformats.org/drawingml/2006/main">
              <a:ext uri="{FF2B5EF4-FFF2-40B4-BE49-F238E27FC236}">
                <a16:creationId xmlns:a16="http://schemas.microsoft.com/office/drawing/2014/main" id="{93D5C538-A757-4153-B299-F28807A2E010}"/>
              </a:ext>
            </a:extLst>
          </p:cNvPr>
          <p:cNvSpPr>
            <a:spLocks xmlns:a="http://schemas.openxmlformats.org/drawingml/2006/main" noGrp="1"/>
          </p:cNvSpPr>
          <p:nvPr/>
        </p:nvSpPr>
        <p:spPr>
          <a:xfrm xmlns:a="http://schemas.openxmlformats.org/drawingml/2006/main">
            <a:off x="5238750"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registry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scope and revocation</a:t>
            </a:r>
          </a:p>
        </p:txBody>
      </p:sp>
      <p:sp>
        <p:nvSpPr>
          <p:cNvPr id="248" name="l0-policy">
            <a:extLst xmlns:a="http://schemas.openxmlformats.org/drawingml/2006/main">
              <a:ext uri="{FF2B5EF4-FFF2-40B4-BE49-F238E27FC236}">
                <a16:creationId xmlns:a16="http://schemas.microsoft.com/office/drawing/2014/main" id="{1D18C00B-88DB-46CA-9626-DC45E40B8562}"/>
              </a:ext>
            </a:extLst>
          </p:cNvPr>
          <p:cNvSpPr>
            <a:spLocks xmlns:a="http://schemas.openxmlformats.org/drawingml/2006/main" noGrp="1"/>
          </p:cNvSpPr>
          <p:nvPr/>
        </p:nvSpPr>
        <p:spPr>
          <a:xfrm xmlns:a="http://schemas.openxmlformats.org/drawingml/2006/main">
            <a:off x="7762875" y="1809750"/>
            <a:ext cx="2190750"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Governance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access and incident rules</a:t>
            </a:r>
          </a:p>
        </p:txBody>
      </p:sp>
      <p:cxnSp>
        <p:nvCxnSpPr>
          <p:cNvPr id="420" name=""/>
          <p:cNvCxnSpPr>
            <a:stCxn xmlns:a="http://schemas.openxmlformats.org/drawingml/2006/main" id="246" idx="3"/>
            <a:endCxn xmlns:a="http://schemas.openxmlformats.org/drawingml/2006/main" id="247" idx="1"/>
          </p:cNvCxnSpPr>
          <p:nvPr/>
        </p:nvCxnSpPr>
        <p:spPr>
          <a:xfrm xmlns:a="http://schemas.openxmlformats.org/drawingml/2006/main">
            <a:off x="4667250"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421" name=""/>
          <p:cNvCxnSpPr>
            <a:stCxn xmlns:a="http://schemas.openxmlformats.org/drawingml/2006/main" id="247" idx="3"/>
            <a:endCxn xmlns:a="http://schemas.openxmlformats.org/drawingml/2006/main" id="248" idx="1"/>
          </p:cNvCxnSpPr>
          <p:nvPr/>
        </p:nvCxnSpPr>
        <p:spPr>
          <a:xfrm xmlns:a="http://schemas.openxmlformats.org/drawingml/2006/main">
            <a:off x="7191375"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1" name="l1-hospitals">
            <a:extLst xmlns:a="http://schemas.openxmlformats.org/drawingml/2006/main">
              <a:ext uri="{FF2B5EF4-FFF2-40B4-BE49-F238E27FC236}">
                <a16:creationId xmlns:a16="http://schemas.microsoft.com/office/drawing/2014/main" id="{20F84B98-B76E-47ED-A284-094A3FE6371F}"/>
              </a:ext>
            </a:extLst>
          </p:cNvPr>
          <p:cNvSpPr>
            <a:spLocks xmlns:a="http://schemas.openxmlformats.org/drawingml/2006/main" noGrp="1"/>
          </p:cNvSpPr>
          <p:nvPr/>
        </p:nvSpPr>
        <p:spPr>
          <a:xfrm xmlns:a="http://schemas.openxmlformats.org/drawingml/2006/main">
            <a:off x="2552700" y="2781300"/>
            <a:ext cx="157162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 B, C, ... N</a:t>
            </a:r>
          </a:p>
        </p:txBody>
      </p:sp>
      <p:sp>
        <p:nvSpPr>
          <p:cNvPr id="252" name="l1-check">
            <a:extLst xmlns:a="http://schemas.openxmlformats.org/drawingml/2006/main">
              <a:ext uri="{FF2B5EF4-FFF2-40B4-BE49-F238E27FC236}">
                <a16:creationId xmlns:a16="http://schemas.microsoft.com/office/drawing/2014/main" id="{F9F867D4-41EB-43F7-B63B-3DE5F01E2C51}"/>
              </a:ext>
            </a:extLst>
          </p:cNvPr>
          <p:cNvSpPr>
            <a:spLocks xmlns:a="http://schemas.openxmlformats.org/drawingml/2006/main" noGrp="1"/>
          </p:cNvSpPr>
          <p:nvPr/>
        </p:nvSpPr>
        <p:spPr>
          <a:xfrm xmlns:a="http://schemas.openxmlformats.org/drawingml/2006/main">
            <a:off x="4524375" y="2781300"/>
            <a:ext cx="166687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purpose check</a:t>
            </a:r>
          </a:p>
        </p:txBody>
      </p:sp>
      <p:sp>
        <p:nvSpPr>
          <p:cNvPr id="253" name="l1-preprocess">
            <a:extLst xmlns:a="http://schemas.openxmlformats.org/drawingml/2006/main">
              <a:ext uri="{FF2B5EF4-FFF2-40B4-BE49-F238E27FC236}">
                <a16:creationId xmlns:a16="http://schemas.microsoft.com/office/drawing/2014/main" id="{5BB3347D-AF57-44BC-BDED-8E79B69F46C4}"/>
              </a:ext>
            </a:extLst>
          </p:cNvPr>
          <p:cNvSpPr>
            <a:spLocks xmlns:a="http://schemas.openxmlformats.org/drawingml/2006/main" noGrp="1"/>
          </p:cNvSpPr>
          <p:nvPr/>
        </p:nvSpPr>
        <p:spPr>
          <a:xfrm xmlns:a="http://schemas.openxmlformats.org/drawingml/2006/main">
            <a:off x="65913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Preprocess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normalize features</a:t>
            </a:r>
          </a:p>
        </p:txBody>
      </p:sp>
      <p:sp>
        <p:nvSpPr>
          <p:cNvPr id="254" name="l1-onsite">
            <a:extLst xmlns:a="http://schemas.openxmlformats.org/drawingml/2006/main">
              <a:ext uri="{FF2B5EF4-FFF2-40B4-BE49-F238E27FC236}">
                <a16:creationId xmlns:a16="http://schemas.microsoft.com/office/drawing/2014/main" id="{0FB41C00-15F1-42F5-A268-172C7A2681BC}"/>
              </a:ext>
            </a:extLst>
          </p:cNvPr>
          <p:cNvSpPr>
            <a:spLocks xmlns:a="http://schemas.openxmlformats.org/drawingml/2006/main" noGrp="1"/>
          </p:cNvSpPr>
          <p:nvPr/>
        </p:nvSpPr>
        <p:spPr>
          <a:xfrm xmlns:a="http://schemas.openxmlformats.org/drawingml/2006/main">
            <a:off x="88011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dataset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remains at hospital</a:t>
            </a:r>
          </a:p>
        </p:txBody>
      </p:sp>
      <p:cxnSp>
        <p:nvCxnSpPr>
          <p:cNvPr id="426" name=""/>
          <p:cNvCxnSpPr>
            <a:stCxn xmlns:a="http://schemas.openxmlformats.org/drawingml/2006/main" id="251" idx="3"/>
            <a:endCxn xmlns:a="http://schemas.openxmlformats.org/drawingml/2006/main" id="252" idx="1"/>
          </p:cNvCxnSpPr>
          <p:nvPr/>
        </p:nvCxnSpPr>
        <p:spPr>
          <a:xfrm xmlns:a="http://schemas.openxmlformats.org/drawingml/2006/main">
            <a:off x="4124325"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427" name=""/>
          <p:cNvCxnSpPr>
            <a:stCxn xmlns:a="http://schemas.openxmlformats.org/drawingml/2006/main" id="252" idx="3"/>
            <a:endCxn xmlns:a="http://schemas.openxmlformats.org/drawingml/2006/main" id="253" idx="1"/>
          </p:cNvCxnSpPr>
          <p:nvPr/>
        </p:nvCxnSpPr>
        <p:spPr>
          <a:xfrm xmlns:a="http://schemas.openxmlformats.org/drawingml/2006/main">
            <a:off x="61912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428" name=""/>
          <p:cNvCxnSpPr>
            <a:stCxn xmlns:a="http://schemas.openxmlformats.org/drawingml/2006/main" id="253" idx="3"/>
            <a:endCxn xmlns:a="http://schemas.openxmlformats.org/drawingml/2006/main" id="254" idx="1"/>
          </p:cNvCxnSpPr>
          <p:nvPr/>
        </p:nvCxnSpPr>
        <p:spPr>
          <a:xfrm xmlns:a="http://schemas.openxmlformats.org/drawingml/2006/main">
            <a:off x="84010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8" name="l2-rotate">
            <a:extLst xmlns:a="http://schemas.openxmlformats.org/drawingml/2006/main">
              <a:ext uri="{FF2B5EF4-FFF2-40B4-BE49-F238E27FC236}">
                <a16:creationId xmlns:a16="http://schemas.microsoft.com/office/drawing/2014/main" id="{F9DC976F-7649-4EF9-8FF2-DD28B4D06F3B}"/>
              </a:ext>
            </a:extLst>
          </p:cNvPr>
          <p:cNvSpPr>
            <a:spLocks xmlns:a="http://schemas.openxmlformats.org/drawingml/2006/main" noGrp="1"/>
          </p:cNvSpPr>
          <p:nvPr/>
        </p:nvSpPr>
        <p:spPr>
          <a:xfrm xmlns:a="http://schemas.openxmlformats.org/drawingml/2006/main">
            <a:off x="255270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rotation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revocation</a:t>
            </a:r>
          </a:p>
        </p:txBody>
      </p:sp>
      <p:sp>
        <p:nvSpPr>
          <p:cNvPr id="259" name="l2-keygen">
            <a:extLst xmlns:a="http://schemas.openxmlformats.org/drawingml/2006/main">
              <a:ext uri="{FF2B5EF4-FFF2-40B4-BE49-F238E27FC236}">
                <a16:creationId xmlns:a16="http://schemas.microsoft.com/office/drawing/2014/main" id="{3582771A-D1DB-4D60-9C2B-E888F5770CA9}"/>
              </a:ext>
            </a:extLst>
          </p:cNvPr>
          <p:cNvSpPr>
            <a:spLocks xmlns:a="http://schemas.openxmlformats.org/drawingml/2006/main" noGrp="1"/>
          </p:cNvSpPr>
          <p:nvPr/>
        </p:nvSpPr>
        <p:spPr>
          <a:xfrm xmlns:a="http://schemas.openxmlformats.org/drawingml/2006/main">
            <a:off x="462915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Distributed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generation</a:t>
            </a:r>
          </a:p>
        </p:txBody>
      </p:sp>
      <p:sp>
        <p:nvSpPr>
          <p:cNvPr id="260" name="l2-pubkey">
            <a:extLst xmlns:a="http://schemas.openxmlformats.org/drawingml/2006/main">
              <a:ext uri="{FF2B5EF4-FFF2-40B4-BE49-F238E27FC236}">
                <a16:creationId xmlns:a16="http://schemas.microsoft.com/office/drawing/2014/main" id="{13168765-EBBB-4719-985C-A7481E663919}"/>
              </a:ext>
            </a:extLst>
          </p:cNvPr>
          <p:cNvSpPr>
            <a:spLocks xmlns:a="http://schemas.openxmlformats.org/drawingml/2006/main" noGrp="1"/>
          </p:cNvSpPr>
          <p:nvPr/>
        </p:nvSpPr>
        <p:spPr>
          <a:xfrm xmlns:a="http://schemas.openxmlformats.org/drawingml/2006/main">
            <a:off x="6705600" y="3752850"/>
            <a:ext cx="1714500"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Collective CKKS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public key</a:t>
            </a:r>
          </a:p>
        </p:txBody>
      </p:sp>
      <p:sp>
        <p:nvSpPr>
          <p:cNvPr id="261" name="l2-shares">
            <a:extLst xmlns:a="http://schemas.openxmlformats.org/drawingml/2006/main">
              <a:ext uri="{FF2B5EF4-FFF2-40B4-BE49-F238E27FC236}">
                <a16:creationId xmlns:a16="http://schemas.microsoft.com/office/drawing/2014/main" id="{5C5432F7-54F8-4FD3-8D47-BB7CB95A332C}"/>
              </a:ext>
            </a:extLst>
          </p:cNvPr>
          <p:cNvSpPr>
            <a:spLocks xmlns:a="http://schemas.openxmlformats.org/drawingml/2006/main" noGrp="1"/>
          </p:cNvSpPr>
          <p:nvPr/>
        </p:nvSpPr>
        <p:spPr>
          <a:xfrm xmlns:a="http://schemas.openxmlformats.org/drawingml/2006/main">
            <a:off x="8829675" y="3752850"/>
            <a:ext cx="195262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shares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protected by custodians</a:t>
            </a:r>
          </a:p>
        </p:txBody>
      </p:sp>
      <p:cxnSp>
        <p:nvCxnSpPr>
          <p:cNvPr id="433" name=""/>
          <p:cNvCxnSpPr>
            <a:stCxn xmlns:a="http://schemas.openxmlformats.org/drawingml/2006/main" id="258" idx="3"/>
            <a:endCxn xmlns:a="http://schemas.openxmlformats.org/drawingml/2006/main" id="259" idx="1"/>
          </p:cNvCxnSpPr>
          <p:nvPr/>
        </p:nvCxnSpPr>
        <p:spPr>
          <a:xfrm xmlns:a="http://schemas.openxmlformats.org/drawingml/2006/main">
            <a:off x="421957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434" name=""/>
          <p:cNvCxnSpPr>
            <a:stCxn xmlns:a="http://schemas.openxmlformats.org/drawingml/2006/main" id="259" idx="3"/>
            <a:endCxn xmlns:a="http://schemas.openxmlformats.org/drawingml/2006/main" id="260" idx="1"/>
          </p:cNvCxnSpPr>
          <p:nvPr/>
        </p:nvCxnSpPr>
        <p:spPr>
          <a:xfrm xmlns:a="http://schemas.openxmlformats.org/drawingml/2006/main">
            <a:off x="629602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435" name=""/>
          <p:cNvCxnSpPr>
            <a:stCxn xmlns:a="http://schemas.openxmlformats.org/drawingml/2006/main" id="260" idx="3"/>
            <a:endCxn xmlns:a="http://schemas.openxmlformats.org/drawingml/2006/main" id="261" idx="1"/>
          </p:cNvCxnSpPr>
          <p:nvPr/>
        </p:nvCxnSpPr>
        <p:spPr>
          <a:xfrm xmlns:a="http://schemas.openxmlformats.org/drawingml/2006/main">
            <a:off x="8420100"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5" name="l3-train">
            <a:extLst xmlns:a="http://schemas.openxmlformats.org/drawingml/2006/main">
              <a:ext uri="{FF2B5EF4-FFF2-40B4-BE49-F238E27FC236}">
                <a16:creationId xmlns:a16="http://schemas.microsoft.com/office/drawing/2014/main" id="{A7BAEA67-2B8B-45CA-83A3-0A0965124C38}"/>
              </a:ext>
            </a:extLst>
          </p:cNvPr>
          <p:cNvSpPr>
            <a:spLocks xmlns:a="http://schemas.openxmlformats.org/drawingml/2006/main" noGrp="1"/>
          </p:cNvSpPr>
          <p:nvPr/>
        </p:nvSpPr>
        <p:spPr>
          <a:xfrm xmlns:a="http://schemas.openxmlformats.org/drawingml/2006/main">
            <a:off x="24193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training</a:t>
            </a:r>
          </a:p>
        </p:txBody>
      </p:sp>
      <p:sp>
        <p:nvSpPr>
          <p:cNvPr id="266" name="l3-clip">
            <a:extLst xmlns:a="http://schemas.openxmlformats.org/drawingml/2006/main">
              <a:ext uri="{FF2B5EF4-FFF2-40B4-BE49-F238E27FC236}">
                <a16:creationId xmlns:a16="http://schemas.microsoft.com/office/drawing/2014/main" id="{E17737D8-BFC8-4D94-98C6-4BD580CFF17F}"/>
              </a:ext>
            </a:extLst>
          </p:cNvPr>
          <p:cNvSpPr>
            <a:spLocks xmlns:a="http://schemas.openxmlformats.org/drawingml/2006/main" noGrp="1"/>
          </p:cNvSpPr>
          <p:nvPr/>
        </p:nvSpPr>
        <p:spPr>
          <a:xfrm xmlns:a="http://schemas.openxmlformats.org/drawingml/2006/main">
            <a:off x="40195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Clip per-record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gradients</a:t>
            </a:r>
          </a:p>
        </p:txBody>
      </p:sp>
      <p:sp>
        <p:nvSpPr>
          <p:cNvPr id="267" name="l3-noise">
            <a:extLst xmlns:a="http://schemas.openxmlformats.org/drawingml/2006/main">
              <a:ext uri="{FF2B5EF4-FFF2-40B4-BE49-F238E27FC236}">
                <a16:creationId xmlns:a16="http://schemas.microsoft.com/office/drawing/2014/main" id="{D6B0E17B-FE12-46B7-A038-B555D641EF95}"/>
              </a:ext>
            </a:extLst>
          </p:cNvPr>
          <p:cNvSpPr>
            <a:spLocks xmlns:a="http://schemas.openxmlformats.org/drawingml/2006/main" noGrp="1"/>
          </p:cNvSpPr>
          <p:nvPr/>
        </p:nvSpPr>
        <p:spPr>
          <a:xfrm xmlns:a="http://schemas.openxmlformats.org/drawingml/2006/main">
            <a:off x="56197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Add calibrated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DP noise</a:t>
            </a:r>
          </a:p>
        </p:txBody>
      </p:sp>
      <p:sp>
        <p:nvSpPr>
          <p:cNvPr id="268" name="l3-caabc">
            <a:extLst xmlns:a="http://schemas.openxmlformats.org/drawingml/2006/main">
              <a:ext uri="{FF2B5EF4-FFF2-40B4-BE49-F238E27FC236}">
                <a16:creationId xmlns:a16="http://schemas.microsoft.com/office/drawing/2014/main" id="{6FA4D302-A99A-4791-9FF6-6249DCDCDED1}"/>
              </a:ext>
            </a:extLst>
          </p:cNvPr>
          <p:cNvSpPr>
            <a:spLocks xmlns:a="http://schemas.openxmlformats.org/drawingml/2006/main" noGrp="1"/>
          </p:cNvSpPr>
          <p:nvPr/>
        </p:nvSpPr>
        <p:spPr>
          <a:xfrm xmlns:a="http://schemas.openxmlformats.org/drawingml/2006/main">
            <a:off x="7219950" y="4810125"/>
            <a:ext cx="147637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CAABC-FL block</a:t>
            </a:r>
          </a:p>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compression</a:t>
            </a:r>
          </a:p>
        </p:txBody>
      </p:sp>
      <p:sp>
        <p:nvSpPr>
          <p:cNvPr id="269" name="l3-encrypt">
            <a:extLst xmlns:a="http://schemas.openxmlformats.org/drawingml/2006/main">
              <a:ext uri="{FF2B5EF4-FFF2-40B4-BE49-F238E27FC236}">
                <a16:creationId xmlns:a16="http://schemas.microsoft.com/office/drawing/2014/main" id="{5E2B45AA-9696-4B00-BC33-367E23267FC6}"/>
              </a:ext>
            </a:extLst>
          </p:cNvPr>
          <p:cNvSpPr>
            <a:spLocks xmlns:a="http://schemas.openxmlformats.org/drawingml/2006/main" noGrp="1"/>
          </p:cNvSpPr>
          <p:nvPr/>
        </p:nvSpPr>
        <p:spPr>
          <a:xfrm xmlns:a="http://schemas.openxmlformats.org/drawingml/2006/main">
            <a:off x="8915400" y="4810125"/>
            <a:ext cx="1571625" cy="523875"/>
          </a:xfrm>
          <a:prstGeom xmlns:a="http://schemas.openxmlformats.org/drawingml/2006/main" prst="roundRect">
            <a:avLst>
              <a:gd name="adj" fmla="val 14545"/>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CKKS encrypt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sign update</a:t>
            </a:r>
          </a:p>
        </p:txBody>
      </p:sp>
      <p:cxnSp>
        <p:nvCxnSpPr>
          <p:cNvPr id="441" name=""/>
          <p:cNvCxnSpPr>
            <a:stCxn xmlns:a="http://schemas.openxmlformats.org/drawingml/2006/main" id="265" idx="3"/>
            <a:endCxn xmlns:a="http://schemas.openxmlformats.org/drawingml/2006/main" id="266" idx="1"/>
          </p:cNvCxnSpPr>
          <p:nvPr/>
        </p:nvCxnSpPr>
        <p:spPr>
          <a:xfrm xmlns:a="http://schemas.openxmlformats.org/drawingml/2006/main">
            <a:off x="38004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442" name=""/>
          <p:cNvCxnSpPr>
            <a:stCxn xmlns:a="http://schemas.openxmlformats.org/drawingml/2006/main" id="266" idx="3"/>
            <a:endCxn xmlns:a="http://schemas.openxmlformats.org/drawingml/2006/main" id="267" idx="1"/>
          </p:cNvCxnSpPr>
          <p:nvPr/>
        </p:nvCxnSpPr>
        <p:spPr>
          <a:xfrm xmlns:a="http://schemas.openxmlformats.org/drawingml/2006/main">
            <a:off x="54006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443" name=""/>
          <p:cNvCxnSpPr>
            <a:stCxn xmlns:a="http://schemas.openxmlformats.org/drawingml/2006/main" id="267" idx="3"/>
            <a:endCxn xmlns:a="http://schemas.openxmlformats.org/drawingml/2006/main" id="268" idx="1"/>
          </p:cNvCxnSpPr>
          <p:nvPr/>
        </p:nvCxnSpPr>
        <p:spPr>
          <a:xfrm xmlns:a="http://schemas.openxmlformats.org/drawingml/2006/main">
            <a:off x="70008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444" name=""/>
          <p:cNvCxnSpPr>
            <a:stCxn xmlns:a="http://schemas.openxmlformats.org/drawingml/2006/main" id="268" idx="3"/>
            <a:endCxn xmlns:a="http://schemas.openxmlformats.org/drawingml/2006/main" id="269" idx="1"/>
          </p:cNvCxnSpPr>
          <p:nvPr/>
        </p:nvCxnSpPr>
        <p:spPr>
          <a:xfrm xmlns:a="http://schemas.openxmlformats.org/drawingml/2006/main">
            <a:off x="869632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445" name=""/>
          <p:cNvCxnSpPr>
            <a:stCxn xmlns:a="http://schemas.openxmlformats.org/drawingml/2006/main" id="237" idx="2"/>
            <a:endCxn xmlns:a="http://schemas.openxmlformats.org/drawingml/2006/main" id="247" idx="0"/>
          </p:cNvCxnSpPr>
          <p:nvPr/>
        </p:nvCxnSpPr>
        <p:spPr>
          <a:xfrm xmlns:a="http://schemas.openxmlformats.org/drawingml/2006/main">
            <a:off x="6096000" y="1495425"/>
            <a:ext cx="119063" cy="3143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446" name=""/>
          <p:cNvCxnSpPr>
            <a:stCxn xmlns:a="http://schemas.openxmlformats.org/drawingml/2006/main" id="247" idx="2"/>
            <a:endCxn xmlns:a="http://schemas.openxmlformats.org/drawingml/2006/main" id="252" idx="0"/>
          </p:cNvCxnSpPr>
          <p:nvPr/>
        </p:nvCxnSpPr>
        <p:spPr>
          <a:xfrm xmlns:a="http://schemas.openxmlformats.org/drawingml/2006/main" flipH="1">
            <a:off x="5357813" y="2314575"/>
            <a:ext cx="857250"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447" name=""/>
          <p:cNvCxnSpPr>
            <a:stCxn xmlns:a="http://schemas.openxmlformats.org/drawingml/2006/main" id="254" idx="2"/>
            <a:endCxn xmlns:a="http://schemas.openxmlformats.org/drawingml/2006/main" id="260" idx="0"/>
          </p:cNvCxnSpPr>
          <p:nvPr/>
        </p:nvCxnSpPr>
        <p:spPr>
          <a:xfrm xmlns:a="http://schemas.openxmlformats.org/drawingml/2006/main" flipH="1">
            <a:off x="7562850" y="3286125"/>
            <a:ext cx="2143125"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448" name=""/>
          <p:cNvCxnSpPr>
            <a:stCxn xmlns:a="http://schemas.openxmlformats.org/drawingml/2006/main" id="261" idx="2"/>
            <a:endCxn xmlns:a="http://schemas.openxmlformats.org/drawingml/2006/main" id="269" idx="0"/>
          </p:cNvCxnSpPr>
          <p:nvPr/>
        </p:nvCxnSpPr>
        <p:spPr>
          <a:xfrm xmlns:a="http://schemas.openxmlformats.org/drawingml/2006/main" flipH="1">
            <a:off x="9701213" y="4257675"/>
            <a:ext cx="104775" cy="55245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sp>
        <p:nvSpPr>
          <p:cNvPr id="278" name="diagram-outcome-note">
            <a:extLst xmlns:a="http://schemas.openxmlformats.org/drawingml/2006/main">
              <a:ext uri="{FF2B5EF4-FFF2-40B4-BE49-F238E27FC236}">
                <a16:creationId xmlns:a16="http://schemas.microsoft.com/office/drawing/2014/main" id="{57242147-2845-48CD-8D35-0B7EFEC99455}"/>
              </a:ext>
            </a:extLst>
          </p:cNvPr>
          <p:cNvSpPr>
            <a:spLocks xmlns:a="http://schemas.openxmlformats.org/drawingml/2006/main" noGrp="1"/>
          </p:cNvSpPr>
          <p:nvPr/>
        </p:nvSpPr>
        <p:spPr>
          <a:xfrm xmlns:a="http://schemas.openxmlformats.org/drawingml/2006/main">
            <a:off x="3000375" y="5686425"/>
            <a:ext cx="6191250" cy="342900"/>
          </a:xfrm>
          <a:prstGeom xmlns:a="http://schemas.openxmlformats.org/drawingml/2006/main" prst="roundRect">
            <a:avLst>
              <a:gd name="adj" fmla="val 22222"/>
            </a:avLst>
          </a:prstGeom>
          <a:solidFill xmlns:a="http://schemas.openxmlformats.org/drawingml/2006/main">
            <a:srgbClr val="ECF7F5"/>
          </a:solidFill>
          <a:ln xmlns:a="http://schemas.openxmlformats.org/drawingml/2006/main" w="11430">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2F7F77"/>
                </a:solidFill>
                <a:latin typeface="Arial"/>
                <a:ea typeface="Arial"/>
                <a:cs typeface="Arial"/>
              </a:defRPr>
            </a:pPr>
            <a:r>
              <a:rPr sz="1275" b="1">
                <a:solidFill>
                  <a:srgbClr val="2F7F77"/>
                </a:solidFill>
                <a:latin typeface="Arial"/>
                <a:ea typeface="Arial"/>
                <a:cs typeface="Arial"/>
              </a:rPr>
              <a:t>Output: encrypted, compressed and signed client update</a:t>
            </a:r>
          </a:p>
        </p:txBody>
      </p:sp>
    </p:spTree>
    <p:extLst>
      <p:ext uri="{BB962C8B-B14F-4D97-AF65-F5344CB8AC3E}">
        <p14:creationId xmlns:p14="http://schemas.microsoft.com/office/powerpoint/2010/main" val="22446828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Trust and Model Release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44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25efca3c0bf45c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4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9766b535f344c0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446" name=""/>
          <p:cNvPicPr>
            <a:picLocks xmlns:a="http://schemas.openxmlformats.org/drawingml/2006/main" noChangeAspect="1"/>
          </p:cNvPicPr>
          <p:nvPr/>
        </p:nvPicPr>
        <p:blipFill>
          <a:blip xmlns:r="http://schemas.openxmlformats.org/officeDocument/2006/relationships" xmlns:a="http://schemas.openxmlformats.org/drawingml/2006/main" r:embed="Rab8cdf9a2ab64bb9"/>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bottom-cover">
            <a:extLst xmlns:a="http://schemas.openxmlformats.org/drawingml/2006/main">
              <a:ext uri="{FF2B5EF4-FFF2-40B4-BE49-F238E27FC236}">
                <a16:creationId xmlns:a16="http://schemas.microsoft.com/office/drawing/2014/main" id="{E3A906FD-7BF6-484C-BDB4-58637173EB14}"/>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450" name=""/>
          <p:cNvPicPr>
            <a:picLocks xmlns:a="http://schemas.openxmlformats.org/drawingml/2006/main" noChangeAspect="1"/>
          </p:cNvPicPr>
          <p:nvPr/>
        </p:nvPicPr>
        <p:blipFill>
          <a:blip xmlns:r="http://schemas.openxmlformats.org/officeDocument/2006/relationships" xmlns:a="http://schemas.openxmlformats.org/drawingml/2006/main" r:embed="R356ec35b0a104463"/>
          <a:stretch xmlns:a="http://schemas.openxmlformats.org/drawingml/2006/main"/>
        </p:blipFill>
        <p:spPr>
          <a:xfrm xmlns:a="http://schemas.openxmlformats.org/drawingml/2006/main">
            <a:off x="667606" y="1276350"/>
            <a:ext cx="10856789" cy="3857625"/>
          </a:xfrm>
          <a:prstGeom xmlns:a="http://schemas.openxmlformats.org/drawingml/2006/main" prst="rect">
            <a:avLst/>
          </a:prstGeom>
        </p:spPr>
      </p:pic>
      <p:sp>
        <p:nvSpPr>
          <p:cNvPr id="231" name="system-approach-caption-part-2">
            <a:extLst xmlns:a="http://schemas.openxmlformats.org/drawingml/2006/main">
              <a:ext uri="{FF2B5EF4-FFF2-40B4-BE49-F238E27FC236}">
                <a16:creationId xmlns:a16="http://schemas.microsoft.com/office/drawing/2014/main" id="{18971FE5-D80A-483E-A284-E1BB231D4782}"/>
              </a:ext>
            </a:extLst>
          </p:cNvPr>
          <p:cNvSpPr>
            <a:spLocks xmlns:a="http://schemas.openxmlformats.org/drawingml/2006/main" noGrp="1"/>
          </p:cNvSpPr>
          <p:nvPr/>
        </p:nvSpPr>
        <p:spPr>
          <a:xfrm xmlns:a="http://schemas.openxmlformats.org/drawingml/2006/main">
            <a:off x="1095375" y="52768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1(b). Authenticated transport, trust policy, encrypted aggregation, validation, threshold release, verified distribution, and private inference.</a:t>
            </a:r>
          </a:p>
        </p:txBody>
      </p:sp>
      <p:sp>
        <p:nvSpPr>
          <p:cNvPr id="232" name="system-split-border">
            <a:extLst xmlns:a="http://schemas.openxmlformats.org/drawingml/2006/main">
              <a:ext uri="{FF2B5EF4-FFF2-40B4-BE49-F238E27FC236}">
                <a16:creationId xmlns:a16="http://schemas.microsoft.com/office/drawing/2014/main" id="{9F2CC37C-0250-40E7-86DF-B4885E0E33BB}"/>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sp>
        <p:nvSpPr>
          <p:cNvPr id="233" name="system-split-footer-rule">
            <a:extLst xmlns:a="http://schemas.openxmlformats.org/drawingml/2006/main">
              <a:ext uri="{FF2B5EF4-FFF2-40B4-BE49-F238E27FC236}">
                <a16:creationId xmlns:a16="http://schemas.microsoft.com/office/drawing/2014/main" id="{50E7BA17-8C1E-4D0A-92D7-81F6E7F9B3E4}"/>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454" name=""/>
          <p:cNvPicPr>
            <a:picLocks xmlns:a="http://schemas.openxmlformats.org/drawingml/2006/main" noChangeAspect="1"/>
          </p:cNvPicPr>
          <p:nvPr/>
        </p:nvPicPr>
        <p:blipFill>
          <a:blip xmlns:r="http://schemas.openxmlformats.org/officeDocument/2006/relationships" xmlns:a="http://schemas.openxmlformats.org/drawingml/2006/main" r:embed="R16c5a69cd0444394"/>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455" name=""/>
          <p:cNvPicPr>
            <a:picLocks xmlns:a="http://schemas.openxmlformats.org/drawingml/2006/main" noChangeAspect="1"/>
          </p:cNvPicPr>
          <p:nvPr/>
        </p:nvPicPr>
        <p:blipFill>
          <a:blip xmlns:r="http://schemas.openxmlformats.org/officeDocument/2006/relationships" xmlns:a="http://schemas.openxmlformats.org/drawingml/2006/main" r:embed="R18fbd578d47e46f3"/>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36" name="system-split-visible-date">
            <a:extLst xmlns:a="http://schemas.openxmlformats.org/drawingml/2006/main">
              <a:ext uri="{FF2B5EF4-FFF2-40B4-BE49-F238E27FC236}">
                <a16:creationId xmlns:a16="http://schemas.microsoft.com/office/drawing/2014/main" id="{327A7C41-1D12-4BBD-90CE-548504B079D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buNone/>
              <a:defRPr sz="900">
                <a:solidFill>
                  <a:srgbClr val="062B6F"/>
                </a:solidFill>
                <a:latin typeface="Arial"/>
                <a:ea typeface="Arial"/>
                <a:cs typeface="Arial"/>
              </a:defRPr>
            </a:pPr>
            <a:r>
              <a:rPr sz="900">
                <a:solidFill>
                  <a:srgbClr val="062B6F"/>
                </a:solidFill>
                <a:latin typeface="Arial"/>
                <a:ea typeface="Arial"/>
                <a:cs typeface="Arial"/>
              </a:rPr>
              <a:t>25 September 2026</a:t>
            </a:r>
          </a:p>
        </p:txBody>
      </p:sp>
      <p:sp>
        <p:nvSpPr>
          <p:cNvPr id="243" name="native-release-pipeline-cover">
            <a:extLst xmlns:a="http://schemas.openxmlformats.org/drawingml/2006/main">
              <a:ext uri="{FF2B5EF4-FFF2-40B4-BE49-F238E27FC236}">
                <a16:creationId xmlns:a16="http://schemas.microsoft.com/office/drawing/2014/main" id="{B1AC3206-E032-4B91-9184-F82DCF820FF1}"/>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4" name="L4-lane-background">
            <a:extLst xmlns:a="http://schemas.openxmlformats.org/drawingml/2006/main">
              <a:ext uri="{FF2B5EF4-FFF2-40B4-BE49-F238E27FC236}">
                <a16:creationId xmlns:a16="http://schemas.microsoft.com/office/drawing/2014/main" id="{09E3513A-5CB7-4816-AADC-B212D8729B78}"/>
              </a:ext>
            </a:extLst>
          </p:cNvPr>
          <p:cNvSpPr>
            <a:spLocks xmlns:a="http://schemas.openxmlformats.org/drawingml/2006/main" noGrp="1"/>
          </p:cNvSpPr>
          <p:nvPr/>
        </p:nvSpPr>
        <p:spPr>
          <a:xfrm xmlns:a="http://schemas.openxmlformats.org/drawingml/2006/main">
            <a:off x="819150" y="1333500"/>
            <a:ext cx="10572750" cy="895350"/>
          </a:xfrm>
          <a:prstGeom xmlns:a="http://schemas.openxmlformats.org/drawingml/2006/main" prst="roundRect">
            <a:avLst>
              <a:gd name="adj" fmla="val 8511"/>
            </a:avLst>
          </a:prstGeom>
          <a:solidFill xmlns:a="http://schemas.openxmlformats.org/drawingml/2006/main">
            <a:srgbClr val="FFF6E3"/>
          </a:solidFill>
          <a:ln xmlns:a="http://schemas.openxmlformats.org/drawingml/2006/main" w="9525">
            <a:solidFill>
              <a:srgbClr val="D8E0E8"/>
            </a:solidFill>
          </a:ln>
        </p:spPr>
      </p:sp>
      <p:sp>
        <p:nvSpPr>
          <p:cNvPr id="245" name="L4-lane-label">
            <a:extLst xmlns:a="http://schemas.openxmlformats.org/drawingml/2006/main">
              <a:ext uri="{FF2B5EF4-FFF2-40B4-BE49-F238E27FC236}">
                <a16:creationId xmlns:a16="http://schemas.microsoft.com/office/drawing/2014/main" id="{5674893F-4486-4B37-AABF-42C9CE8ABEFA}"/>
              </a:ext>
            </a:extLst>
          </p:cNvPr>
          <p:cNvSpPr>
            <a:spLocks xmlns:a="http://schemas.openxmlformats.org/drawingml/2006/main" noGrp="1"/>
          </p:cNvSpPr>
          <p:nvPr/>
        </p:nvSpPr>
        <p:spPr>
          <a:xfrm xmlns:a="http://schemas.openxmlformats.org/drawingml/2006/main">
            <a:off x="914400" y="1428750"/>
            <a:ext cx="1381125" cy="704850"/>
          </a:xfrm>
          <a:prstGeom xmlns:a="http://schemas.openxmlformats.org/drawingml/2006/main" prst="roundRect">
            <a:avLst>
              <a:gd name="adj" fmla="val 10811"/>
            </a:avLst>
          </a:prstGeom>
          <a:solidFill xmlns:a="http://schemas.openxmlformats.org/drawingml/2006/main">
            <a:srgbClr val="A66F0A"/>
          </a:solidFill>
          <a:ln xmlns:a="http://schemas.openxmlformats.org/drawingml/2006/main" w="9525">
            <a:solidFill>
              <a:srgbClr val="A66F0A"/>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L4</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Trust and transport</a:t>
            </a:r>
          </a:p>
        </p:txBody>
      </p:sp>
      <p:sp>
        <p:nvSpPr>
          <p:cNvPr id="246" name="L5-lane-background">
            <a:extLst xmlns:a="http://schemas.openxmlformats.org/drawingml/2006/main">
              <a:ext uri="{FF2B5EF4-FFF2-40B4-BE49-F238E27FC236}">
                <a16:creationId xmlns:a16="http://schemas.microsoft.com/office/drawing/2014/main" id="{35B580AB-35F2-4E62-8572-D443B5922050}"/>
              </a:ext>
            </a:extLst>
          </p:cNvPr>
          <p:cNvSpPr>
            <a:spLocks xmlns:a="http://schemas.openxmlformats.org/drawingml/2006/main" noGrp="1"/>
          </p:cNvSpPr>
          <p:nvPr/>
        </p:nvSpPr>
        <p:spPr>
          <a:xfrm xmlns:a="http://schemas.openxmlformats.org/drawingml/2006/main">
            <a:off x="819150" y="2324100"/>
            <a:ext cx="10572750" cy="1333500"/>
          </a:xfrm>
          <a:prstGeom xmlns:a="http://schemas.openxmlformats.org/drawingml/2006/main" prst="roundRect">
            <a:avLst>
              <a:gd name="adj" fmla="val 5714"/>
            </a:avLst>
          </a:prstGeom>
          <a:solidFill xmlns:a="http://schemas.openxmlformats.org/drawingml/2006/main">
            <a:srgbClr val="EDF7F0"/>
          </a:solidFill>
          <a:ln xmlns:a="http://schemas.openxmlformats.org/drawingml/2006/main" w="9525">
            <a:solidFill>
              <a:srgbClr val="D8E0E8"/>
            </a:solidFill>
          </a:ln>
        </p:spPr>
      </p:sp>
      <p:sp>
        <p:nvSpPr>
          <p:cNvPr id="247" name="L5-lane-label">
            <a:extLst xmlns:a="http://schemas.openxmlformats.org/drawingml/2006/main">
              <a:ext uri="{FF2B5EF4-FFF2-40B4-BE49-F238E27FC236}">
                <a16:creationId xmlns:a16="http://schemas.microsoft.com/office/drawing/2014/main" id="{DBBDB24D-534D-4864-B96F-CF722C78DAD3}"/>
              </a:ext>
            </a:extLst>
          </p:cNvPr>
          <p:cNvSpPr>
            <a:spLocks xmlns:a="http://schemas.openxmlformats.org/drawingml/2006/main" noGrp="1"/>
          </p:cNvSpPr>
          <p:nvPr/>
        </p:nvSpPr>
        <p:spPr>
          <a:xfrm xmlns:a="http://schemas.openxmlformats.org/drawingml/2006/main">
            <a:off x="914400" y="2419350"/>
            <a:ext cx="1381125" cy="1143000"/>
          </a:xfrm>
          <a:prstGeom xmlns:a="http://schemas.openxmlformats.org/drawingml/2006/main" prst="roundRect">
            <a:avLst>
              <a:gd name="adj" fmla="val 6667"/>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L5</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Secure aggregation</a:t>
            </a:r>
          </a:p>
        </p:txBody>
      </p:sp>
      <p:sp>
        <p:nvSpPr>
          <p:cNvPr id="248" name="L6-lane-background">
            <a:extLst xmlns:a="http://schemas.openxmlformats.org/drawingml/2006/main">
              <a:ext uri="{FF2B5EF4-FFF2-40B4-BE49-F238E27FC236}">
                <a16:creationId xmlns:a16="http://schemas.microsoft.com/office/drawing/2014/main" id="{0C0B051A-D6CA-45B1-A268-E52798527E74}"/>
              </a:ext>
            </a:extLst>
          </p:cNvPr>
          <p:cNvSpPr>
            <a:spLocks xmlns:a="http://schemas.openxmlformats.org/drawingml/2006/main" noGrp="1"/>
          </p:cNvSpPr>
          <p:nvPr/>
        </p:nvSpPr>
        <p:spPr>
          <a:xfrm xmlns:a="http://schemas.openxmlformats.org/drawingml/2006/main">
            <a:off x="819150" y="3752850"/>
            <a:ext cx="10572750" cy="876300"/>
          </a:xfrm>
          <a:prstGeom xmlns:a="http://schemas.openxmlformats.org/drawingml/2006/main" prst="roundRect">
            <a:avLst>
              <a:gd name="adj" fmla="val 8696"/>
            </a:avLst>
          </a:prstGeom>
          <a:solidFill xmlns:a="http://schemas.openxmlformats.org/drawingml/2006/main">
            <a:srgbClr val="EDF7F0"/>
          </a:solidFill>
          <a:ln xmlns:a="http://schemas.openxmlformats.org/drawingml/2006/main" w="9525">
            <a:solidFill>
              <a:srgbClr val="D8E0E8"/>
            </a:solidFill>
          </a:ln>
        </p:spPr>
      </p:sp>
      <p:sp>
        <p:nvSpPr>
          <p:cNvPr id="249" name="L6-lane-label">
            <a:extLst xmlns:a="http://schemas.openxmlformats.org/drawingml/2006/main">
              <a:ext uri="{FF2B5EF4-FFF2-40B4-BE49-F238E27FC236}">
                <a16:creationId xmlns:a16="http://schemas.microsoft.com/office/drawing/2014/main" id="{E9543AEF-D764-406C-A3A0-010F4F0FD0FF}"/>
              </a:ext>
            </a:extLst>
          </p:cNvPr>
          <p:cNvSpPr>
            <a:spLocks xmlns:a="http://schemas.openxmlformats.org/drawingml/2006/main" noGrp="1"/>
          </p:cNvSpPr>
          <p:nvPr/>
        </p:nvSpPr>
        <p:spPr>
          <a:xfrm xmlns:a="http://schemas.openxmlformats.org/drawingml/2006/main">
            <a:off x="914400" y="3848100"/>
            <a:ext cx="1381125" cy="685800"/>
          </a:xfrm>
          <a:prstGeom xmlns:a="http://schemas.openxmlformats.org/drawingml/2006/main" prst="roundRect">
            <a:avLst>
              <a:gd name="adj" fmla="val 11111"/>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L6</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Verified release</a:t>
            </a:r>
          </a:p>
        </p:txBody>
      </p:sp>
      <p:sp>
        <p:nvSpPr>
          <p:cNvPr id="250" name="L7-lane-background">
            <a:extLst xmlns:a="http://schemas.openxmlformats.org/drawingml/2006/main">
              <a:ext uri="{FF2B5EF4-FFF2-40B4-BE49-F238E27FC236}">
                <a16:creationId xmlns:a16="http://schemas.microsoft.com/office/drawing/2014/main" id="{D9321302-1A93-489F-BC90-BAB44DCB630C}"/>
              </a:ext>
            </a:extLst>
          </p:cNvPr>
          <p:cNvSpPr>
            <a:spLocks xmlns:a="http://schemas.openxmlformats.org/drawingml/2006/main" noGrp="1"/>
          </p:cNvSpPr>
          <p:nvPr/>
        </p:nvSpPr>
        <p:spPr>
          <a:xfrm xmlns:a="http://schemas.openxmlformats.org/drawingml/2006/main">
            <a:off x="819150" y="4724400"/>
            <a:ext cx="10572750" cy="876300"/>
          </a:xfrm>
          <a:prstGeom xmlns:a="http://schemas.openxmlformats.org/drawingml/2006/main" prst="roundRect">
            <a:avLst>
              <a:gd name="adj" fmla="val 8696"/>
            </a:avLst>
          </a:prstGeom>
          <a:solidFill xmlns:a="http://schemas.openxmlformats.org/drawingml/2006/main">
            <a:srgbClr val="ECF7F6"/>
          </a:solidFill>
          <a:ln xmlns:a="http://schemas.openxmlformats.org/drawingml/2006/main" w="9525">
            <a:solidFill>
              <a:srgbClr val="D8E0E8"/>
            </a:solidFill>
          </a:ln>
        </p:spPr>
      </p:sp>
      <p:sp>
        <p:nvSpPr>
          <p:cNvPr id="251" name="L7-lane-label">
            <a:extLst xmlns:a="http://schemas.openxmlformats.org/drawingml/2006/main">
              <a:ext uri="{FF2B5EF4-FFF2-40B4-BE49-F238E27FC236}">
                <a16:creationId xmlns:a16="http://schemas.microsoft.com/office/drawing/2014/main" id="{E2D74EF4-B0D2-4F6B-AAC3-912FAAE1EFF7}"/>
              </a:ext>
            </a:extLst>
          </p:cNvPr>
          <p:cNvSpPr>
            <a:spLocks xmlns:a="http://schemas.openxmlformats.org/drawingml/2006/main" noGrp="1"/>
          </p:cNvSpPr>
          <p:nvPr/>
        </p:nvSpPr>
        <p:spPr>
          <a:xfrm xmlns:a="http://schemas.openxmlformats.org/drawingml/2006/main">
            <a:off x="914400" y="4819650"/>
            <a:ext cx="1381125" cy="685800"/>
          </a:xfrm>
          <a:prstGeom xmlns:a="http://schemas.openxmlformats.org/drawingml/2006/main" prst="roundRect">
            <a:avLst>
              <a:gd name="adj" fmla="val 11111"/>
            </a:avLst>
          </a:prstGeom>
          <a:solidFill xmlns:a="http://schemas.openxmlformats.org/drawingml/2006/main">
            <a:srgbClr val="287D78"/>
          </a:solidFill>
          <a:ln xmlns:a="http://schemas.openxmlformats.org/drawingml/2006/main" w="9525">
            <a:solidFill>
              <a:srgbClr val="287D78"/>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L7</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inference</a:t>
            </a:r>
          </a:p>
        </p:txBody>
      </p:sp>
      <p:sp>
        <p:nvSpPr>
          <p:cNvPr id="252" name="l4-mtls">
            <a:extLst xmlns:a="http://schemas.openxmlformats.org/drawingml/2006/main">
              <a:ext uri="{FF2B5EF4-FFF2-40B4-BE49-F238E27FC236}">
                <a16:creationId xmlns:a16="http://schemas.microsoft.com/office/drawing/2014/main" id="{EB74CFD5-298D-495C-BD1C-035783E5DBCB}"/>
              </a:ext>
            </a:extLst>
          </p:cNvPr>
          <p:cNvSpPr>
            <a:spLocks xmlns:a="http://schemas.openxmlformats.org/drawingml/2006/main" noGrp="1"/>
          </p:cNvSpPr>
          <p:nvPr/>
        </p:nvSpPr>
        <p:spPr>
          <a:xfrm xmlns:a="http://schemas.openxmlformats.org/drawingml/2006/main">
            <a:off x="2476500" y="1524000"/>
            <a:ext cx="16192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Mutual TLS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secure channel</a:t>
            </a:r>
          </a:p>
        </p:txBody>
      </p:sp>
      <p:sp>
        <p:nvSpPr>
          <p:cNvPr id="253" name="l4-verify">
            <a:extLst xmlns:a="http://schemas.openxmlformats.org/drawingml/2006/main">
              <a:ext uri="{FF2B5EF4-FFF2-40B4-BE49-F238E27FC236}">
                <a16:creationId xmlns:a16="http://schemas.microsoft.com/office/drawing/2014/main" id="{5C443436-7287-45F4-BD19-8E4A19BAC0B2}"/>
              </a:ext>
            </a:extLst>
          </p:cNvPr>
          <p:cNvSpPr>
            <a:spLocks xmlns:a="http://schemas.openxmlformats.org/drawingml/2006/main" noGrp="1"/>
          </p:cNvSpPr>
          <p:nvPr/>
        </p:nvSpPr>
        <p:spPr>
          <a:xfrm xmlns:a="http://schemas.openxmlformats.org/drawingml/2006/main">
            <a:off x="4524375" y="1524000"/>
            <a:ext cx="185737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Verify identity, signature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round freshness</a:t>
            </a:r>
          </a:p>
        </p:txBody>
      </p:sp>
      <p:sp>
        <p:nvSpPr>
          <p:cNvPr id="254" name="l4-admit">
            <a:extLst xmlns:a="http://schemas.openxmlformats.org/drawingml/2006/main">
              <a:ext uri="{FF2B5EF4-FFF2-40B4-BE49-F238E27FC236}">
                <a16:creationId xmlns:a16="http://schemas.microsoft.com/office/drawing/2014/main" id="{53CE035A-2A77-4748-955D-E940258CE5D1}"/>
              </a:ext>
            </a:extLst>
          </p:cNvPr>
          <p:cNvSpPr>
            <a:spLocks xmlns:a="http://schemas.openxmlformats.org/drawingml/2006/main" noGrp="1"/>
          </p:cNvSpPr>
          <p:nvPr/>
        </p:nvSpPr>
        <p:spPr>
          <a:xfrm xmlns:a="http://schemas.openxmlformats.org/drawingml/2006/main">
            <a:off x="6810375" y="1524000"/>
            <a:ext cx="18097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Admission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reputation check</a:t>
            </a:r>
          </a:p>
        </p:txBody>
      </p:sp>
      <p:sp>
        <p:nvSpPr>
          <p:cNvPr id="255" name="l4-ledger">
            <a:extLst xmlns:a="http://schemas.openxmlformats.org/drawingml/2006/main">
              <a:ext uri="{FF2B5EF4-FFF2-40B4-BE49-F238E27FC236}">
                <a16:creationId xmlns:a16="http://schemas.microsoft.com/office/drawing/2014/main" id="{CF8EC2A1-4D15-4565-9680-ED14178B4034}"/>
              </a:ext>
            </a:extLst>
          </p:cNvPr>
          <p:cNvSpPr>
            <a:spLocks xmlns:a="http://schemas.openxmlformats.org/drawingml/2006/main" noGrp="1"/>
          </p:cNvSpPr>
          <p:nvPr/>
        </p:nvSpPr>
        <p:spPr>
          <a:xfrm xmlns:a="http://schemas.openxmlformats.org/drawingml/2006/main">
            <a:off x="9048750" y="1524000"/>
            <a:ext cx="195262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983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Ciphertext off-chain</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 and status on ledger</a:t>
            </a:r>
          </a:p>
        </p:txBody>
      </p:sp>
      <p:cxnSp>
        <p:nvCxnSpPr>
          <p:cNvPr id="470" name=""/>
          <p:cNvCxnSpPr>
            <a:stCxn xmlns:a="http://schemas.openxmlformats.org/drawingml/2006/main" id="252" idx="3"/>
            <a:endCxn xmlns:a="http://schemas.openxmlformats.org/drawingml/2006/main" id="253" idx="1"/>
          </p:cNvCxnSpPr>
          <p:nvPr/>
        </p:nvCxnSpPr>
        <p:spPr>
          <a:xfrm xmlns:a="http://schemas.openxmlformats.org/drawingml/2006/main">
            <a:off x="4095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471" name=""/>
          <p:cNvCxnSpPr>
            <a:stCxn xmlns:a="http://schemas.openxmlformats.org/drawingml/2006/main" id="253" idx="3"/>
            <a:endCxn xmlns:a="http://schemas.openxmlformats.org/drawingml/2006/main" id="254" idx="1"/>
          </p:cNvCxnSpPr>
          <p:nvPr/>
        </p:nvCxnSpPr>
        <p:spPr>
          <a:xfrm xmlns:a="http://schemas.openxmlformats.org/drawingml/2006/main">
            <a:off x="6381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472" name=""/>
          <p:cNvCxnSpPr>
            <a:stCxn xmlns:a="http://schemas.openxmlformats.org/drawingml/2006/main" id="254" idx="3"/>
            <a:endCxn xmlns:a="http://schemas.openxmlformats.org/drawingml/2006/main" id="255" idx="1"/>
          </p:cNvCxnSpPr>
          <p:nvPr/>
        </p:nvCxnSpPr>
        <p:spPr>
          <a:xfrm xmlns:a="http://schemas.openxmlformats.org/drawingml/2006/main">
            <a:off x="8620125"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9" name="l5-quorum">
            <a:extLst xmlns:a="http://schemas.openxmlformats.org/drawingml/2006/main">
              <a:ext uri="{FF2B5EF4-FFF2-40B4-BE49-F238E27FC236}">
                <a16:creationId xmlns:a16="http://schemas.microsoft.com/office/drawing/2014/main" id="{6A773FF3-EE2F-493E-9D55-9E2EFF3A0419}"/>
              </a:ext>
            </a:extLst>
          </p:cNvPr>
          <p:cNvSpPr>
            <a:spLocks xmlns:a="http://schemas.openxmlformats.org/drawingml/2006/main" noGrp="1"/>
          </p:cNvSpPr>
          <p:nvPr/>
        </p:nvSpPr>
        <p:spPr>
          <a:xfrm xmlns:a="http://schemas.openxmlformats.org/drawingml/2006/main">
            <a:off x="2343150" y="2724150"/>
            <a:ext cx="1381125"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Quorum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dropout handling</a:t>
            </a:r>
          </a:p>
        </p:txBody>
      </p:sp>
      <p:sp>
        <p:nvSpPr>
          <p:cNvPr id="260" name="l5-fedavg">
            <a:extLst xmlns:a="http://schemas.openxmlformats.org/drawingml/2006/main">
              <a:ext uri="{FF2B5EF4-FFF2-40B4-BE49-F238E27FC236}">
                <a16:creationId xmlns:a16="http://schemas.microsoft.com/office/drawing/2014/main" id="{80102FEA-2126-4AE3-A615-5B3CD4D47D7A}"/>
              </a:ext>
            </a:extLst>
          </p:cNvPr>
          <p:cNvSpPr>
            <a:spLocks xmlns:a="http://schemas.openxmlformats.org/drawingml/2006/main" noGrp="1"/>
          </p:cNvSpPr>
          <p:nvPr/>
        </p:nvSpPr>
        <p:spPr>
          <a:xfrm xmlns:a="http://schemas.openxmlformats.org/drawingml/2006/main">
            <a:off x="4000500" y="2724150"/>
            <a:ext cx="161925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3147"/>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Reputation-weighted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homomorphic FedAvg</a:t>
            </a:r>
          </a:p>
        </p:txBody>
      </p:sp>
      <p:sp>
        <p:nvSpPr>
          <p:cNvPr id="261" name="l5-decrypt">
            <a:extLst xmlns:a="http://schemas.openxmlformats.org/drawingml/2006/main">
              <a:ext uri="{FF2B5EF4-FFF2-40B4-BE49-F238E27FC236}">
                <a16:creationId xmlns:a16="http://schemas.microsoft.com/office/drawing/2014/main" id="{ED1B2A6C-4649-4427-A1FE-873CB8B69D86}"/>
              </a:ext>
            </a:extLst>
          </p:cNvPr>
          <p:cNvSpPr>
            <a:spLocks xmlns:a="http://schemas.openxmlformats.org/drawingml/2006/main" noGrp="1"/>
          </p:cNvSpPr>
          <p:nvPr/>
        </p:nvSpPr>
        <p:spPr>
          <a:xfrm xmlns:a="http://schemas.openxmlformats.org/drawingml/2006/main">
            <a:off x="5895975" y="2724150"/>
            <a:ext cx="1476375" cy="533400"/>
          </a:xfrm>
          <a:prstGeom xmlns:a="http://schemas.openxmlformats.org/drawingml/2006/main" prst="roundRect">
            <a:avLst>
              <a:gd name="adj" fmla="val 14286"/>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decrypt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aggregate only</a:t>
            </a:r>
          </a:p>
        </p:txBody>
      </p:sp>
      <p:sp>
        <p:nvSpPr>
          <p:cNvPr id="262" name="l5-validate">
            <a:extLst xmlns:a="http://schemas.openxmlformats.org/drawingml/2006/main">
              <a:ext uri="{FF2B5EF4-FFF2-40B4-BE49-F238E27FC236}">
                <a16:creationId xmlns:a16="http://schemas.microsoft.com/office/drawing/2014/main" id="{EEB77686-D3D0-4666-8225-CCB147821891}"/>
              </a:ext>
            </a:extLst>
          </p:cNvPr>
          <p:cNvSpPr>
            <a:spLocks xmlns:a="http://schemas.openxmlformats.org/drawingml/2006/main" noGrp="1"/>
          </p:cNvSpPr>
          <p:nvPr/>
        </p:nvSpPr>
        <p:spPr>
          <a:xfrm xmlns:a="http://schemas.openxmlformats.org/drawingml/2006/main">
            <a:off x="7648575" y="2724150"/>
            <a:ext cx="152400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Validate utility, drift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anomaly checks</a:t>
            </a:r>
          </a:p>
        </p:txBody>
      </p:sp>
      <p:sp>
        <p:nvSpPr>
          <p:cNvPr id="263" name="l5-decision">
            <a:extLst xmlns:a="http://schemas.openxmlformats.org/drawingml/2006/main">
              <a:ext uri="{FF2B5EF4-FFF2-40B4-BE49-F238E27FC236}">
                <a16:creationId xmlns:a16="http://schemas.microsoft.com/office/drawing/2014/main" id="{BC3B00FA-F196-4BDF-9D42-CD87EEED5A18}"/>
              </a:ext>
            </a:extLst>
          </p:cNvPr>
          <p:cNvSpPr>
            <a:spLocks xmlns:a="http://schemas.openxmlformats.org/drawingml/2006/main" noGrp="1"/>
          </p:cNvSpPr>
          <p:nvPr/>
        </p:nvSpPr>
        <p:spPr>
          <a:xfrm xmlns:a="http://schemas.openxmlformats.org/drawingml/2006/main">
            <a:off x="9353550" y="2657475"/>
            <a:ext cx="838200" cy="666750"/>
          </a:xfrm>
          <a:prstGeom xmlns:a="http://schemas.openxmlformats.org/drawingml/2006/main" prst="diamond">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75595"/>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Pass?</a:t>
            </a:r>
          </a:p>
        </p:txBody>
      </p:sp>
      <p:cxnSp>
        <p:nvCxnSpPr>
          <p:cNvPr id="478" name=""/>
          <p:cNvCxnSpPr>
            <a:stCxn xmlns:a="http://schemas.openxmlformats.org/drawingml/2006/main" id="259" idx="3"/>
            <a:endCxn xmlns:a="http://schemas.openxmlformats.org/drawingml/2006/main" id="260" idx="1"/>
          </p:cNvCxnSpPr>
          <p:nvPr/>
        </p:nvCxnSpPr>
        <p:spPr>
          <a:xfrm xmlns:a="http://schemas.openxmlformats.org/drawingml/2006/main">
            <a:off x="3724275"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479" name=""/>
          <p:cNvCxnSpPr>
            <a:stCxn xmlns:a="http://schemas.openxmlformats.org/drawingml/2006/main" id="260" idx="3"/>
            <a:endCxn xmlns:a="http://schemas.openxmlformats.org/drawingml/2006/main" id="261" idx="1"/>
          </p:cNvCxnSpPr>
          <p:nvPr/>
        </p:nvCxnSpPr>
        <p:spPr>
          <a:xfrm xmlns:a="http://schemas.openxmlformats.org/drawingml/2006/main">
            <a:off x="56197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480" name=""/>
          <p:cNvCxnSpPr>
            <a:stCxn xmlns:a="http://schemas.openxmlformats.org/drawingml/2006/main" id="261" idx="3"/>
            <a:endCxn xmlns:a="http://schemas.openxmlformats.org/drawingml/2006/main" id="262" idx="1"/>
          </p:cNvCxnSpPr>
          <p:nvPr/>
        </p:nvCxnSpPr>
        <p:spPr>
          <a:xfrm xmlns:a="http://schemas.openxmlformats.org/drawingml/2006/main">
            <a:off x="73723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481" name=""/>
          <p:cNvCxnSpPr>
            <a:stCxn xmlns:a="http://schemas.openxmlformats.org/drawingml/2006/main" id="262" idx="3"/>
            <a:endCxn xmlns:a="http://schemas.openxmlformats.org/drawingml/2006/main" id="263" idx="1"/>
          </p:cNvCxnSpPr>
          <p:nvPr/>
        </p:nvCxnSpPr>
        <p:spPr>
          <a:xfrm xmlns:a="http://schemas.openxmlformats.org/drawingml/2006/main">
            <a:off x="9172575" y="2990850"/>
            <a:ext cx="1809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8" name="l5-accept">
            <a:extLst xmlns:a="http://schemas.openxmlformats.org/drawingml/2006/main">
              <a:ext uri="{FF2B5EF4-FFF2-40B4-BE49-F238E27FC236}">
                <a16:creationId xmlns:a16="http://schemas.microsoft.com/office/drawing/2014/main" id="{B290B1B0-3FD4-4DF9-80AB-79B80DF555A6}"/>
              </a:ext>
            </a:extLst>
          </p:cNvPr>
          <p:cNvSpPr>
            <a:spLocks xmlns:a="http://schemas.openxmlformats.org/drawingml/2006/main" noGrp="1"/>
          </p:cNvSpPr>
          <p:nvPr/>
        </p:nvSpPr>
        <p:spPr>
          <a:xfrm xmlns:a="http://schemas.openxmlformats.org/drawingml/2006/main">
            <a:off x="10382250" y="2447925"/>
            <a:ext cx="904875" cy="400050"/>
          </a:xfrm>
          <a:prstGeom xmlns:a="http://schemas.openxmlformats.org/drawingml/2006/main" prst="roundRect">
            <a:avLst>
              <a:gd name="adj" fmla="val 19048"/>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82481"/>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Accept model</a:t>
            </a:r>
          </a:p>
        </p:txBody>
      </p:sp>
      <p:sp>
        <p:nvSpPr>
          <p:cNvPr id="269" name="l5-reject">
            <a:extLst xmlns:a="http://schemas.openxmlformats.org/drawingml/2006/main">
              <a:ext uri="{FF2B5EF4-FFF2-40B4-BE49-F238E27FC236}">
                <a16:creationId xmlns:a16="http://schemas.microsoft.com/office/drawing/2014/main" id="{4189A42B-F3E3-4595-BD80-16F3C5CF3BAD}"/>
              </a:ext>
            </a:extLst>
          </p:cNvPr>
          <p:cNvSpPr>
            <a:spLocks xmlns:a="http://schemas.openxmlformats.org/drawingml/2006/main" noGrp="1"/>
          </p:cNvSpPr>
          <p:nvPr/>
        </p:nvSpPr>
        <p:spPr>
          <a:xfrm xmlns:a="http://schemas.openxmlformats.org/drawingml/2006/main">
            <a:off x="10382250" y="3105150"/>
            <a:ext cx="904875" cy="419100"/>
          </a:xfrm>
          <a:prstGeom xmlns:a="http://schemas.openxmlformats.org/drawingml/2006/main" prst="roundRect">
            <a:avLst>
              <a:gd name="adj" fmla="val 18182"/>
            </a:avLst>
          </a:prstGeom>
          <a:solidFill xmlns:a="http://schemas.openxmlformats.org/drawingml/2006/main">
            <a:srgbClr val="FDEEEE"/>
          </a:solidFill>
          <a:ln xmlns:a="http://schemas.openxmlformats.org/drawingml/2006/main" w="13335">
            <a:solidFill>
              <a:srgbClr val="C94B4B"/>
            </a:solidFill>
          </a:ln>
        </p:spPr>
        <p:txBody>
          <a:bodyPr xmlns:a="http://schemas.openxmlformats.org/drawingml/2006/main" anchor="ctr">
            <a:normAutofit fontScale="81525"/>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Rollback and</a:t>
            </a:r>
          </a:p>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quarantine</a:t>
            </a:r>
          </a:p>
        </p:txBody>
      </p:sp>
      <p:cxnSp>
        <p:nvCxnSpPr>
          <p:cNvPr id="484" name=""/>
          <p:cNvCxnSpPr>
            <a:stCxn xmlns:a="http://schemas.openxmlformats.org/drawingml/2006/main" id="263" idx="3"/>
            <a:endCxn xmlns:a="http://schemas.openxmlformats.org/drawingml/2006/main" id="268" idx="1"/>
          </p:cNvCxnSpPr>
          <p:nvPr/>
        </p:nvCxnSpPr>
        <p:spPr>
          <a:xfrm xmlns:a="http://schemas.openxmlformats.org/drawingml/2006/main" flipV="1">
            <a:off x="10191750" y="2647950"/>
            <a:ext cx="190500" cy="342900"/>
          </a:xfrm>
          <a:prstGeom xmlns:a="http://schemas.openxmlformats.org/drawingml/2006/main" prst="bentConnector3">
            <a:avLst>
              <a:gd name="adj1" fmla="val 50000"/>
            </a:avLst>
          </a:prstGeom>
          <a:ln xmlns:a="http://schemas.openxmlformats.org/drawingml/2006/main" w="16193">
            <a:solidFill>
              <a:srgbClr val="2E7D4F"/>
            </a:solidFill>
            <a:prstDash val="solid"/>
            <a:headEnd type="none" w="med" len="med"/>
            <a:tailEnd type="triangle" w="sm" len="sm"/>
          </a:ln>
        </p:spPr>
      </p:cxnSp>
      <p:cxnSp>
        <p:nvCxnSpPr>
          <p:cNvPr id="485" name=""/>
          <p:cNvCxnSpPr>
            <a:stCxn xmlns:a="http://schemas.openxmlformats.org/drawingml/2006/main" id="263" idx="2"/>
            <a:endCxn xmlns:a="http://schemas.openxmlformats.org/drawingml/2006/main" id="269" idx="1"/>
          </p:cNvCxnSpPr>
          <p:nvPr/>
        </p:nvCxnSpPr>
        <p:spPr>
          <a:xfrm xmlns:a="http://schemas.openxmlformats.org/drawingml/2006/main" flipV="1">
            <a:off x="9772650" y="3314700"/>
            <a:ext cx="609600" cy="9525"/>
          </a:xfrm>
          <a:prstGeom xmlns:a="http://schemas.openxmlformats.org/drawingml/2006/main" prst="bentConnector3">
            <a:avLst>
              <a:gd name="adj1" fmla="val 0"/>
            </a:avLst>
          </a:prstGeom>
          <a:ln xmlns:a="http://schemas.openxmlformats.org/drawingml/2006/main" w="16193">
            <a:solidFill>
              <a:srgbClr val="C94B4B"/>
            </a:solidFill>
            <a:prstDash val="solid"/>
            <a:headEnd type="none" w="med" len="med"/>
            <a:tailEnd type="triangle" w="sm" len="sm"/>
          </a:ln>
        </p:spPr>
      </p:cxnSp>
      <p:sp>
        <p:nvSpPr>
          <p:cNvPr id="272" name="accept-label">
            <a:extLst xmlns:a="http://schemas.openxmlformats.org/drawingml/2006/main">
              <a:ext uri="{FF2B5EF4-FFF2-40B4-BE49-F238E27FC236}">
                <a16:creationId xmlns:a16="http://schemas.microsoft.com/office/drawing/2014/main" id="{8E306D12-4090-4BF4-8EAA-7DABEB8CF822}"/>
              </a:ext>
            </a:extLst>
          </p:cNvPr>
          <p:cNvSpPr>
            <a:spLocks xmlns:a="http://schemas.openxmlformats.org/drawingml/2006/main" noGrp="1"/>
          </p:cNvSpPr>
          <p:nvPr/>
        </p:nvSpPr>
        <p:spPr>
          <a:xfrm xmlns:a="http://schemas.openxmlformats.org/drawingml/2006/main">
            <a:off x="10163175" y="24479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023"/>
          </a:bodyPr>
          <a:lstStyle xmlns:a="http://schemas.openxmlformats.org/drawingml/2006/main"/>
          <a:p xmlns:a="http://schemas.openxmlformats.org/drawingml/2006/main">
            <a:pPr algn="ctr">
              <a:buNone/>
              <a:defRPr sz="825" b="1">
                <a:solidFill>
                  <a:srgbClr val="2E7D4F"/>
                </a:solidFill>
                <a:latin typeface="Arial"/>
                <a:ea typeface="Arial"/>
                <a:cs typeface="Arial"/>
              </a:defRPr>
            </a:pPr>
            <a:r>
              <a:rPr sz="825" b="1">
                <a:solidFill>
                  <a:srgbClr val="2E7D4F"/>
                </a:solidFill>
                <a:latin typeface="Arial"/>
                <a:ea typeface="Arial"/>
                <a:cs typeface="Arial"/>
              </a:rPr>
              <a:t>YES</a:t>
            </a:r>
          </a:p>
        </p:txBody>
      </p:sp>
      <p:sp>
        <p:nvSpPr>
          <p:cNvPr id="273" name="reject-label">
            <a:extLst xmlns:a="http://schemas.openxmlformats.org/drawingml/2006/main">
              <a:ext uri="{FF2B5EF4-FFF2-40B4-BE49-F238E27FC236}">
                <a16:creationId xmlns:a16="http://schemas.microsoft.com/office/drawing/2014/main" id="{2E444E79-6138-4BBB-86BD-6266C96D64E4}"/>
              </a:ext>
            </a:extLst>
          </p:cNvPr>
          <p:cNvSpPr>
            <a:spLocks xmlns:a="http://schemas.openxmlformats.org/drawingml/2006/main" noGrp="1"/>
          </p:cNvSpPr>
          <p:nvPr/>
        </p:nvSpPr>
        <p:spPr>
          <a:xfrm xmlns:a="http://schemas.openxmlformats.org/drawingml/2006/main">
            <a:off x="10086975" y="325755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5277"/>
          </a:bodyPr>
          <a:lstStyle xmlns:a="http://schemas.openxmlformats.org/drawingml/2006/main"/>
          <a:p xmlns:a="http://schemas.openxmlformats.org/drawingml/2006/main">
            <a:pPr algn="ctr">
              <a:buNone/>
              <a:defRPr sz="825" b="1">
                <a:solidFill>
                  <a:srgbClr val="C94B4B"/>
                </a:solidFill>
                <a:latin typeface="Arial"/>
                <a:ea typeface="Arial"/>
                <a:cs typeface="Arial"/>
              </a:defRPr>
            </a:pPr>
            <a:r>
              <a:rPr sz="825" b="1">
                <a:solidFill>
                  <a:srgbClr val="C94B4B"/>
                </a:solidFill>
                <a:latin typeface="Arial"/>
                <a:ea typeface="Arial"/>
                <a:cs typeface="Arial"/>
              </a:rPr>
              <a:t>NO</a:t>
            </a:r>
          </a:p>
        </p:txBody>
      </p:sp>
      <p:sp>
        <p:nvSpPr>
          <p:cNvPr id="274" name="l6-record">
            <a:extLst xmlns:a="http://schemas.openxmlformats.org/drawingml/2006/main">
              <a:ext uri="{FF2B5EF4-FFF2-40B4-BE49-F238E27FC236}">
                <a16:creationId xmlns:a16="http://schemas.microsoft.com/office/drawing/2014/main" id="{DDD347D4-BDDF-4091-B408-4538BFC7CC55}"/>
              </a:ext>
            </a:extLst>
          </p:cNvPr>
          <p:cNvSpPr>
            <a:spLocks xmlns:a="http://schemas.openxmlformats.org/drawingml/2006/main" noGrp="1"/>
          </p:cNvSpPr>
          <p:nvPr/>
        </p:nvSpPr>
        <p:spPr>
          <a:xfrm xmlns:a="http://schemas.openxmlformats.org/drawingml/2006/main">
            <a:off x="263842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Record global-model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a:t>
            </a:r>
          </a:p>
        </p:txBody>
      </p:sp>
      <p:sp>
        <p:nvSpPr>
          <p:cNvPr id="275" name="l6-broadcast">
            <a:extLst xmlns:a="http://schemas.openxmlformats.org/drawingml/2006/main">
              <a:ext uri="{FF2B5EF4-FFF2-40B4-BE49-F238E27FC236}">
                <a16:creationId xmlns:a16="http://schemas.microsoft.com/office/drawing/2014/main" id="{81870695-226F-4D05-8587-02783712BD68}"/>
              </a:ext>
            </a:extLst>
          </p:cNvPr>
          <p:cNvSpPr>
            <a:spLocks xmlns:a="http://schemas.openxmlformats.org/drawingml/2006/main" noGrp="1"/>
          </p:cNvSpPr>
          <p:nvPr/>
        </p:nvSpPr>
        <p:spPr>
          <a:xfrm xmlns:a="http://schemas.openxmlformats.org/drawingml/2006/main">
            <a:off x="4781550"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Signed secure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broadcast</a:t>
            </a:r>
          </a:p>
        </p:txBody>
      </p:sp>
      <p:sp>
        <p:nvSpPr>
          <p:cNvPr id="276" name="l6-verify">
            <a:extLst xmlns:a="http://schemas.openxmlformats.org/drawingml/2006/main">
              <a:ext uri="{FF2B5EF4-FFF2-40B4-BE49-F238E27FC236}">
                <a16:creationId xmlns:a16="http://schemas.microsoft.com/office/drawing/2014/main" id="{603F78C0-586C-4CEC-8D06-A0742952D251}"/>
              </a:ext>
            </a:extLst>
          </p:cNvPr>
          <p:cNvSpPr>
            <a:spLocks xmlns:a="http://schemas.openxmlformats.org/drawingml/2006/main" noGrp="1"/>
          </p:cNvSpPr>
          <p:nvPr/>
        </p:nvSpPr>
        <p:spPr>
          <a:xfrm xmlns:a="http://schemas.openxmlformats.org/drawingml/2006/main">
            <a:off x="692467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 verify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version and hash</a:t>
            </a:r>
          </a:p>
        </p:txBody>
      </p:sp>
      <p:sp>
        <p:nvSpPr>
          <p:cNvPr id="277" name="l6-next">
            <a:extLst xmlns:a="http://schemas.openxmlformats.org/drawingml/2006/main">
              <a:ext uri="{FF2B5EF4-FFF2-40B4-BE49-F238E27FC236}">
                <a16:creationId xmlns:a16="http://schemas.microsoft.com/office/drawing/2014/main" id="{A68478F7-87A2-4FBC-B7FF-369AF12D4132}"/>
              </a:ext>
            </a:extLst>
          </p:cNvPr>
          <p:cNvSpPr>
            <a:spLocks xmlns:a="http://schemas.openxmlformats.org/drawingml/2006/main" noGrp="1"/>
          </p:cNvSpPr>
          <p:nvPr/>
        </p:nvSpPr>
        <p:spPr>
          <a:xfrm xmlns:a="http://schemas.openxmlformats.org/drawingml/2006/main">
            <a:off x="9067800" y="3943350"/>
            <a:ext cx="14763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Begin next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FL round</a:t>
            </a:r>
          </a:p>
        </p:txBody>
      </p:sp>
      <p:cxnSp>
        <p:nvCxnSpPr>
          <p:cNvPr id="492" name=""/>
          <p:cNvCxnSpPr>
            <a:stCxn xmlns:a="http://schemas.openxmlformats.org/drawingml/2006/main" id="274" idx="3"/>
            <a:endCxn xmlns:a="http://schemas.openxmlformats.org/drawingml/2006/main" id="275" idx="1"/>
          </p:cNvCxnSpPr>
          <p:nvPr/>
        </p:nvCxnSpPr>
        <p:spPr>
          <a:xfrm xmlns:a="http://schemas.openxmlformats.org/drawingml/2006/main">
            <a:off x="430530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493" name=""/>
          <p:cNvCxnSpPr>
            <a:stCxn xmlns:a="http://schemas.openxmlformats.org/drawingml/2006/main" id="275" idx="3"/>
            <a:endCxn xmlns:a="http://schemas.openxmlformats.org/drawingml/2006/main" id="276" idx="1"/>
          </p:cNvCxnSpPr>
          <p:nvPr/>
        </p:nvCxnSpPr>
        <p:spPr>
          <a:xfrm xmlns:a="http://schemas.openxmlformats.org/drawingml/2006/main">
            <a:off x="6448425"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494" name=""/>
          <p:cNvCxnSpPr>
            <a:stCxn xmlns:a="http://schemas.openxmlformats.org/drawingml/2006/main" id="276" idx="3"/>
            <a:endCxn xmlns:a="http://schemas.openxmlformats.org/drawingml/2006/main" id="277" idx="1"/>
          </p:cNvCxnSpPr>
          <p:nvPr/>
        </p:nvCxnSpPr>
        <p:spPr>
          <a:xfrm xmlns:a="http://schemas.openxmlformats.org/drawingml/2006/main">
            <a:off x="859155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81" name="l7-auth">
            <a:extLst xmlns:a="http://schemas.openxmlformats.org/drawingml/2006/main">
              <a:ext uri="{FF2B5EF4-FFF2-40B4-BE49-F238E27FC236}">
                <a16:creationId xmlns:a16="http://schemas.microsoft.com/office/drawing/2014/main" id="{19409721-CEAB-43EC-B6AF-F948D7EFDB13}"/>
              </a:ext>
            </a:extLst>
          </p:cNvPr>
          <p:cNvSpPr>
            <a:spLocks xmlns:a="http://schemas.openxmlformats.org/drawingml/2006/main" noGrp="1"/>
          </p:cNvSpPr>
          <p:nvPr/>
        </p:nvSpPr>
        <p:spPr>
          <a:xfrm xmlns:a="http://schemas.openxmlformats.org/drawingml/2006/main">
            <a:off x="2343150" y="4914900"/>
            <a:ext cx="1381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Authenticate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request</a:t>
            </a:r>
          </a:p>
        </p:txBody>
      </p:sp>
      <p:sp>
        <p:nvSpPr>
          <p:cNvPr id="282" name="l7-consent">
            <a:extLst xmlns:a="http://schemas.openxmlformats.org/drawingml/2006/main">
              <a:ext uri="{FF2B5EF4-FFF2-40B4-BE49-F238E27FC236}">
                <a16:creationId xmlns:a16="http://schemas.microsoft.com/office/drawing/2014/main" id="{DDB05C49-B6EE-4642-97F5-1CF0226CCCE5}"/>
              </a:ext>
            </a:extLst>
          </p:cNvPr>
          <p:cNvSpPr>
            <a:spLocks xmlns:a="http://schemas.openxmlformats.org/drawingml/2006/main" noGrp="1"/>
          </p:cNvSpPr>
          <p:nvPr/>
        </p:nvSpPr>
        <p:spPr>
          <a:xfrm xmlns:a="http://schemas.openxmlformats.org/drawingml/2006/main">
            <a:off x="3981450" y="4914900"/>
            <a:ext cx="14287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authorization</a:t>
            </a:r>
          </a:p>
        </p:txBody>
      </p:sp>
      <p:sp>
        <p:nvSpPr>
          <p:cNvPr id="283" name="l7-infer">
            <a:extLst xmlns:a="http://schemas.openxmlformats.org/drawingml/2006/main">
              <a:ext uri="{FF2B5EF4-FFF2-40B4-BE49-F238E27FC236}">
                <a16:creationId xmlns:a16="http://schemas.microsoft.com/office/drawing/2014/main" id="{8F97F9D7-557C-4EC7-8ACC-3C7C633777BC}"/>
              </a:ext>
            </a:extLst>
          </p:cNvPr>
          <p:cNvSpPr>
            <a:spLocks xmlns:a="http://schemas.openxmlformats.org/drawingml/2006/main" noGrp="1"/>
          </p:cNvSpPr>
          <p:nvPr/>
        </p:nvSpPr>
        <p:spPr>
          <a:xfrm xmlns:a="http://schemas.openxmlformats.org/drawingml/2006/main">
            <a:off x="5667375" y="4914900"/>
            <a:ext cx="16192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6491"/>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Encrypted or</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confidential inference</a:t>
            </a:r>
          </a:p>
        </p:txBody>
      </p:sp>
      <p:sp>
        <p:nvSpPr>
          <p:cNvPr id="284" name="l7-decrypt">
            <a:extLst xmlns:a="http://schemas.openxmlformats.org/drawingml/2006/main">
              <a:ext uri="{FF2B5EF4-FFF2-40B4-BE49-F238E27FC236}">
                <a16:creationId xmlns:a16="http://schemas.microsoft.com/office/drawing/2014/main" id="{4F4AF1CD-710F-4C7B-B7AA-0799FF8D502B}"/>
              </a:ext>
            </a:extLst>
          </p:cNvPr>
          <p:cNvSpPr>
            <a:spLocks xmlns:a="http://schemas.openxmlformats.org/drawingml/2006/main" noGrp="1"/>
          </p:cNvSpPr>
          <p:nvPr/>
        </p:nvSpPr>
        <p:spPr>
          <a:xfrm xmlns:a="http://schemas.openxmlformats.org/drawingml/2006/main">
            <a:off x="7543800" y="4914900"/>
            <a:ext cx="147637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Controlled result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decryption</a:t>
            </a:r>
          </a:p>
        </p:txBody>
      </p:sp>
      <p:sp>
        <p:nvSpPr>
          <p:cNvPr id="285" name="l7-output">
            <a:extLst xmlns:a="http://schemas.openxmlformats.org/drawingml/2006/main">
              <a:ext uri="{FF2B5EF4-FFF2-40B4-BE49-F238E27FC236}">
                <a16:creationId xmlns:a16="http://schemas.microsoft.com/office/drawing/2014/main" id="{754DEA59-7302-40AB-B1C4-EE419E527356}"/>
              </a:ext>
            </a:extLst>
          </p:cNvPr>
          <p:cNvSpPr>
            <a:spLocks xmlns:a="http://schemas.openxmlformats.org/drawingml/2006/main" noGrp="1"/>
          </p:cNvSpPr>
          <p:nvPr/>
        </p:nvSpPr>
        <p:spPr>
          <a:xfrm xmlns:a="http://schemas.openxmlformats.org/drawingml/2006/main">
            <a:off x="9277350" y="4914900"/>
            <a:ext cx="1762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Minimized, rate-limited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audited output</a:t>
            </a:r>
          </a:p>
        </p:txBody>
      </p:sp>
      <p:cxnSp>
        <p:nvCxnSpPr>
          <p:cNvPr id="500" name=""/>
          <p:cNvCxnSpPr>
            <a:stCxn xmlns:a="http://schemas.openxmlformats.org/drawingml/2006/main" id="281" idx="3"/>
            <a:endCxn xmlns:a="http://schemas.openxmlformats.org/drawingml/2006/main" id="282" idx="1"/>
          </p:cNvCxnSpPr>
          <p:nvPr/>
        </p:nvCxnSpPr>
        <p:spPr>
          <a:xfrm xmlns:a="http://schemas.openxmlformats.org/drawingml/2006/main">
            <a:off x="37242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01" name=""/>
          <p:cNvCxnSpPr>
            <a:stCxn xmlns:a="http://schemas.openxmlformats.org/drawingml/2006/main" id="282" idx="3"/>
            <a:endCxn xmlns:a="http://schemas.openxmlformats.org/drawingml/2006/main" id="283" idx="1"/>
          </p:cNvCxnSpPr>
          <p:nvPr/>
        </p:nvCxnSpPr>
        <p:spPr>
          <a:xfrm xmlns:a="http://schemas.openxmlformats.org/drawingml/2006/main">
            <a:off x="5410200"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02" name=""/>
          <p:cNvCxnSpPr>
            <a:stCxn xmlns:a="http://schemas.openxmlformats.org/drawingml/2006/main" id="283" idx="3"/>
            <a:endCxn xmlns:a="http://schemas.openxmlformats.org/drawingml/2006/main" id="284" idx="1"/>
          </p:cNvCxnSpPr>
          <p:nvPr/>
        </p:nvCxnSpPr>
        <p:spPr>
          <a:xfrm xmlns:a="http://schemas.openxmlformats.org/drawingml/2006/main">
            <a:off x="728662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03" name=""/>
          <p:cNvCxnSpPr>
            <a:stCxn xmlns:a="http://schemas.openxmlformats.org/drawingml/2006/main" id="284" idx="3"/>
            <a:endCxn xmlns:a="http://schemas.openxmlformats.org/drawingml/2006/main" id="285" idx="1"/>
          </p:cNvCxnSpPr>
          <p:nvPr/>
        </p:nvCxnSpPr>
        <p:spPr>
          <a:xfrm xmlns:a="http://schemas.openxmlformats.org/drawingml/2006/main">
            <a:off x="90201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504" name=""/>
          <p:cNvCxnSpPr>
            <a:stCxn xmlns:a="http://schemas.openxmlformats.org/drawingml/2006/main" id="255" idx="2"/>
            <a:endCxn xmlns:a="http://schemas.openxmlformats.org/drawingml/2006/main" id="259" idx="0"/>
          </p:cNvCxnSpPr>
          <p:nvPr/>
        </p:nvCxnSpPr>
        <p:spPr>
          <a:xfrm xmlns:a="http://schemas.openxmlformats.org/drawingml/2006/main" flipH="1">
            <a:off x="3033713" y="2038350"/>
            <a:ext cx="6991350" cy="68580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505" name=""/>
          <p:cNvCxnSpPr>
            <a:stCxn xmlns:a="http://schemas.openxmlformats.org/drawingml/2006/main" id="268" idx="2"/>
            <a:endCxn xmlns:a="http://schemas.openxmlformats.org/drawingml/2006/main" id="274" idx="0"/>
          </p:cNvCxnSpPr>
          <p:nvPr/>
        </p:nvCxnSpPr>
        <p:spPr>
          <a:xfrm xmlns:a="http://schemas.openxmlformats.org/drawingml/2006/main" flipH="1">
            <a:off x="3471863" y="2847975"/>
            <a:ext cx="7362825" cy="1095375"/>
          </a:xfrm>
          <a:prstGeom xmlns:a="http://schemas.openxmlformats.org/drawingml/2006/main" prst="bentConnector4">
            <a:avLst>
              <a:gd name="adj1" fmla="val 0"/>
              <a:gd name="adj2" fmla="val 50000"/>
            </a:avLst>
          </a:prstGeom>
          <a:ln xmlns:a="http://schemas.openxmlformats.org/drawingml/2006/main" w="16193">
            <a:solidFill>
              <a:srgbClr val="2E7D4F"/>
            </a:solidFill>
            <a:prstDash val="solid"/>
            <a:headEnd type="none" w="med" len="med"/>
            <a:tailEnd type="triangle" w="sm" len="sm"/>
          </a:ln>
        </p:spPr>
      </p:cxnSp>
      <p:cxnSp>
        <p:nvCxnSpPr>
          <p:cNvPr id="506" name=""/>
          <p:cNvCxnSpPr>
            <a:stCxn xmlns:a="http://schemas.openxmlformats.org/drawingml/2006/main" id="277" idx="2"/>
            <a:endCxn xmlns:a="http://schemas.openxmlformats.org/drawingml/2006/main" id="281" idx="0"/>
          </p:cNvCxnSpPr>
          <p:nvPr/>
        </p:nvCxnSpPr>
        <p:spPr>
          <a:xfrm xmlns:a="http://schemas.openxmlformats.org/drawingml/2006/main" flipH="1">
            <a:off x="3033713" y="4438650"/>
            <a:ext cx="6772275" cy="476250"/>
          </a:xfrm>
          <a:prstGeom xmlns:a="http://schemas.openxmlformats.org/drawingml/2006/main" prst="bentConnector4">
            <a:avLst>
              <a:gd name="adj1" fmla="val 0"/>
              <a:gd name="adj2" fmla="val 50000"/>
            </a:avLst>
          </a:prstGeom>
          <a:ln xmlns:a="http://schemas.openxmlformats.org/drawingml/2006/main" w="16193">
            <a:solidFill>
              <a:srgbClr val="287D78"/>
            </a:solidFill>
            <a:prstDash val="dash"/>
            <a:headEnd type="none" w="med" len="med"/>
            <a:tailEnd type="triangle" w="sm" len="sm"/>
          </a:ln>
        </p:spPr>
      </p:cxnSp>
      <p:sp>
        <p:nvSpPr>
          <p:cNvPr id="293" name="release-boundary-note">
            <a:extLst xmlns:a="http://schemas.openxmlformats.org/drawingml/2006/main">
              <a:ext uri="{FF2B5EF4-FFF2-40B4-BE49-F238E27FC236}">
                <a16:creationId xmlns:a16="http://schemas.microsoft.com/office/drawing/2014/main" id="{7E225858-8FF8-4DC9-944C-EB0B9F859513}"/>
              </a:ext>
            </a:extLst>
          </p:cNvPr>
          <p:cNvSpPr>
            <a:spLocks xmlns:a="http://schemas.openxmlformats.org/drawingml/2006/main" noGrp="1"/>
          </p:cNvSpPr>
          <p:nvPr/>
        </p:nvSpPr>
        <p:spPr>
          <a:xfrm xmlns:a="http://schemas.openxmlformats.org/drawingml/2006/main">
            <a:off x="2190750" y="56959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03"/>
          </a:bodyPr>
          <a:lstStyle xmlns:a="http://schemas.openxmlformats.org/drawingml/2006/main"/>
          <a:p xmlns:a="http://schemas.openxmlformats.org/drawingml/2006/main">
            <a:pPr algn="ctr">
              <a:buNone/>
              <a:defRPr sz="1200" i="1">
                <a:solidFill>
                  <a:srgbClr val="52606D"/>
                </a:solidFill>
                <a:latin typeface="Arial"/>
                <a:ea typeface="Arial"/>
                <a:cs typeface="Arial"/>
              </a:defRPr>
            </a:pPr>
            <a:r>
              <a:rPr sz="1200" i="1">
                <a:solidFill>
                  <a:srgbClr val="52606D"/>
                </a:solidFill>
                <a:latin typeface="Arial"/>
                <a:ea typeface="Arial"/>
                <a:cs typeface="Arial"/>
              </a:rPr>
              <a:t>Only the validated aggregate can become the global model. The audit ledger stores evidence, not model ciphertexts.</a:t>
            </a:r>
          </a:p>
        </p:txBody>
      </p:sp>
    </p:spTree>
    <p:extLst>
      <p:ext uri="{BB962C8B-B14F-4D97-AF65-F5344CB8AC3E}">
        <p14:creationId xmlns:p14="http://schemas.microsoft.com/office/powerpoint/2010/main" val="22446828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26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ee4c8dfd4bf460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026128d59124a9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problem-formulation-explanation-cover">
            <a:extLst xmlns:a="http://schemas.openxmlformats.org/drawingml/2006/main">
              <a:ext uri="{FF2B5EF4-FFF2-40B4-BE49-F238E27FC236}">
                <a16:creationId xmlns:a16="http://schemas.microsoft.com/office/drawing/2014/main" id="{84699A72-0121-48F9-83F4-99E981AB73AF}"/>
              </a:ext>
            </a:extLst>
          </p:cNvPr>
          <p:cNvSpPr>
            <a:spLocks xmlns:a="http://schemas.openxmlformats.org/drawingml/2006/main" noGrp="1"/>
          </p:cNvSpPr>
          <p:nvPr/>
        </p:nvSpPr>
        <p:spPr>
          <a:xfrm xmlns:a="http://schemas.openxmlformats.org/drawingml/2006/main">
            <a:off x="400050" y="1200150"/>
            <a:ext cx="11391900" cy="4953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learning-objective-title">
            <a:extLst xmlns:a="http://schemas.openxmlformats.org/drawingml/2006/main">
              <a:ext uri="{FF2B5EF4-FFF2-40B4-BE49-F238E27FC236}">
                <a16:creationId xmlns:a16="http://schemas.microsoft.com/office/drawing/2014/main" id="{79B670E3-A9CD-4346-BE6C-9728D4174518}"/>
              </a:ext>
            </a:extLst>
          </p:cNvPr>
          <p:cNvSpPr>
            <a:spLocks xmlns:a="http://schemas.openxmlformats.org/drawingml/2006/main" noGrp="1"/>
          </p:cNvSpPr>
          <p:nvPr/>
        </p:nvSpPr>
        <p:spPr>
          <a:xfrm xmlns:a="http://schemas.openxmlformats.org/drawingml/2006/main">
            <a:off x="904875"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481"/>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Learning objective</a:t>
            </a:r>
          </a:p>
        </p:txBody>
      </p:sp>
      <p:sp>
        <p:nvSpPr>
          <p:cNvPr id="239" name="learning-objective-rule">
            <a:extLst xmlns:a="http://schemas.openxmlformats.org/drawingml/2006/main">
              <a:ext uri="{FF2B5EF4-FFF2-40B4-BE49-F238E27FC236}">
                <a16:creationId xmlns:a16="http://schemas.microsoft.com/office/drawing/2014/main" id="{ACABD4A9-60F2-4789-9336-ACDD7ECA7737}"/>
              </a:ext>
            </a:extLst>
          </p:cNvPr>
          <p:cNvSpPr>
            <a:spLocks xmlns:a="http://schemas.openxmlformats.org/drawingml/2006/main" noGrp="1"/>
          </p:cNvSpPr>
          <p:nvPr/>
        </p:nvSpPr>
        <p:spPr>
          <a:xfrm xmlns:a="http://schemas.openxmlformats.org/drawingml/2006/main">
            <a:off x="904875" y="1762125"/>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0" name="learning-objective-equation">
            <a:extLst xmlns:a="http://schemas.openxmlformats.org/drawingml/2006/main">
              <a:ext uri="{FF2B5EF4-FFF2-40B4-BE49-F238E27FC236}">
                <a16:creationId xmlns:a16="http://schemas.microsoft.com/office/drawing/2014/main" id="{0C168608-0CA2-4D92-9DF3-4BCF50253E90}"/>
              </a:ext>
            </a:extLst>
          </p:cNvPr>
          <p:cNvSpPr>
            <a:spLocks xmlns:a="http://schemas.openxmlformats.org/drawingml/2006/main" noGrp="1"/>
          </p:cNvSpPr>
          <p:nvPr/>
        </p:nvSpPr>
        <p:spPr>
          <a:xfrm xmlns:a="http://schemas.openxmlformats.org/drawingml/2006/main">
            <a:off x="981075"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F(w) = Σₖ (nₖ/N)Fₖ(w)</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Fₖ(w) = (1/nₖ)Σᵢ ℓ(w; xᵢ, yᵢ)</a:t>
            </a:r>
          </a:p>
        </p:txBody>
      </p:sp>
      <p:sp>
        <p:nvSpPr>
          <p:cNvPr id="241" name="learning-objective-explanation">
            <a:extLst xmlns:a="http://schemas.openxmlformats.org/drawingml/2006/main">
              <a:ext uri="{FF2B5EF4-FFF2-40B4-BE49-F238E27FC236}">
                <a16:creationId xmlns:a16="http://schemas.microsoft.com/office/drawing/2014/main" id="{11211DA1-BE96-4A97-96F5-8CA3C652111F}"/>
              </a:ext>
            </a:extLst>
          </p:cNvPr>
          <p:cNvSpPr>
            <a:spLocks xmlns:a="http://schemas.openxmlformats.org/drawingml/2006/main" noGrp="1"/>
          </p:cNvSpPr>
          <p:nvPr/>
        </p:nvSpPr>
        <p:spPr>
          <a:xfrm xmlns:a="http://schemas.openxmlformats.org/drawingml/2006/main">
            <a:off x="981075"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Fₖ(w) is the empirical loss at hospital k. The ratio nₖ/N weights each hospital by its share of the combined training records.</a:t>
            </a:r>
          </a:p>
        </p:txBody>
      </p:sp>
      <p:sp>
        <p:nvSpPr>
          <p:cNvPr id="242" name="learning-objective-takeaway">
            <a:extLst xmlns:a="http://schemas.openxmlformats.org/drawingml/2006/main">
              <a:ext uri="{FF2B5EF4-FFF2-40B4-BE49-F238E27FC236}">
                <a16:creationId xmlns:a16="http://schemas.microsoft.com/office/drawing/2014/main" id="{EFB9FA41-E2DE-49D2-98AA-61CEF65BF54C}"/>
              </a:ext>
            </a:extLst>
          </p:cNvPr>
          <p:cNvSpPr>
            <a:spLocks xmlns:a="http://schemas.openxmlformats.org/drawingml/2006/main" noGrp="1"/>
          </p:cNvSpPr>
          <p:nvPr/>
        </p:nvSpPr>
        <p:spPr>
          <a:xfrm xmlns:a="http://schemas.openxmlformats.org/drawingml/2006/main">
            <a:off x="981075"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Goal: minimize weighted global loss while records remain local.</a:t>
            </a:r>
          </a:p>
        </p:txBody>
      </p:sp>
      <p:sp>
        <p:nvSpPr>
          <p:cNvPr id="243" name="protected-update-title">
            <a:extLst xmlns:a="http://schemas.openxmlformats.org/drawingml/2006/main">
              <a:ext uri="{FF2B5EF4-FFF2-40B4-BE49-F238E27FC236}">
                <a16:creationId xmlns:a16="http://schemas.microsoft.com/office/drawing/2014/main" id="{22CA2067-CE68-47A3-A909-EE970DC70D3F}"/>
              </a:ext>
            </a:extLst>
          </p:cNvPr>
          <p:cNvSpPr>
            <a:spLocks xmlns:a="http://schemas.openxmlformats.org/drawingml/2006/main" noGrp="1"/>
          </p:cNvSpPr>
          <p:nvPr/>
        </p:nvSpPr>
        <p:spPr>
          <a:xfrm xmlns:a="http://schemas.openxmlformats.org/drawingml/2006/main">
            <a:off x="6477000"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481"/>
          </a:bodyPr>
          <a:lstStyle xmlns:a="http://schemas.openxmlformats.org/drawingml/2006/main"/>
          <a:p xmlns:a="http://schemas.openxmlformats.org/drawingml/2006/main">
            <a:pPr>
              <a:buNone/>
              <a:defRPr sz="2025" b="1">
                <a:solidFill>
                  <a:srgbClr val="00A9D6"/>
                </a:solidFill>
                <a:latin typeface="Arial"/>
                <a:ea typeface="Arial"/>
                <a:cs typeface="Arial"/>
              </a:defRPr>
            </a:pPr>
            <a:r>
              <a:rPr sz="2025" b="1">
                <a:solidFill>
                  <a:srgbClr val="00A9D6"/>
                </a:solidFill>
                <a:latin typeface="Arial"/>
                <a:ea typeface="Arial"/>
                <a:cs typeface="Arial"/>
              </a:rPr>
              <a:t>Protected local update</a:t>
            </a:r>
          </a:p>
        </p:txBody>
      </p:sp>
      <p:sp>
        <p:nvSpPr>
          <p:cNvPr id="244" name="protected-update-rule">
            <a:extLst xmlns:a="http://schemas.openxmlformats.org/drawingml/2006/main">
              <a:ext uri="{FF2B5EF4-FFF2-40B4-BE49-F238E27FC236}">
                <a16:creationId xmlns:a16="http://schemas.microsoft.com/office/drawing/2014/main" id="{5D9C9DC8-9CFF-42C5-A880-6946FCE14179}"/>
              </a:ext>
            </a:extLst>
          </p:cNvPr>
          <p:cNvSpPr>
            <a:spLocks xmlns:a="http://schemas.openxmlformats.org/drawingml/2006/main" noGrp="1"/>
          </p:cNvSpPr>
          <p:nvPr/>
        </p:nvSpPr>
        <p:spPr>
          <a:xfrm xmlns:a="http://schemas.openxmlformats.org/drawingml/2006/main">
            <a:off x="6477000" y="1762125"/>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45" name="protected-update-equation">
            <a:extLst xmlns:a="http://schemas.openxmlformats.org/drawingml/2006/main">
              <a:ext uri="{FF2B5EF4-FFF2-40B4-BE49-F238E27FC236}">
                <a16:creationId xmlns:a16="http://schemas.microsoft.com/office/drawing/2014/main" id="{C0589AB0-3A98-449D-8E96-D13B6CC80664}"/>
              </a:ext>
            </a:extLst>
          </p:cNvPr>
          <p:cNvSpPr>
            <a:spLocks xmlns:a="http://schemas.openxmlformats.org/drawingml/2006/main" noGrp="1"/>
          </p:cNvSpPr>
          <p:nvPr/>
        </p:nvSpPr>
        <p:spPr>
          <a:xfrm xmlns:a="http://schemas.openxmlformats.org/drawingml/2006/main">
            <a:off x="6553200"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ḡₖᵗ = gₖᵗ / max(1, ‖gₖᵗ‖₂/C)</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uₖᵗ = Qₛₜ(ḡₖᵗ + zₖᵗ + eₖᵗ)</a:t>
            </a:r>
          </a:p>
        </p:txBody>
      </p:sp>
      <p:sp>
        <p:nvSpPr>
          <p:cNvPr id="246" name="protected-update-explanation">
            <a:extLst xmlns:a="http://schemas.openxmlformats.org/drawingml/2006/main">
              <a:ext uri="{FF2B5EF4-FFF2-40B4-BE49-F238E27FC236}">
                <a16:creationId xmlns:a16="http://schemas.microsoft.com/office/drawing/2014/main" id="{C2870143-9667-4B0D-A93B-FA30BCC80606}"/>
              </a:ext>
            </a:extLst>
          </p:cNvPr>
          <p:cNvSpPr>
            <a:spLocks xmlns:a="http://schemas.openxmlformats.org/drawingml/2006/main" noGrp="1"/>
          </p:cNvSpPr>
          <p:nvPr/>
        </p:nvSpPr>
        <p:spPr>
          <a:xfrm xmlns:a="http://schemas.openxmlformats.org/drawingml/2006/main">
            <a:off x="6553200"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950"/>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C bounds each gradient. zₖᵗ adds Gaussian DP noise, eₖᵗ carries the compression residual, and Qₛₜ applies the CAABC-FL block compressor.</a:t>
            </a:r>
          </a:p>
        </p:txBody>
      </p:sp>
      <p:sp>
        <p:nvSpPr>
          <p:cNvPr id="247" name="protected-update-takeaway">
            <a:extLst xmlns:a="http://schemas.openxmlformats.org/drawingml/2006/main">
              <a:ext uri="{FF2B5EF4-FFF2-40B4-BE49-F238E27FC236}">
                <a16:creationId xmlns:a16="http://schemas.microsoft.com/office/drawing/2014/main" id="{CA0E8D0A-92C2-44FC-A191-959156B1795D}"/>
              </a:ext>
            </a:extLst>
          </p:cNvPr>
          <p:cNvSpPr>
            <a:spLocks xmlns:a="http://schemas.openxmlformats.org/drawingml/2006/main" noGrp="1"/>
          </p:cNvSpPr>
          <p:nvPr/>
        </p:nvSpPr>
        <p:spPr>
          <a:xfrm xmlns:a="http://schemas.openxmlformats.org/drawingml/2006/main">
            <a:off x="6553200"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125" b="1">
                <a:solidFill>
                  <a:srgbClr val="00A9D6"/>
                </a:solidFill>
                <a:latin typeface="Arial"/>
                <a:ea typeface="Arial"/>
                <a:cs typeface="Arial"/>
              </a:defRPr>
            </a:pPr>
            <a:r>
              <a:rPr sz="1125" b="1">
                <a:solidFill>
                  <a:srgbClr val="00A9D6"/>
                </a:solidFill>
                <a:latin typeface="Arial"/>
                <a:ea typeface="Arial"/>
                <a:cs typeface="Arial"/>
              </a:rPr>
              <a:t>Result: a bounded, private and compression-aware client update.</a:t>
            </a:r>
          </a:p>
        </p:txBody>
      </p:sp>
      <p:sp>
        <p:nvSpPr>
          <p:cNvPr id="248" name="encrypted-aggregation-title">
            <a:extLst xmlns:a="http://schemas.openxmlformats.org/drawingml/2006/main">
              <a:ext uri="{FF2B5EF4-FFF2-40B4-BE49-F238E27FC236}">
                <a16:creationId xmlns:a16="http://schemas.microsoft.com/office/drawing/2014/main" id="{4F565ACE-3B3B-4646-A107-E1AF767DE8FF}"/>
              </a:ext>
            </a:extLst>
          </p:cNvPr>
          <p:cNvSpPr>
            <a:spLocks xmlns:a="http://schemas.openxmlformats.org/drawingml/2006/main" noGrp="1"/>
          </p:cNvSpPr>
          <p:nvPr/>
        </p:nvSpPr>
        <p:spPr>
          <a:xfrm xmlns:a="http://schemas.openxmlformats.org/drawingml/2006/main">
            <a:off x="904875"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481"/>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Encrypted aggregation</a:t>
            </a:r>
          </a:p>
        </p:txBody>
      </p:sp>
      <p:sp>
        <p:nvSpPr>
          <p:cNvPr id="249" name="encrypted-aggregation-rule">
            <a:extLst xmlns:a="http://schemas.openxmlformats.org/drawingml/2006/main">
              <a:ext uri="{FF2B5EF4-FFF2-40B4-BE49-F238E27FC236}">
                <a16:creationId xmlns:a16="http://schemas.microsoft.com/office/drawing/2014/main" id="{D4E628CF-50B1-4E64-9A20-1090396E404A}"/>
              </a:ext>
            </a:extLst>
          </p:cNvPr>
          <p:cNvSpPr>
            <a:spLocks xmlns:a="http://schemas.openxmlformats.org/drawingml/2006/main" noGrp="1"/>
          </p:cNvSpPr>
          <p:nvPr/>
        </p:nvSpPr>
        <p:spPr>
          <a:xfrm xmlns:a="http://schemas.openxmlformats.org/drawingml/2006/main">
            <a:off x="904875" y="3924300"/>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50" name="encrypted-aggregation-equation">
            <a:extLst xmlns:a="http://schemas.openxmlformats.org/drawingml/2006/main">
              <a:ext uri="{FF2B5EF4-FFF2-40B4-BE49-F238E27FC236}">
                <a16:creationId xmlns:a16="http://schemas.microsoft.com/office/drawing/2014/main" id="{4CCFADB6-34C0-4E2D-96BA-F1A38B975721}"/>
              </a:ext>
            </a:extLst>
          </p:cNvPr>
          <p:cNvSpPr>
            <a:spLocks xmlns:a="http://schemas.openxmlformats.org/drawingml/2006/main" noGrp="1"/>
          </p:cNvSpPr>
          <p:nvPr/>
        </p:nvSpPr>
        <p:spPr>
          <a:xfrm xmlns:a="http://schemas.openxmlformats.org/drawingml/2006/main">
            <a:off x="981075" y="4048125"/>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cₜ = ⊕ₖ∈Aₜ Encₚₖ(uₖᵗ)</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wₜ₊₁ = wₜ − ηₜ Dec(cₜ)/|Aₜ|</a:t>
            </a:r>
          </a:p>
        </p:txBody>
      </p:sp>
      <p:sp>
        <p:nvSpPr>
          <p:cNvPr id="251" name="encrypted-aggregation-explanation">
            <a:extLst xmlns:a="http://schemas.openxmlformats.org/drawingml/2006/main">
              <a:ext uri="{FF2B5EF4-FFF2-40B4-BE49-F238E27FC236}">
                <a16:creationId xmlns:a16="http://schemas.microsoft.com/office/drawing/2014/main" id="{EE3EAF5F-FFB7-485D-A8DD-73C42CCDEE96}"/>
              </a:ext>
            </a:extLst>
          </p:cNvPr>
          <p:cNvSpPr>
            <a:spLocks xmlns:a="http://schemas.openxmlformats.org/drawingml/2006/main" noGrp="1"/>
          </p:cNvSpPr>
          <p:nvPr/>
        </p:nvSpPr>
        <p:spPr>
          <a:xfrm xmlns:a="http://schemas.openxmlformats.org/drawingml/2006/main">
            <a:off x="981075" y="4686300"/>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57"/>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Aₜ contains admitted clients. CKKS sums encrypted uₖᵗ values without exposing them. Custodians decrypt cₜ, the aggregate, rather than individual updates.</a:t>
            </a:r>
          </a:p>
        </p:txBody>
      </p:sp>
      <p:sp>
        <p:nvSpPr>
          <p:cNvPr id="252" name="encrypted-aggregation-takeaway">
            <a:extLst xmlns:a="http://schemas.openxmlformats.org/drawingml/2006/main">
              <a:ext uri="{FF2B5EF4-FFF2-40B4-BE49-F238E27FC236}">
                <a16:creationId xmlns:a16="http://schemas.microsoft.com/office/drawing/2014/main" id="{B1906C49-A301-4C72-8F3B-C2DF5C38CD68}"/>
              </a:ext>
            </a:extLst>
          </p:cNvPr>
          <p:cNvSpPr>
            <a:spLocks xmlns:a="http://schemas.openxmlformats.org/drawingml/2006/main" noGrp="1"/>
          </p:cNvSpPr>
          <p:nvPr/>
        </p:nvSpPr>
        <p:spPr>
          <a:xfrm xmlns:a="http://schemas.openxmlformats.org/drawingml/2006/main">
            <a:off x="981075" y="5229225"/>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863"/>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ηₜ controls the update step and |Aₜ| produces the mean aggregate.</a:t>
            </a:r>
          </a:p>
        </p:txBody>
      </p:sp>
      <p:sp>
        <p:nvSpPr>
          <p:cNvPr id="253" name="constraints-title">
            <a:extLst xmlns:a="http://schemas.openxmlformats.org/drawingml/2006/main">
              <a:ext uri="{FF2B5EF4-FFF2-40B4-BE49-F238E27FC236}">
                <a16:creationId xmlns:a16="http://schemas.microsoft.com/office/drawing/2014/main" id="{53DD9FDF-3741-493D-AB81-B019B35C7F35}"/>
              </a:ext>
            </a:extLst>
          </p:cNvPr>
          <p:cNvSpPr>
            <a:spLocks xmlns:a="http://schemas.openxmlformats.org/drawingml/2006/main" noGrp="1"/>
          </p:cNvSpPr>
          <p:nvPr/>
        </p:nvSpPr>
        <p:spPr>
          <a:xfrm xmlns:a="http://schemas.openxmlformats.org/drawingml/2006/main">
            <a:off x="6477000"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481"/>
          </a:bodyPr>
          <a:lstStyle xmlns:a="http://schemas.openxmlformats.org/drawingml/2006/main"/>
          <a:p xmlns:a="http://schemas.openxmlformats.org/drawingml/2006/main">
            <a:pPr>
              <a:buNone/>
              <a:defRPr sz="2025" b="1">
                <a:solidFill>
                  <a:srgbClr val="1E3A5F"/>
                </a:solidFill>
                <a:latin typeface="Arial"/>
                <a:ea typeface="Arial"/>
                <a:cs typeface="Arial"/>
              </a:defRPr>
            </a:pPr>
            <a:r>
              <a:rPr sz="2025" b="1">
                <a:solidFill>
                  <a:srgbClr val="1E3A5F"/>
                </a:solidFill>
                <a:latin typeface="Arial"/>
                <a:ea typeface="Arial"/>
                <a:cs typeface="Arial"/>
              </a:rPr>
              <a:t>Design constraints</a:t>
            </a:r>
          </a:p>
        </p:txBody>
      </p:sp>
      <p:sp>
        <p:nvSpPr>
          <p:cNvPr id="254" name="constraints-rule">
            <a:extLst xmlns:a="http://schemas.openxmlformats.org/drawingml/2006/main">
              <a:ext uri="{FF2B5EF4-FFF2-40B4-BE49-F238E27FC236}">
                <a16:creationId xmlns:a16="http://schemas.microsoft.com/office/drawing/2014/main" id="{ACDF0887-D9F8-4DAB-8E94-80F0BF5E7D67}"/>
              </a:ext>
            </a:extLst>
          </p:cNvPr>
          <p:cNvSpPr>
            <a:spLocks xmlns:a="http://schemas.openxmlformats.org/drawingml/2006/main" noGrp="1"/>
          </p:cNvSpPr>
          <p:nvPr/>
        </p:nvSpPr>
        <p:spPr>
          <a:xfrm xmlns:a="http://schemas.openxmlformats.org/drawingml/2006/main">
            <a:off x="6477000" y="3924300"/>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55" name="constraints-objective">
            <a:extLst xmlns:a="http://schemas.openxmlformats.org/drawingml/2006/main">
              <a:ext uri="{FF2B5EF4-FFF2-40B4-BE49-F238E27FC236}">
                <a16:creationId xmlns:a16="http://schemas.microsoft.com/office/drawing/2014/main" id="{4E551B32-E413-4E20-A51F-2E73B6BAECD9}"/>
              </a:ext>
            </a:extLst>
          </p:cNvPr>
          <p:cNvSpPr>
            <a:spLocks xmlns:a="http://schemas.openxmlformats.org/drawingml/2006/main" noGrp="1"/>
          </p:cNvSpPr>
          <p:nvPr/>
        </p:nvSpPr>
        <p:spPr>
          <a:xfrm xmlns:a="http://schemas.openxmlformats.org/drawingml/2006/main">
            <a:off x="6553200" y="4067175"/>
            <a:ext cx="4619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725"/>
          </a:bodyPr>
          <a:lstStyle xmlns:a="http://schemas.openxmlformats.org/drawingml/2006/main"/>
          <a:p xmlns:a="http://schemas.openxmlformats.org/drawingml/2006/main">
            <a:pPr>
              <a:buNone/>
              <a:defRPr sz="1350" b="1">
                <a:solidFill>
                  <a:srgbClr val="1F2937"/>
                </a:solidFill>
                <a:latin typeface="Arial"/>
                <a:ea typeface="Arial"/>
                <a:cs typeface="Arial"/>
              </a:defRPr>
            </a:pPr>
            <a:r>
              <a:rPr sz="1350" b="1">
                <a:solidFill>
                  <a:srgbClr val="1F2937"/>
                </a:solidFill>
                <a:latin typeface="Arial"/>
                <a:ea typeface="Arial"/>
                <a:cs typeface="Arial"/>
              </a:rPr>
              <a:t>Minimize prediction loss and serialized upload subject to:</a:t>
            </a:r>
          </a:p>
        </p:txBody>
      </p:sp>
      <p:sp>
        <p:nvSpPr>
          <p:cNvPr id="256" name="constraints-list-left">
            <a:extLst xmlns:a="http://schemas.openxmlformats.org/drawingml/2006/main">
              <a:ext uri="{FF2B5EF4-FFF2-40B4-BE49-F238E27FC236}">
                <a16:creationId xmlns:a16="http://schemas.microsoft.com/office/drawing/2014/main" id="{9135BCB5-8D25-4202-887F-791C987F9F76}"/>
              </a:ext>
            </a:extLst>
          </p:cNvPr>
          <p:cNvSpPr>
            <a:spLocks xmlns:a="http://schemas.openxmlformats.org/drawingml/2006/main" noGrp="1"/>
          </p:cNvSpPr>
          <p:nvPr/>
        </p:nvSpPr>
        <p:spPr>
          <a:xfrm xmlns:a="http://schemas.openxmlformats.org/drawingml/2006/main">
            <a:off x="6553200" y="44386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Privacy</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Integrity</a:t>
            </a:r>
          </a:p>
        </p:txBody>
      </p:sp>
      <p:sp>
        <p:nvSpPr>
          <p:cNvPr id="257" name="constraints-values-left">
            <a:extLst xmlns:a="http://schemas.openxmlformats.org/drawingml/2006/main">
              <a:ext uri="{FF2B5EF4-FFF2-40B4-BE49-F238E27FC236}">
                <a16:creationId xmlns:a16="http://schemas.microsoft.com/office/drawing/2014/main" id="{88B4E04D-EB19-4B6C-96E9-37BF912A6A83}"/>
              </a:ext>
            </a:extLst>
          </p:cNvPr>
          <p:cNvSpPr>
            <a:spLocks xmlns:a="http://schemas.openxmlformats.org/drawingml/2006/main" noGrp="1"/>
          </p:cNvSpPr>
          <p:nvPr/>
        </p:nvSpPr>
        <p:spPr>
          <a:xfrm xmlns:a="http://schemas.openxmlformats.org/drawingml/2006/main">
            <a:off x="7620000" y="44386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Record-level differential privacy</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Independently checked aggregate</a:t>
            </a:r>
          </a:p>
        </p:txBody>
      </p:sp>
      <p:sp>
        <p:nvSpPr>
          <p:cNvPr id="258" name="constraints-list-right">
            <a:extLst xmlns:a="http://schemas.openxmlformats.org/drawingml/2006/main">
              <a:ext uri="{FF2B5EF4-FFF2-40B4-BE49-F238E27FC236}">
                <a16:creationId xmlns:a16="http://schemas.microsoft.com/office/drawing/2014/main" id="{6BB50B8B-1E53-42B5-9842-96AB03D06685}"/>
              </a:ext>
            </a:extLst>
          </p:cNvPr>
          <p:cNvSpPr>
            <a:spLocks xmlns:a="http://schemas.openxmlformats.org/drawingml/2006/main" noGrp="1"/>
          </p:cNvSpPr>
          <p:nvPr/>
        </p:nvSpPr>
        <p:spPr>
          <a:xfrm xmlns:a="http://schemas.openxmlformats.org/drawingml/2006/main">
            <a:off x="6553200" y="50101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Release</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Audit</a:t>
            </a:r>
          </a:p>
        </p:txBody>
      </p:sp>
      <p:sp>
        <p:nvSpPr>
          <p:cNvPr id="259" name="constraints-values-right">
            <a:extLst xmlns:a="http://schemas.openxmlformats.org/drawingml/2006/main">
              <a:ext uri="{FF2B5EF4-FFF2-40B4-BE49-F238E27FC236}">
                <a16:creationId xmlns:a16="http://schemas.microsoft.com/office/drawing/2014/main" id="{752038E5-E065-462B-B6EA-84737D2DDB45}"/>
              </a:ext>
            </a:extLst>
          </p:cNvPr>
          <p:cNvSpPr>
            <a:spLocks xmlns:a="http://schemas.openxmlformats.org/drawingml/2006/main" noGrp="1"/>
          </p:cNvSpPr>
          <p:nvPr/>
        </p:nvSpPr>
        <p:spPr>
          <a:xfrm xmlns:a="http://schemas.openxmlformats.org/drawingml/2006/main">
            <a:off x="7620000" y="50101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Threshold authorization</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Permissioned execution evidence</a:t>
            </a:r>
          </a:p>
        </p:txBody>
      </p:sp>
      <p:sp>
        <p:nvSpPr>
          <p:cNvPr id="260" name="problem-formulation-column-divider">
            <a:extLst xmlns:a="http://schemas.openxmlformats.org/drawingml/2006/main">
              <a:ext uri="{FF2B5EF4-FFF2-40B4-BE49-F238E27FC236}">
                <a16:creationId xmlns:a16="http://schemas.microsoft.com/office/drawing/2014/main" id="{B1D8E0C4-C8D6-4FC8-B6B9-1B62E7237EF6}"/>
              </a:ext>
            </a:extLst>
          </p:cNvPr>
          <p:cNvSpPr>
            <a:spLocks xmlns:a="http://schemas.openxmlformats.org/drawingml/2006/main" noGrp="1"/>
          </p:cNvSpPr>
          <p:nvPr/>
        </p:nvSpPr>
        <p:spPr>
          <a:xfrm xmlns:a="http://schemas.openxmlformats.org/drawingml/2006/main">
            <a:off x="6076950" y="1409700"/>
            <a:ext cx="14288" cy="4171950"/>
          </a:xfrm>
          <a:prstGeom xmlns:a="http://schemas.openxmlformats.org/drawingml/2006/main" prst="rect">
            <a:avLst/>
          </a:prstGeom>
          <a:solidFill xmlns:a="http://schemas.openxmlformats.org/drawingml/2006/main">
            <a:srgbClr val="D7DEE7"/>
          </a:solidFill>
          <a:ln xmlns:a="http://schemas.openxmlformats.org/drawingml/2006/main" w="0">
            <a:noFill/>
          </a:ln>
        </p:spPr>
      </p:sp>
      <p:sp>
        <p:nvSpPr>
          <p:cNvPr id="261" name="problem-formulation-round-summary">
            <a:extLst xmlns:a="http://schemas.openxmlformats.org/drawingml/2006/main">
              <a:ext uri="{FF2B5EF4-FFF2-40B4-BE49-F238E27FC236}">
                <a16:creationId xmlns:a16="http://schemas.microsoft.com/office/drawing/2014/main" id="{5FC43600-EC93-4CAA-8525-F78230726572}"/>
              </a:ext>
            </a:extLst>
          </p:cNvPr>
          <p:cNvSpPr>
            <a:spLocks xmlns:a="http://schemas.openxmlformats.org/drawingml/2006/main" noGrp="1"/>
          </p:cNvSpPr>
          <p:nvPr/>
        </p:nvSpPr>
        <p:spPr>
          <a:xfrm xmlns:a="http://schemas.openxmlformats.org/drawingml/2006/main">
            <a:off x="2143125" y="5715000"/>
            <a:ext cx="790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i="1">
                <a:solidFill>
                  <a:srgbClr val="1E3A5F"/>
                </a:solidFill>
                <a:latin typeface="Arial"/>
                <a:ea typeface="Arial"/>
                <a:cs typeface="Arial"/>
              </a:defRPr>
            </a:pPr>
            <a:r>
              <a:rPr sz="1200" i="1">
                <a:solidFill>
                  <a:srgbClr val="1E3A5F"/>
                </a:solidFill>
                <a:latin typeface="Arial"/>
                <a:ea typeface="Arial"/>
                <a:cs typeface="Arial"/>
              </a:rPr>
              <a:t>One training round constructs protected local updates, aggregates ciphertexts, and releases only a validated global model.</a:t>
            </a:r>
          </a:p>
        </p:txBody>
      </p:sp>
    </p:spTree>
    <p:extLst>
      <p:ext uri="{BB962C8B-B14F-4D97-AF65-F5344CB8AC3E}">
        <p14:creationId xmlns:p14="http://schemas.microsoft.com/office/powerpoint/2010/main" val="97028649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5d8b6ac5e4f4f8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fd2bb3475c0400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b9a6db40b77486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22f791332df40d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ea0d1d265dd4a2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36a3bbcf9044a5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f7ea098f8434cc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155f9d0df07403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61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5e37d0765447486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1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da8884da2a39435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1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535e85d2960b489a">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62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1b2a8047d53744da">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62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fcd79153fc143d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8de3eb65f5446f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f1f61664e42430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abc50fc200c47e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40"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1"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b91263ace1bc4872"/>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e0ac4d011c24cc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9b89d1bc0c6420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de8783476f424ae0"/>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eda22f6b76cb4769"/>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pic>
        <p:nvPicPr>
          <p:cNvPr id="665"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4ed170bb76254dc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66"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ba55d3945cc2495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67"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df52ce8cbe754b16">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669"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529eb377e97448b1">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671"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aa81e9a6bc346c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66e15e326de453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8fbaf8ffec1446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e08bbd2a3924f2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b3ce9f54632423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0e28bf7987f428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d6fdecc3bdd48c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5e8c2da7cbd456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ac22e5e84bc405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5b3f691a5d2414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a0cc5352b8f450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67ed53db21548c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Project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76b01cf8b73446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0d5c5c805bf4ca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36</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e26b45ff3ec444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9179f0b084f408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37</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85421e509cf491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b1c11ffb206417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1"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10dcc674ce3442a6">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e93cc4d57c8d419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4"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d970e57c9b5c42ac">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4e0da339bf34d9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38</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2026-09-24T04:11:06.8050000Z</dcterms:created>
  <dcterms:modified xsi:type="dcterms:W3CDTF">2026-09-24T04:11:06.8050000Z</dcterms:modified>
</coreProperties>
</file>