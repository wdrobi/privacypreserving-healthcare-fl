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2712a28a784482" /><Relationship Type="http://schemas.openxmlformats.org/officeDocument/2006/relationships/extended-properties" Target="/docProps/app.xml" Id="R16cbcbe2c7984a4c" /><Relationship Type="http://schemas.openxmlformats.org/officeDocument/2006/relationships/officeDocument" Target="/ppt/presentation.xml" Id="R2592d90acd4f4292" /></Relationships>
</file>

<file path=ppt/presentation.xml><?xml version="1.0" encoding="utf-8"?>
<p:presentation xmlns:p="http://schemas.openxmlformats.org/presentationml/2006/main">
  <p:sldMasterIdLst>
    <p:sldMasterId xmlns:r="http://schemas.openxmlformats.org/officeDocument/2006/relationships" id="2147483648" r:id="R691197d2e0e944c4"/>
  </p:sldMasterIdLst>
  <p:notesMasterIdLst>
    <p:notesMasterId xmlns:r="http://schemas.openxmlformats.org/officeDocument/2006/relationships" r:id="Rc26e3b2db91e456a"/>
  </p:notesMasterIdLst>
  <p:sldIdLst>
    <p:sldId xmlns:r="http://schemas.openxmlformats.org/officeDocument/2006/relationships" id="256" r:id="R808db74fcb9a41e1"/>
    <p:sldId xmlns:r="http://schemas.openxmlformats.org/officeDocument/2006/relationships" id="257" r:id="R7050ae9835db44ca"/>
    <p:sldId xmlns:r="http://schemas.openxmlformats.org/officeDocument/2006/relationships" id="258" r:id="R57d1d64fb7c74805"/>
    <p:sldId xmlns:r="http://schemas.openxmlformats.org/officeDocument/2006/relationships" id="259" r:id="Re5b1331cab094198"/>
    <p:sldId xmlns:r="http://schemas.openxmlformats.org/officeDocument/2006/relationships" id="260" r:id="Rc8a0bc63c93447ed"/>
    <p:sldId xmlns:r="http://schemas.openxmlformats.org/officeDocument/2006/relationships" id="261" r:id="R4f1b550f495247b4"/>
    <p:sldId xmlns:r="http://schemas.openxmlformats.org/officeDocument/2006/relationships" id="262" r:id="R1889ab0f12e2453a"/>
    <p:sldId xmlns:r="http://schemas.openxmlformats.org/officeDocument/2006/relationships" id="263" r:id="Re60d415fcb6643a3"/>
    <p:sldId xmlns:r="http://schemas.openxmlformats.org/officeDocument/2006/relationships" id="264" r:id="Rca74b1c9279d4e8d"/>
    <p:sldId xmlns:r="http://schemas.openxmlformats.org/officeDocument/2006/relationships" id="265" r:id="R0401643a407c423a"/>
    <p:sldId xmlns:r="http://schemas.openxmlformats.org/officeDocument/2006/relationships" id="266" r:id="R06292135376e4f16"/>
    <p:sldId xmlns:r="http://schemas.openxmlformats.org/officeDocument/2006/relationships" id="267" r:id="R26d2159d61664d12"/>
    <p:sldId xmlns:r="http://schemas.openxmlformats.org/officeDocument/2006/relationships" id="268" r:id="R78dbd755c618408f"/>
    <p:sldId xmlns:r="http://schemas.openxmlformats.org/officeDocument/2006/relationships" id="269" r:id="Rcb99a79723a34c24"/>
    <p:sldId xmlns:r="http://schemas.openxmlformats.org/officeDocument/2006/relationships" id="270" r:id="Rb149829dd85d4d84"/>
    <p:sldId xmlns:r="http://schemas.openxmlformats.org/officeDocument/2006/relationships" id="271" r:id="Rcaf5dd4bb4034c38"/>
    <p:sldId xmlns:r="http://schemas.openxmlformats.org/officeDocument/2006/relationships" id="272" r:id="R89a675a039c74a3d"/>
    <p:sldId xmlns:r="http://schemas.openxmlformats.org/officeDocument/2006/relationships" id="273" r:id="R8cd751a59df74ffe"/>
    <p:sldId xmlns:r="http://schemas.openxmlformats.org/officeDocument/2006/relationships" id="274" r:id="Rb2258b93dc5d434e"/>
    <p:sldId xmlns:r="http://schemas.openxmlformats.org/officeDocument/2006/relationships" id="275" r:id="R3ec8840d5e094ee9"/>
    <p:sldId xmlns:r="http://schemas.openxmlformats.org/officeDocument/2006/relationships" id="276" r:id="R2467b1b974bf4f82"/>
    <p:sldId xmlns:r="http://schemas.openxmlformats.org/officeDocument/2006/relationships" id="277" r:id="Re05cd6ecb121413d"/>
    <p:sldId xmlns:r="http://schemas.openxmlformats.org/officeDocument/2006/relationships" id="278" r:id="R82e8c555026a432f"/>
    <p:sldId xmlns:r="http://schemas.openxmlformats.org/officeDocument/2006/relationships" id="279" r:id="R0efb3aabadfa4be6"/>
    <p:sldId xmlns:r="http://schemas.openxmlformats.org/officeDocument/2006/relationships" id="280" r:id="Rb6e10419c0434881"/>
    <p:sldId xmlns:r="http://schemas.openxmlformats.org/officeDocument/2006/relationships" id="281" r:id="R747b6797d2c34cda"/>
    <p:sldId xmlns:r="http://schemas.openxmlformats.org/officeDocument/2006/relationships" id="282" r:id="Ra07b58d2dd0f4178"/>
    <p:sldId xmlns:r="http://schemas.openxmlformats.org/officeDocument/2006/relationships" id="283" r:id="Recee1a407f724148"/>
    <p:sldId xmlns:r="http://schemas.openxmlformats.org/officeDocument/2006/relationships" id="284" r:id="R4da692c8fe5b4d32"/>
    <p:sldId xmlns:r="http://schemas.openxmlformats.org/officeDocument/2006/relationships" id="285" r:id="R5d658fb427f44056"/>
    <p:sldId xmlns:r="http://schemas.openxmlformats.org/officeDocument/2006/relationships" id="286" r:id="R495a806d10f648d2"/>
    <p:sldId xmlns:r="http://schemas.openxmlformats.org/officeDocument/2006/relationships" id="287" r:id="R04c100ad4bd443f4"/>
    <p:sldId xmlns:r="http://schemas.openxmlformats.org/officeDocument/2006/relationships" id="288" r:id="R5a6bb815296c4c15"/>
    <p:sldId xmlns:r="http://schemas.openxmlformats.org/officeDocument/2006/relationships" id="289" r:id="R7ff76ae27b054f4f"/>
    <p:sldId xmlns:r="http://schemas.openxmlformats.org/officeDocument/2006/relationships" id="290" r:id="Rb8b09e21ccf74935"/>
    <p:sldId xmlns:r="http://schemas.openxmlformats.org/officeDocument/2006/relationships" id="291" r:id="R4db90ce39dc94091"/>
    <p:sldId xmlns:r="http://schemas.openxmlformats.org/officeDocument/2006/relationships" id="292" r:id="Re557bd2ed64444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ff5eab51a67405d" /><Relationship Type="http://schemas.openxmlformats.org/officeDocument/2006/relationships/slideMaster" Target="/ppt/slideMasters/slideMaster1.xml" Id="R691197d2e0e944c4" /><Relationship Type="http://schemas.openxmlformats.org/officeDocument/2006/relationships/notesMaster" Target="/ppt/notesMasters/notesMaster1.xml" Id="Rc26e3b2db91e456a" /><Relationship Type="http://schemas.openxmlformats.org/officeDocument/2006/relationships/presProps" Target="/ppt/presProps.xml" Id="R308d3061ef00458a" /><Relationship Type="http://schemas.openxmlformats.org/officeDocument/2006/relationships/viewProps" Target="/ppt/viewProps.xml" Id="R8fc3e46bf640404c" /><Relationship Type="http://schemas.openxmlformats.org/officeDocument/2006/relationships/tableStyles" Target="/ppt/tableStyles.xml" Id="R89f745bce47e45ab" /><Relationship Type="http://schemas.openxmlformats.org/officeDocument/2006/relationships/slide" Target="/ppt/slides/slide1.xml" Id="R808db74fcb9a41e1" /><Relationship Type="http://schemas.openxmlformats.org/officeDocument/2006/relationships/slide" Target="/ppt/slides/slide2.xml" Id="R7050ae9835db44ca" /><Relationship Type="http://schemas.openxmlformats.org/officeDocument/2006/relationships/slide" Target="/ppt/slides/slide3.xml" Id="R57d1d64fb7c74805" /><Relationship Type="http://schemas.openxmlformats.org/officeDocument/2006/relationships/slide" Target="/ppt/slides/slide4.xml" Id="Re5b1331cab094198" /><Relationship Type="http://schemas.openxmlformats.org/officeDocument/2006/relationships/slide" Target="/ppt/slides/slide5.xml" Id="Rc8a0bc63c93447ed" /><Relationship Type="http://schemas.openxmlformats.org/officeDocument/2006/relationships/slide" Target="/ppt/slides/slide6.xml" Id="R4f1b550f495247b4" /><Relationship Type="http://schemas.openxmlformats.org/officeDocument/2006/relationships/slide" Target="/ppt/slides/slide7.xml" Id="R1889ab0f12e2453a" /><Relationship Type="http://schemas.openxmlformats.org/officeDocument/2006/relationships/slide" Target="/ppt/slides/slide8.xml" Id="Re60d415fcb6643a3" /><Relationship Type="http://schemas.openxmlformats.org/officeDocument/2006/relationships/slide" Target="/ppt/slides/slide9.xml" Id="Rca74b1c9279d4e8d" /><Relationship Type="http://schemas.openxmlformats.org/officeDocument/2006/relationships/slide" Target="/ppt/slides/slide10.xml" Id="R0401643a407c423a" /><Relationship Type="http://schemas.openxmlformats.org/officeDocument/2006/relationships/slide" Target="/ppt/slides/slide11.xml" Id="R06292135376e4f16" /><Relationship Type="http://schemas.openxmlformats.org/officeDocument/2006/relationships/slide" Target="/ppt/slides/slide12.xml" Id="R26d2159d61664d12" /><Relationship Type="http://schemas.openxmlformats.org/officeDocument/2006/relationships/slide" Target="/ppt/slides/slide13.xml" Id="R78dbd755c618408f" /><Relationship Type="http://schemas.openxmlformats.org/officeDocument/2006/relationships/slide" Target="/ppt/slides/slide14.xml" Id="Rcb99a79723a34c24" /><Relationship Type="http://schemas.openxmlformats.org/officeDocument/2006/relationships/slide" Target="/ppt/slides/slide15.xml" Id="Rb149829dd85d4d84" /><Relationship Type="http://schemas.openxmlformats.org/officeDocument/2006/relationships/slide" Target="/ppt/slides/slide16.xml" Id="Rcaf5dd4bb4034c38" /><Relationship Type="http://schemas.openxmlformats.org/officeDocument/2006/relationships/slide" Target="/ppt/slides/slide17.xml" Id="R89a675a039c74a3d" /><Relationship Type="http://schemas.openxmlformats.org/officeDocument/2006/relationships/slide" Target="/ppt/slides/slide18.xml" Id="R8cd751a59df74ffe" /><Relationship Type="http://schemas.openxmlformats.org/officeDocument/2006/relationships/slide" Target="/ppt/slides/slide19.xml" Id="Rb2258b93dc5d434e" /><Relationship Type="http://schemas.openxmlformats.org/officeDocument/2006/relationships/slide" Target="/ppt/slides/slide20.xml" Id="R3ec8840d5e094ee9" /><Relationship Type="http://schemas.openxmlformats.org/officeDocument/2006/relationships/slide" Target="/ppt/slides/slide21.xml" Id="R2467b1b974bf4f82" /><Relationship Type="http://schemas.openxmlformats.org/officeDocument/2006/relationships/slide" Target="/ppt/slides/slide22.xml" Id="Re05cd6ecb121413d" /><Relationship Type="http://schemas.openxmlformats.org/officeDocument/2006/relationships/slide" Target="/ppt/slides/slide23.xml" Id="R82e8c555026a432f" /><Relationship Type="http://schemas.openxmlformats.org/officeDocument/2006/relationships/slide" Target="/ppt/slides/slide24.xml" Id="R0efb3aabadfa4be6" /><Relationship Type="http://schemas.openxmlformats.org/officeDocument/2006/relationships/slide" Target="/ppt/slides/slide25.xml" Id="Rb6e10419c0434881" /><Relationship Type="http://schemas.openxmlformats.org/officeDocument/2006/relationships/slide" Target="/ppt/slides/slide26.xml" Id="R747b6797d2c34cda" /><Relationship Type="http://schemas.openxmlformats.org/officeDocument/2006/relationships/slide" Target="/ppt/slides/slide27.xml" Id="Ra07b58d2dd0f4178" /><Relationship Type="http://schemas.openxmlformats.org/officeDocument/2006/relationships/slide" Target="/ppt/slides/slide28.xml" Id="Recee1a407f724148" /><Relationship Type="http://schemas.openxmlformats.org/officeDocument/2006/relationships/slide" Target="/ppt/slides/slide29.xml" Id="R4da692c8fe5b4d32" /><Relationship Type="http://schemas.openxmlformats.org/officeDocument/2006/relationships/slide" Target="/ppt/slides/slide30.xml" Id="R5d658fb427f44056" /><Relationship Type="http://schemas.openxmlformats.org/officeDocument/2006/relationships/slide" Target="/ppt/slides/slide31.xml" Id="R495a806d10f648d2" /><Relationship Type="http://schemas.openxmlformats.org/officeDocument/2006/relationships/slide" Target="/ppt/slides/slide32.xml" Id="R04c100ad4bd443f4" /><Relationship Type="http://schemas.openxmlformats.org/officeDocument/2006/relationships/slide" Target="/ppt/slides/slide33.xml" Id="R5a6bb815296c4c15" /><Relationship Type="http://schemas.openxmlformats.org/officeDocument/2006/relationships/slide" Target="/ppt/slides/slide34.xml" Id="R7ff76ae27b054f4f" /><Relationship Type="http://schemas.openxmlformats.org/officeDocument/2006/relationships/slide" Target="/ppt/slides/slide35.xml" Id="Rb8b09e21ccf74935" /><Relationship Type="http://schemas.openxmlformats.org/officeDocument/2006/relationships/slide" Target="/ppt/slides/slide36.xml" Id="R4db90ce39dc94091" /><Relationship Type="http://schemas.openxmlformats.org/officeDocument/2006/relationships/slide" Target="/ppt/slides/slide37.xml" Id="Re557bd2ed64444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0014d713eb4a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85c55a90d54e1e" /><Relationship Type="http://schemas.openxmlformats.org/officeDocument/2006/relationships/notesMaster" Target="/ppt/notesMasters/notesMaster1.xml" Id="R70821c5ee67849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ad3adcddc04f28" /><Relationship Type="http://schemas.openxmlformats.org/officeDocument/2006/relationships/notesMaster" Target="/ppt/notesMasters/notesMaster1.xml" Id="R999bc45c323148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5ac8e235054a67" /><Relationship Type="http://schemas.openxmlformats.org/officeDocument/2006/relationships/notesMaster" Target="/ppt/notesMasters/notesMaster1.xml" Id="R623a1a81cdee4c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062b2e8606485b" /><Relationship Type="http://schemas.openxmlformats.org/officeDocument/2006/relationships/notesMaster" Target="/ppt/notesMasters/notesMaster1.xml" Id="Rc87c85c0b18442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23042694334628" /><Relationship Type="http://schemas.openxmlformats.org/officeDocument/2006/relationships/notesMaster" Target="/ppt/notesMasters/notesMaster1.xml" Id="R01ed65b02e0144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468a6f7ef64fbf" /><Relationship Type="http://schemas.openxmlformats.org/officeDocument/2006/relationships/notesMaster" Target="/ppt/notesMasters/notesMaster1.xml" Id="R49858f25794745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856b19745a402d" /><Relationship Type="http://schemas.openxmlformats.org/officeDocument/2006/relationships/notesMaster" Target="/ppt/notesMasters/notesMaster1.xml" Id="R9dcb99a8386e41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837f4c80a6468c" /><Relationship Type="http://schemas.openxmlformats.org/officeDocument/2006/relationships/notesMaster" Target="/ppt/notesMasters/notesMaster1.xml" Id="Rc22273d9896a46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c1978e6ee64dad" /><Relationship Type="http://schemas.openxmlformats.org/officeDocument/2006/relationships/notesMaster" Target="/ppt/notesMasters/notesMaster1.xml" Id="R2da764794a2d4a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59bc41721842f6" /><Relationship Type="http://schemas.openxmlformats.org/officeDocument/2006/relationships/notesMaster" Target="/ppt/notesMasters/notesMaster1.xml" Id="Rbd75ae3ee71246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7bb001e2c74225" /><Relationship Type="http://schemas.openxmlformats.org/officeDocument/2006/relationships/notesMaster" Target="/ppt/notesMasters/notesMaster1.xml" Id="Rd6392d4b205d44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32ecc0f4554493" /><Relationship Type="http://schemas.openxmlformats.org/officeDocument/2006/relationships/notesMaster" Target="/ppt/notesMasters/notesMaster1.xml" Id="Re51d5a0d6d334b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ad14379d1e4adb" /><Relationship Type="http://schemas.openxmlformats.org/officeDocument/2006/relationships/notesMaster" Target="/ppt/notesMasters/notesMaster1.xml" Id="R3c4a700becf941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fee4fc791f4557" /><Relationship Type="http://schemas.openxmlformats.org/officeDocument/2006/relationships/notesMaster" Target="/ppt/notesMasters/notesMaster1.xml" Id="R67c60733eaa140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a217333f5442ca" /><Relationship Type="http://schemas.openxmlformats.org/officeDocument/2006/relationships/notesMaster" Target="/ppt/notesMasters/notesMaster1.xml" Id="Rc1db16cd12a94e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0b6c7d6fc6463b" /><Relationship Type="http://schemas.openxmlformats.org/officeDocument/2006/relationships/notesMaster" Target="/ppt/notesMasters/notesMaster1.xml" Id="R646650d3327847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d7d7a950a24f26" /><Relationship Type="http://schemas.openxmlformats.org/officeDocument/2006/relationships/notesMaster" Target="/ppt/notesMasters/notesMaster1.xml" Id="R8152ccce1e254c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82b99580e54445b" /><Relationship Type="http://schemas.openxmlformats.org/officeDocument/2006/relationships/notesMaster" Target="/ppt/notesMasters/notesMaster1.xml" Id="R0ad65064bd7046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b552c2df3c4e3d" /><Relationship Type="http://schemas.openxmlformats.org/officeDocument/2006/relationships/notesMaster" Target="/ppt/notesMasters/notesMaster1.xml" Id="R1e59d0f6049349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f22871b59f400d" /><Relationship Type="http://schemas.openxmlformats.org/officeDocument/2006/relationships/notesMaster" Target="/ppt/notesMasters/notesMaster1.xml" Id="R12d24f727fea4a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79ddf10afe34ae5" /><Relationship Type="http://schemas.openxmlformats.org/officeDocument/2006/relationships/notesMaster" Target="/ppt/notesMasters/notesMaster1.xml" Id="Rf9ace0a7f573436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03bfd8918a48ac" /><Relationship Type="http://schemas.openxmlformats.org/officeDocument/2006/relationships/notesMaster" Target="/ppt/notesMasters/notesMaster1.xml" Id="R7eac4296f7cc47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80468663e34e22" /><Relationship Type="http://schemas.openxmlformats.org/officeDocument/2006/relationships/notesMaster" Target="/ppt/notesMasters/notesMaster1.xml" Id="Rba1b7f6aca404d5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48de9a23d54caa" /><Relationship Type="http://schemas.openxmlformats.org/officeDocument/2006/relationships/notesMaster" Target="/ppt/notesMasters/notesMaster1.xml" Id="R42e5dca91ee541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4ff018a84e47b5" /><Relationship Type="http://schemas.openxmlformats.org/officeDocument/2006/relationships/notesMaster" Target="/ppt/notesMasters/notesMaster1.xml" Id="R6556c516aad44e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b4d60bfa0f432b" /><Relationship Type="http://schemas.openxmlformats.org/officeDocument/2006/relationships/notesMaster" Target="/ppt/notesMasters/notesMaster1.xml" Id="R27181103004c45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e0b1e7aef7e475b" /><Relationship Type="http://schemas.openxmlformats.org/officeDocument/2006/relationships/notesMaster" Target="/ppt/notesMasters/notesMaster1.xml" Id="R7133170ccf964ad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69c0afbacd34653" /><Relationship Type="http://schemas.openxmlformats.org/officeDocument/2006/relationships/notesMaster" Target="/ppt/notesMasters/notesMaster1.xml" Id="R571edc930f1e46b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106fa7bd3dd458d" /><Relationship Type="http://schemas.openxmlformats.org/officeDocument/2006/relationships/notesMaster" Target="/ppt/notesMasters/notesMaster1.xml" Id="R7de27776f45d481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d0fe2eb098b452f" /><Relationship Type="http://schemas.openxmlformats.org/officeDocument/2006/relationships/notesMaster" Target="/ppt/notesMasters/notesMaster1.xml" Id="R4677c3f3f58f401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2f06e14d2a4f7f" /><Relationship Type="http://schemas.openxmlformats.org/officeDocument/2006/relationships/notesMaster" Target="/ppt/notesMasters/notesMaster1.xml" Id="R0590db9b885d4c2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15ce98d14749ec" /><Relationship Type="http://schemas.openxmlformats.org/officeDocument/2006/relationships/notesMaster" Target="/ppt/notesMasters/notesMaster1.xml" Id="Ra201850d5cb74dc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8177c7636dd4baf" /><Relationship Type="http://schemas.openxmlformats.org/officeDocument/2006/relationships/notesMaster" Target="/ppt/notesMasters/notesMaster1.xml" Id="R21a173fb5d304fa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b2d3def8eb3450c" /><Relationship Type="http://schemas.openxmlformats.org/officeDocument/2006/relationships/notesMaster" Target="/ppt/notesMasters/notesMaster1.xml" Id="R93c485b051c94bb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2471c862f3b47f9" /><Relationship Type="http://schemas.openxmlformats.org/officeDocument/2006/relationships/notesMaster" Target="/ppt/notesMasters/notesMaster1.xml" Id="R25ed4bb69d4b4df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6c83e2b609d4297" /><Relationship Type="http://schemas.openxmlformats.org/officeDocument/2006/relationships/notesMaster" Target="/ppt/notesMasters/notesMaster1.xml" Id="Rc7493e4c8bb14cb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fcd02b0e9bf47e0" /><Relationship Type="http://schemas.openxmlformats.org/officeDocument/2006/relationships/notesMaster" Target="/ppt/notesMasters/notesMaster1.xml" Id="Ra6526de9fab44a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384dd8286b44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bb2866984748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75323daab443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f32fd3efaa49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98300c707e43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a20f0d99954b4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604e676d00a439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479823c8b6049b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db1271937904ba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f001c49a524aa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42e4d0b6d684905"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1"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0493696fde4079" /><Relationship Type="http://schemas.openxmlformats.org/officeDocument/2006/relationships/slideLayout" Target="/ppt/slideLayouts/slideLayout1.xml" Id="R8e344ca0b782492e" /><Relationship Type="http://schemas.openxmlformats.org/officeDocument/2006/relationships/slideLayout" Target="/ppt/slideLayouts/slideLayout2.xml" Id="R2779a7fbc9ac426c" /><Relationship Type="http://schemas.openxmlformats.org/officeDocument/2006/relationships/slideLayout" Target="/ppt/slideLayouts/slideLayout3.xml" Id="Raed7a24563f941a6" /><Relationship Type="http://schemas.openxmlformats.org/officeDocument/2006/relationships/slideLayout" Target="/ppt/slideLayouts/slideLayout4.xml" Id="R3a55896db5a34973" /><Relationship Type="http://schemas.openxmlformats.org/officeDocument/2006/relationships/slideLayout" Target="/ppt/slideLayouts/slideLayout5.xml" Id="Rb11851692c004be2" /><Relationship Type="http://schemas.openxmlformats.org/officeDocument/2006/relationships/slideLayout" Target="/ppt/slideLayouts/slideLayout6.xml" Id="R199fe514bba846e9" /><Relationship Type="http://schemas.openxmlformats.org/officeDocument/2006/relationships/slideLayout" Target="/ppt/slideLayouts/slideLayout7.xml" Id="R0db519c533744e0f" /><Relationship Type="http://schemas.openxmlformats.org/officeDocument/2006/relationships/slideLayout" Target="/ppt/slideLayouts/slideLayout8.xml" Id="R77f75c1cbbb54189" /><Relationship Type="http://schemas.openxmlformats.org/officeDocument/2006/relationships/slideLayout" Target="/ppt/slideLayouts/slideLayout9.xml" Id="R38202c97e84f426f" /><Relationship Type="http://schemas.openxmlformats.org/officeDocument/2006/relationships/slideLayout" Target="/ppt/slideLayouts/slideLayout10.xml" Id="Rfd202d3bb9944580" /><Relationship Type="http://schemas.openxmlformats.org/officeDocument/2006/relationships/slideLayout" Target="/ppt/slideLayouts/slideLayout11.xml" Id="Re7f74ee8563a4ff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e344ca0b782492e"/>
    <p:sldLayoutId xmlns:r="http://schemas.openxmlformats.org/officeDocument/2006/relationships" id="2147483650" r:id="R2779a7fbc9ac426c"/>
    <p:sldLayoutId xmlns:r="http://schemas.openxmlformats.org/officeDocument/2006/relationships" id="2147483651" r:id="Raed7a24563f941a6"/>
    <p:sldLayoutId xmlns:r="http://schemas.openxmlformats.org/officeDocument/2006/relationships" id="2147483652" r:id="R3a55896db5a34973"/>
    <p:sldLayoutId xmlns:r="http://schemas.openxmlformats.org/officeDocument/2006/relationships" id="2147483653" r:id="Rb11851692c004be2"/>
    <p:sldLayoutId xmlns:r="http://schemas.openxmlformats.org/officeDocument/2006/relationships" id="2147483654" r:id="R199fe514bba846e9"/>
    <p:sldLayoutId xmlns:r="http://schemas.openxmlformats.org/officeDocument/2006/relationships" id="2147483655" r:id="R0db519c533744e0f"/>
    <p:sldLayoutId xmlns:r="http://schemas.openxmlformats.org/officeDocument/2006/relationships" id="2147483656" r:id="R77f75c1cbbb54189"/>
    <p:sldLayoutId xmlns:r="http://schemas.openxmlformats.org/officeDocument/2006/relationships" id="2147483657" r:id="R38202c97e84f426f"/>
    <p:sldLayoutId xmlns:r="http://schemas.openxmlformats.org/officeDocument/2006/relationships" id="2147483658" r:id="Rfd202d3bb9944580"/>
    <p:sldLayoutId xmlns:r="http://schemas.openxmlformats.org/officeDocument/2006/relationships" id="2147483659" r:id="Re7f74ee8563a4ff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5a8b4ca3ee4f46" /><Relationship Type="http://schemas.openxmlformats.org/officeDocument/2006/relationships/image" Target="/ppt/media/image.png" Id="Ra2c1919ed0ed45f6" /><Relationship Type="http://schemas.openxmlformats.org/officeDocument/2006/relationships/image" Target="/ppt/media/image2.png" Id="Re7513cce967f44ad" /><Relationship Type="http://schemas.openxmlformats.org/officeDocument/2006/relationships/notesSlide" Target="/ppt/notesSlides/notesSlide1.xml" Id="R0a9f0e6dcf0747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c3b7255c434d17" /><Relationship Type="http://schemas.openxmlformats.org/officeDocument/2006/relationships/image" Target="/ppt/media/image.jpeg" Id="R6b7d16713045481d" /><Relationship Type="http://schemas.openxmlformats.org/officeDocument/2006/relationships/image" Target="/ppt/media/image3.png" Id="Rf20cbd9f2bf04401" /><Relationship Type="http://schemas.openxmlformats.org/officeDocument/2006/relationships/notesSlide" Target="/ppt/notesSlides/notesSlide2.xml" Id="Rb2cc75581a284a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909cc841d7246a6" /><Relationship Type="http://schemas.openxmlformats.org/officeDocument/2006/relationships/image" Target="/ppt/media/image2.jpeg" Id="R08285e0443f54e26" /><Relationship Type="http://schemas.openxmlformats.org/officeDocument/2006/relationships/image" Target="/ppt/media/image2.png" Id="Rff0f3ef51fd649ec" /><Relationship Type="http://schemas.openxmlformats.org/officeDocument/2006/relationships/image" Target="/ppt/media/image4.png" Id="R9b744080a50a4b41" /><Relationship Type="http://schemas.openxmlformats.org/officeDocument/2006/relationships/image" Target="/ppt/media/image5.png" Id="R3866fc6941ad4214" /><Relationship Type="http://schemas.openxmlformats.org/officeDocument/2006/relationships/notesSlide" Target="/ppt/notesSlides/notesSlide3.xml" Id="Rcd6e5b3f79164b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58405b20174d05" /><Relationship Type="http://schemas.openxmlformats.org/officeDocument/2006/relationships/image" Target="/ppt/media/image2.jpeg" Id="R707fb24785cc4b56" /><Relationship Type="http://schemas.openxmlformats.org/officeDocument/2006/relationships/image" Target="/ppt/media/image2.png" Id="Rc0498a8a17c74f3e" /><Relationship Type="http://schemas.openxmlformats.org/officeDocument/2006/relationships/image" Target="/ppt/media/image6.png" Id="R2a60db8119b24f63" /><Relationship Type="http://schemas.openxmlformats.org/officeDocument/2006/relationships/notesSlide" Target="/ppt/notesSlides/notesSlide4.xml" Id="R6471c17fb8a64b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dc8f67ffd5466e" /><Relationship Type="http://schemas.openxmlformats.org/officeDocument/2006/relationships/image" Target="/ppt/media/image2.jpeg" Id="Re3c2559bddfa48a5" /><Relationship Type="http://schemas.openxmlformats.org/officeDocument/2006/relationships/image" Target="/ppt/media/image2.png" Id="R1eec3331266243b7" /><Relationship Type="http://schemas.openxmlformats.org/officeDocument/2006/relationships/notesSlide" Target="/ppt/notesSlides/notesSlide5.xml" Id="Red737025796244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7472f5be024e3d" /><Relationship Type="http://schemas.openxmlformats.org/officeDocument/2006/relationships/image" Target="/ppt/media/image2.jpeg" Id="R2ca933a022914f85" /><Relationship Type="http://schemas.openxmlformats.org/officeDocument/2006/relationships/image" Target="/ppt/media/image2.png" Id="R1cc0999306b94850" /><Relationship Type="http://schemas.openxmlformats.org/officeDocument/2006/relationships/notesSlide" Target="/ppt/notesSlides/notesSlide6.xml" Id="Rcd1dc4c0598e44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2ce0cd65d24bd0" /><Relationship Type="http://schemas.openxmlformats.org/officeDocument/2006/relationships/image" Target="/ppt/media/image2.jpeg" Id="Rda685ce4db7442ca" /><Relationship Type="http://schemas.openxmlformats.org/officeDocument/2006/relationships/image" Target="/ppt/media/image2.png" Id="R0f2af84e21e44abe" /><Relationship Type="http://schemas.openxmlformats.org/officeDocument/2006/relationships/chart" Target="/ppt/slides/charts/chart1.xml" Id="R2d98e564f10e4301" /><Relationship Type="http://schemas.openxmlformats.org/officeDocument/2006/relationships/notesSlide" Target="/ppt/notesSlides/notesSlide7.xml" Id="R703d2328ac4843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7a897e75e54a74" /><Relationship Type="http://schemas.openxmlformats.org/officeDocument/2006/relationships/image" Target="/ppt/media/image2.jpeg" Id="Rc770c87ed2e34b63" /><Relationship Type="http://schemas.openxmlformats.org/officeDocument/2006/relationships/image" Target="/ppt/media/image2.png" Id="R5f388b6565734c0c" /><Relationship Type="http://schemas.openxmlformats.org/officeDocument/2006/relationships/notesSlide" Target="/ppt/notesSlides/notesSlide8.xml" Id="Re35d9edb32b04b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de0382a6d5452c" /><Relationship Type="http://schemas.openxmlformats.org/officeDocument/2006/relationships/image" Target="/ppt/media/image2.jpeg" Id="R5c343df797ec498d" /><Relationship Type="http://schemas.openxmlformats.org/officeDocument/2006/relationships/image" Target="/ppt/media/image2.png" Id="Rf8b66d70768f4e50" /><Relationship Type="http://schemas.openxmlformats.org/officeDocument/2006/relationships/notesSlide" Target="/ppt/notesSlides/notesSlide9.xml" Id="R3843fac67bb44e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0eea4c907244159" /><Relationship Type="http://schemas.openxmlformats.org/officeDocument/2006/relationships/image" Target="/ppt/media/image2.jpeg" Id="R8d97c2e392704ab0" /><Relationship Type="http://schemas.openxmlformats.org/officeDocument/2006/relationships/image" Target="/ppt/media/image2.png" Id="Rca0387b6de564eef" /><Relationship Type="http://schemas.openxmlformats.org/officeDocument/2006/relationships/image" Target="/ppt/media/image4.png" Id="R728ce0d3779b4bba" /><Relationship Type="http://schemas.openxmlformats.org/officeDocument/2006/relationships/image" Target="/ppt/media/image7.png" Id="R5eab5c8849f94e90" /><Relationship Type="http://schemas.openxmlformats.org/officeDocument/2006/relationships/notesSlide" Target="/ppt/notesSlides/notesSlide10.xml" Id="Rbb735230c6ce4d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049d1daa434d89" /><Relationship Type="http://schemas.openxmlformats.org/officeDocument/2006/relationships/image" Target="/ppt/media/image2.jpeg" Id="Red31e9661a4f49a3" /><Relationship Type="http://schemas.openxmlformats.org/officeDocument/2006/relationships/image" Target="/ppt/media/image2.png" Id="R91e00cfce6324eca" /><Relationship Type="http://schemas.openxmlformats.org/officeDocument/2006/relationships/notesSlide" Target="/ppt/notesSlides/notesSlide11.xml" Id="R99be00f9b7db42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a3c17f11ec24885" /><Relationship Type="http://schemas.openxmlformats.org/officeDocument/2006/relationships/image" Target="/ppt/media/image3.jpeg" Id="R6a53c20f97cc4443" /><Relationship Type="http://schemas.openxmlformats.org/officeDocument/2006/relationships/image" Target="/ppt/media/image8.png" Id="R1fddd0ab46ab4b37" /><Relationship Type="http://schemas.openxmlformats.org/officeDocument/2006/relationships/notesSlide" Target="/ppt/notesSlides/notesSlide12.xml" Id="Rff925bd19acd44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9b653d914c4504" /><Relationship Type="http://schemas.openxmlformats.org/officeDocument/2006/relationships/image" Target="/ppt/media/image2.jpeg" Id="Rf88da120a0ee4a9c" /><Relationship Type="http://schemas.openxmlformats.org/officeDocument/2006/relationships/image" Target="/ppt/media/image2.png" Id="R1dc27ff7a3b24645" /><Relationship Type="http://schemas.openxmlformats.org/officeDocument/2006/relationships/notesSlide" Target="/ppt/notesSlides/notesSlide13.xml" Id="Rd22dc57d261b49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77bb385ef04e25" /><Relationship Type="http://schemas.openxmlformats.org/officeDocument/2006/relationships/image" Target="/ppt/media/image2.jpeg" Id="R3f02e7534c6e4ed0" /><Relationship Type="http://schemas.openxmlformats.org/officeDocument/2006/relationships/image" Target="/ppt/media/image2.png" Id="Rcfb836f967484cc3" /><Relationship Type="http://schemas.openxmlformats.org/officeDocument/2006/relationships/notesSlide" Target="/ppt/notesSlides/notesSlide14.xml" Id="R990c76d5388e44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5070aa117264ce9" /><Relationship Type="http://schemas.openxmlformats.org/officeDocument/2006/relationships/image" Target="/ppt/media/image2.jpeg" Id="Rb3888d0cb9264fd4" /><Relationship Type="http://schemas.openxmlformats.org/officeDocument/2006/relationships/image" Target="/ppt/media/image2.png" Id="R36d3c910e09a4809" /><Relationship Type="http://schemas.openxmlformats.org/officeDocument/2006/relationships/notesSlide" Target="/ppt/notesSlides/notesSlide15.xml" Id="Rb55cf236ac1e4e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155a8ac1cf14f4c" /><Relationship Type="http://schemas.openxmlformats.org/officeDocument/2006/relationships/image" Target="/ppt/media/image2.jpeg" Id="R7cc3ad1364a14313" /><Relationship Type="http://schemas.openxmlformats.org/officeDocument/2006/relationships/image" Target="/ppt/media/image2.png" Id="R65f94330ec4b4a71" /><Relationship Type="http://schemas.openxmlformats.org/officeDocument/2006/relationships/image" Target="/ppt/media/image4.png" Id="Rbc2ae412b3824521" /><Relationship Type="http://schemas.openxmlformats.org/officeDocument/2006/relationships/image" Target="/ppt/media/image9.png" Id="R46e00eb0fecb42fc" /><Relationship Type="http://schemas.openxmlformats.org/officeDocument/2006/relationships/notesSlide" Target="/ppt/notesSlides/notesSlide16.xml" Id="Rb648b4cf25cc484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95ed8883f645db" /><Relationship Type="http://schemas.openxmlformats.org/officeDocument/2006/relationships/image" Target="/ppt/media/image2.jpeg" Id="Rded418075ea54d1f" /><Relationship Type="http://schemas.openxmlformats.org/officeDocument/2006/relationships/image" Target="/ppt/media/image2.png" Id="Rf17b5e28ef8f4efb" /><Relationship Type="http://schemas.openxmlformats.org/officeDocument/2006/relationships/image" Target="/ppt/media/image10.png" Id="R80edd98483e24284" /><Relationship Type="http://schemas.openxmlformats.org/officeDocument/2006/relationships/notesSlide" Target="/ppt/notesSlides/notesSlide17.xml" Id="Rd4758e983c9348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6f212ca6cff4430" /><Relationship Type="http://schemas.openxmlformats.org/officeDocument/2006/relationships/image" Target="/ppt/media/image2.jpeg" Id="R7cd0637cac664072" /><Relationship Type="http://schemas.openxmlformats.org/officeDocument/2006/relationships/image" Target="/ppt/media/image2.png" Id="R000c72a3baad4d82" /><Relationship Type="http://schemas.openxmlformats.org/officeDocument/2006/relationships/notesSlide" Target="/ppt/notesSlides/notesSlide18.xml" Id="R7557f0b8d72041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4b56499e6fd481e" /><Relationship Type="http://schemas.openxmlformats.org/officeDocument/2006/relationships/image" Target="/ppt/media/image2.jpeg" Id="Rac8564e60e484eae" /><Relationship Type="http://schemas.openxmlformats.org/officeDocument/2006/relationships/image" Target="/ppt/media/image2.png" Id="R415bef0321494175" /><Relationship Type="http://schemas.openxmlformats.org/officeDocument/2006/relationships/notesSlide" Target="/ppt/notesSlides/notesSlide19.xml" Id="R7d116ad3c5ba49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2b9d6babe264c35" /><Relationship Type="http://schemas.openxmlformats.org/officeDocument/2006/relationships/image" Target="/ppt/media/image2.jpeg" Id="R65c58f6cae0e47cc" /><Relationship Type="http://schemas.openxmlformats.org/officeDocument/2006/relationships/image" Target="/ppt/media/image2.png" Id="R8170360c09534173" /><Relationship Type="http://schemas.openxmlformats.org/officeDocument/2006/relationships/notesSlide" Target="/ppt/notesSlides/notesSlide20.xml" Id="R50623c41a7c0460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88bb9df9be64329" /><Relationship Type="http://schemas.openxmlformats.org/officeDocument/2006/relationships/image" Target="/ppt/media/image2.jpeg" Id="Ref98124fd532496f" /><Relationship Type="http://schemas.openxmlformats.org/officeDocument/2006/relationships/image" Target="/ppt/media/image2.png" Id="R9812a8bb52554264" /><Relationship Type="http://schemas.openxmlformats.org/officeDocument/2006/relationships/notesSlide" Target="/ppt/notesSlides/notesSlide21.xml" Id="R7d8a10713f254b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219ef644aec492b" /><Relationship Type="http://schemas.openxmlformats.org/officeDocument/2006/relationships/image" Target="/ppt/media/image2.jpeg" Id="Rdf946cd87a7c4067" /><Relationship Type="http://schemas.openxmlformats.org/officeDocument/2006/relationships/image" Target="/ppt/media/image2.png" Id="R05c4a5a40dd84076" /><Relationship Type="http://schemas.openxmlformats.org/officeDocument/2006/relationships/notesSlide" Target="/ppt/notesSlides/notesSlide22.xml" Id="R63d561983b9548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8b6c9e068974d94" /><Relationship Type="http://schemas.openxmlformats.org/officeDocument/2006/relationships/image" Target="/ppt/media/image2.jpeg" Id="Rbb701003747f44a2" /><Relationship Type="http://schemas.openxmlformats.org/officeDocument/2006/relationships/image" Target="/ppt/media/image2.png" Id="Rfdaf67614bef4b81" /><Relationship Type="http://schemas.openxmlformats.org/officeDocument/2006/relationships/image" Target="/ppt/media/image4.png" Id="R572453c6eafe4874" /><Relationship Type="http://schemas.openxmlformats.org/officeDocument/2006/relationships/image" Target="/ppt/media/image11.png" Id="Rd301b124ca4e4b82" /><Relationship Type="http://schemas.openxmlformats.org/officeDocument/2006/relationships/notesSlide" Target="/ppt/notesSlides/notesSlide23.xml" Id="R20a2d23b087743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53f7209e6c0460f" /><Relationship Type="http://schemas.openxmlformats.org/officeDocument/2006/relationships/image" Target="/ppt/media/image2.jpeg" Id="Rb8e4efeac7da451e" /><Relationship Type="http://schemas.openxmlformats.org/officeDocument/2006/relationships/image" Target="/ppt/media/image2.png" Id="Rcfd3b6ae86154471" /><Relationship Type="http://schemas.openxmlformats.org/officeDocument/2006/relationships/notesSlide" Target="/ppt/notesSlides/notesSlide24.xml" Id="R4bd43a12021e4c0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77b4dc539cd41fe" /><Relationship Type="http://schemas.openxmlformats.org/officeDocument/2006/relationships/image" Target="/ppt/media/image2.jpeg" Id="Rd8ff874d02664c5d" /><Relationship Type="http://schemas.openxmlformats.org/officeDocument/2006/relationships/image" Target="/ppt/media/image2.png" Id="R3f14d4f8dfcb4a72" /><Relationship Type="http://schemas.openxmlformats.org/officeDocument/2006/relationships/chart" Target="/ppt/slides/charts/chart2.xml" Id="Rb3120ed0b25c43d8" /><Relationship Type="http://schemas.openxmlformats.org/officeDocument/2006/relationships/notesSlide" Target="/ppt/notesSlides/notesSlide25.xml" Id="Rb17c469550af450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a1312ae0ab446d2" /><Relationship Type="http://schemas.openxmlformats.org/officeDocument/2006/relationships/image" Target="/ppt/media/image2.jpeg" Id="Rca0d2025d41c481d" /><Relationship Type="http://schemas.openxmlformats.org/officeDocument/2006/relationships/image" Target="/ppt/media/image2.png" Id="R535a4445b6a44a78" /><Relationship Type="http://schemas.openxmlformats.org/officeDocument/2006/relationships/image" Target="/ppt/media/image12.png" Id="Re112196dff514640" /><Relationship Type="http://schemas.openxmlformats.org/officeDocument/2006/relationships/image" Target="/ppt/media/image13.png" Id="R1e86993215b7462f" /><Relationship Type="http://schemas.openxmlformats.org/officeDocument/2006/relationships/notesSlide" Target="/ppt/notesSlides/notesSlide26.xml" Id="Rbca7e175700d46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052c2d7f37149cc" /><Relationship Type="http://schemas.openxmlformats.org/officeDocument/2006/relationships/image" Target="/ppt/media/image2.jpeg" Id="R44219784e7f546e0" /><Relationship Type="http://schemas.openxmlformats.org/officeDocument/2006/relationships/image" Target="/ppt/media/image2.png" Id="Rc38025d6f26540d8" /><Relationship Type="http://schemas.openxmlformats.org/officeDocument/2006/relationships/image" Target="/ppt/media/image4.png" Id="R12773ce156b34056" /><Relationship Type="http://schemas.openxmlformats.org/officeDocument/2006/relationships/image" Target="/ppt/media/image14.png" Id="Re629df8125104893" /><Relationship Type="http://schemas.openxmlformats.org/officeDocument/2006/relationships/notesSlide" Target="/ppt/notesSlides/notesSlide27.xml" Id="R48d0aa484862465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85da60c9e024a80" /><Relationship Type="http://schemas.openxmlformats.org/officeDocument/2006/relationships/image" Target="/ppt/media/image2.jpeg" Id="Rd281f3f74f4742d1" /><Relationship Type="http://schemas.openxmlformats.org/officeDocument/2006/relationships/image" Target="/ppt/media/image2.png" Id="R8b108e3605bf46cb" /><Relationship Type="http://schemas.openxmlformats.org/officeDocument/2006/relationships/notesSlide" Target="/ppt/notesSlides/notesSlide28.xml" Id="Rfa111c0fb96f45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929bf22f8444fb4" /><Relationship Type="http://schemas.openxmlformats.org/officeDocument/2006/relationships/image" Target="/ppt/media/image2.jpeg" Id="R339071f5cc884e5c" /><Relationship Type="http://schemas.openxmlformats.org/officeDocument/2006/relationships/image" Target="/ppt/media/image2.png" Id="Re126ed64836e4828" /><Relationship Type="http://schemas.openxmlformats.org/officeDocument/2006/relationships/notesSlide" Target="/ppt/notesSlides/notesSlide29.xml" Id="R8948ea00c54741c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2bb2524bc354af9" /><Relationship Type="http://schemas.openxmlformats.org/officeDocument/2006/relationships/image" Target="/ppt/media/image2.jpeg" Id="R51e1832013a14daf" /><Relationship Type="http://schemas.openxmlformats.org/officeDocument/2006/relationships/image" Target="/ppt/media/image2.png" Id="Ra761c0df900e4fe1" /><Relationship Type="http://schemas.openxmlformats.org/officeDocument/2006/relationships/notesSlide" Target="/ppt/notesSlides/notesSlide30.xml" Id="R0f64c593ec294f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a57b0272f854a78" /><Relationship Type="http://schemas.openxmlformats.org/officeDocument/2006/relationships/image" Target="/ppt/media/image2.jpeg" Id="R94e2d29a5b204d2a" /><Relationship Type="http://schemas.openxmlformats.org/officeDocument/2006/relationships/image" Target="/ppt/media/image2.png" Id="Rccdaf5aa3cbe4b91" /><Relationship Type="http://schemas.openxmlformats.org/officeDocument/2006/relationships/notesSlide" Target="/ppt/notesSlides/notesSlide31.xml" Id="R8a3707b81f5e4a7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094ed3753184879" /><Relationship Type="http://schemas.openxmlformats.org/officeDocument/2006/relationships/image" Target="/ppt/media/image2.jpeg" Id="R66b9a9c3595c4482" /><Relationship Type="http://schemas.openxmlformats.org/officeDocument/2006/relationships/image" Target="/ppt/media/image2.png" Id="Rd60b1257a4494295" /><Relationship Type="http://schemas.openxmlformats.org/officeDocument/2006/relationships/notesSlide" Target="/ppt/notesSlides/notesSlide32.xml" Id="Ra3bc248849f6416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ef3eb2812224eeb" /><Relationship Type="http://schemas.openxmlformats.org/officeDocument/2006/relationships/image" Target="/ppt/media/image2.jpeg" Id="Raa0291c42b464bf8" /><Relationship Type="http://schemas.openxmlformats.org/officeDocument/2006/relationships/image" Target="/ppt/media/image2.png" Id="R7f60da09dcc44e92" /><Relationship Type="http://schemas.openxmlformats.org/officeDocument/2006/relationships/notesSlide" Target="/ppt/notesSlides/notesSlide33.xml" Id="R78327cb9c7c346c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332935d118a4dd3" /><Relationship Type="http://schemas.openxmlformats.org/officeDocument/2006/relationships/image" Target="/ppt/media/image2.jpeg" Id="Re6b59d5f26264680" /><Relationship Type="http://schemas.openxmlformats.org/officeDocument/2006/relationships/image" Target="/ppt/media/image2.png" Id="Reeea668e2be440d5" /><Relationship Type="http://schemas.openxmlformats.org/officeDocument/2006/relationships/notesSlide" Target="/ppt/notesSlides/notesSlide34.xml" Id="R3dc8c0473fcd474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36e9d964ca64279" /><Relationship Type="http://schemas.openxmlformats.org/officeDocument/2006/relationships/image" Target="/ppt/media/image2.jpeg" Id="Rbdb288566fce4c88" /><Relationship Type="http://schemas.openxmlformats.org/officeDocument/2006/relationships/image" Target="/ppt/media/image2.png" Id="R177838cb451c4282" /><Relationship Type="http://schemas.openxmlformats.org/officeDocument/2006/relationships/notesSlide" Target="/ppt/notesSlides/notesSlide35.xml" Id="R0e0f185f4558458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86976114fbc42a3" /><Relationship Type="http://schemas.openxmlformats.org/officeDocument/2006/relationships/image" Target="/ppt/media/image2.jpeg" Id="R8cd654ee404e48b4" /><Relationship Type="http://schemas.openxmlformats.org/officeDocument/2006/relationships/image" Target="/ppt/media/image2.png" Id="Rfb908bb332d3435f" /><Relationship Type="http://schemas.openxmlformats.org/officeDocument/2006/relationships/image" Target="/ppt/media/image15.png" Id="Rd6fe338b2c8f4535" /><Relationship Type="http://schemas.openxmlformats.org/officeDocument/2006/relationships/notesSlide" Target="/ppt/notesSlides/notesSlide36.xml" Id="Ra2e1f810cb8e407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05fe49948cb547f0" /><Relationship Type="http://schemas.openxmlformats.org/officeDocument/2006/relationships/image" Target="/ppt/media/image2.jpeg" Id="Re3697817b76b47c6" /><Relationship Type="http://schemas.openxmlformats.org/officeDocument/2006/relationships/image" Target="/ppt/media/image.gif" Id="R581f2ad03cf843dc" /><Relationship Type="http://schemas.openxmlformats.org/officeDocument/2006/relationships/image" Target="/ppt/media/image2.png" Id="Rce503f0019234ccc" /><Relationship Type="http://schemas.openxmlformats.org/officeDocument/2006/relationships/notesSlide" Target="/ppt/notesSlides/notesSlide37.xml" Id="R1a35d2d54d854a7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a2c1919ed0ed45f6">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e7513cce967f44ad">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b7d16713045481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20cbd9f2bf0440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8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08285e0443f54e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ff0f3ef51fd649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9b744080a50a4b41">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9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3866fc6941ad4214">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9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7fb24785cc4b5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498a8a17c74f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2a60db8119b24f63"/>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c2559bddfa48a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ec3331266243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ca933a022914f8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cc0999306b9485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a685ce4db7442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f2af84e21e44a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2d98e564f10e430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770c87ed2e34b6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388b6565734c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c343df797ec49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8b66d70768f4e5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5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8d97c2e392704ab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6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ca0387b6de564ee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6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728ce0d3779b4bb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6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5eab5c8849f94e90">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6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d31e9661a4f49a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e00cfce6324ec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a53c20f97cc444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fddd0ab46ab4b3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88da120a0ee4a9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dc27ff7a3b246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5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f02e7534c6e4ed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fb836f967484c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0"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DCF1639C-4CEF-48DF-8440-D923A5BF33C3}"/>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08D915C0-9A84-41AA-89B0-2791DF657BF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1"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6CF5EF41-C50C-4C01-8B25-91AEDF50DD1E}"/>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3888d0cb9264f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d3c910e09a480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476"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7cc3ad1364a143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77"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65f94330ec4b4a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78"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bc2ae412b382452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80"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46e00eb0fecb42fc">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48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ed418075ea54d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7b5e28ef8f4e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80edd98483e24284"/>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cd0637cac66407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0c72a3baad4d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c8564e60e484e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5bef032149417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c58f6cae0e47c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170360c095341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f98124fd53249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812a8bb525542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f946cd87a7c40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c4a5a40dd840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7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bb701003747f44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fdaf67614bef4b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7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572453c6eafe4874">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8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d301b124ca4e4b82">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8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8e4efeac7da45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fd3b6ae861544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ff874d02664c5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14d4f8dfcb4a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3120ed0b25c43d8"/>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0d2025d41c481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5a4445b6a44a7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e112196dff51464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1e86993215b7462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21"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44219784e7f546e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22"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c38025d6f26540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23"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12773ce156b3405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25"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e629df8125104893">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27"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281f3f74f4742d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b108e3605bf46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9071f5cc884e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126ed64836e482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1e1832013a14d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761c0df900e4f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4e2d29a5b204d2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cdaf5aa3cbe4b9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b9a9c3595c44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0b1257a449429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0291c42b464bf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f60da09dcc44e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6b59d5f2626468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ea668e2be440d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db288566fce4c8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77838cb451c42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cd654ee404e48b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908bb332d343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d6fe338b2c8f4535">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e3697817b76b47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581f2ad03cf843dc">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e503f0019234c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2026-09-24T02:38:54.1610000Z</dcterms:created>
  <dcterms:modified xsi:type="dcterms:W3CDTF">2026-09-24T02:38:54.1610000Z</dcterms:modified>
</coreProperties>
</file>