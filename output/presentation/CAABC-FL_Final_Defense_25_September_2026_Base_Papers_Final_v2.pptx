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0e988f0ace4748" /><Relationship Type="http://schemas.openxmlformats.org/officeDocument/2006/relationships/extended-properties" Target="/docProps/app.xml" Id="R92718ffbb94b4f80" /><Relationship Type="http://schemas.openxmlformats.org/officeDocument/2006/relationships/officeDocument" Target="/ppt/presentation.xml" Id="Rdc58bfc79672424b" /></Relationships>
</file>

<file path=ppt/presentation.xml><?xml version="1.0" encoding="utf-8"?>
<p:presentation xmlns:p="http://schemas.openxmlformats.org/presentationml/2006/main">
  <p:sldMasterIdLst>
    <p:sldMasterId xmlns:r="http://schemas.openxmlformats.org/officeDocument/2006/relationships" id="2147483648" r:id="R4c55fb60473e4050"/>
  </p:sldMasterIdLst>
  <p:notesMasterIdLst>
    <p:notesMasterId xmlns:r="http://schemas.openxmlformats.org/officeDocument/2006/relationships" r:id="R8347305ff5d64e3d"/>
  </p:notesMasterIdLst>
  <p:sldIdLst>
    <p:sldId xmlns:r="http://schemas.openxmlformats.org/officeDocument/2006/relationships" id="256" r:id="Rcebadfcad55645f8"/>
    <p:sldId xmlns:r="http://schemas.openxmlformats.org/officeDocument/2006/relationships" id="257" r:id="R9de719b4a9a242b7"/>
    <p:sldId xmlns:r="http://schemas.openxmlformats.org/officeDocument/2006/relationships" id="258" r:id="Rcc281c1fd3a84ab0"/>
    <p:sldId xmlns:r="http://schemas.openxmlformats.org/officeDocument/2006/relationships" id="259" r:id="Rc41ddf2466d548d4"/>
    <p:sldId xmlns:r="http://schemas.openxmlformats.org/officeDocument/2006/relationships" id="260" r:id="Rd571765a62a04ed5"/>
    <p:sldId xmlns:r="http://schemas.openxmlformats.org/officeDocument/2006/relationships" id="261" r:id="Rce076bf0848a4740"/>
    <p:sldId xmlns:r="http://schemas.openxmlformats.org/officeDocument/2006/relationships" id="262" r:id="Rba2a1bb4e390400a"/>
    <p:sldId xmlns:r="http://schemas.openxmlformats.org/officeDocument/2006/relationships" id="263" r:id="R2dcb56787b894fbf"/>
    <p:sldId xmlns:r="http://schemas.openxmlformats.org/officeDocument/2006/relationships" id="264" r:id="R901613aaa52a43a5"/>
    <p:sldId xmlns:r="http://schemas.openxmlformats.org/officeDocument/2006/relationships" id="265" r:id="Re0dacbca8f0a482e"/>
    <p:sldId xmlns:r="http://schemas.openxmlformats.org/officeDocument/2006/relationships" id="266" r:id="R33180aef1c7b417d"/>
    <p:sldId xmlns:r="http://schemas.openxmlformats.org/officeDocument/2006/relationships" id="267" r:id="Rf960269e65aa4def"/>
    <p:sldId xmlns:r="http://schemas.openxmlformats.org/officeDocument/2006/relationships" id="268" r:id="Rac5386331a2b4e77"/>
    <p:sldId xmlns:r="http://schemas.openxmlformats.org/officeDocument/2006/relationships" id="269" r:id="R12cf9d05618d490d"/>
    <p:sldId xmlns:r="http://schemas.openxmlformats.org/officeDocument/2006/relationships" id="270" r:id="R62cb74fc2aea4bd3"/>
    <p:sldId xmlns:r="http://schemas.openxmlformats.org/officeDocument/2006/relationships" id="271" r:id="R707706b2c60446a8"/>
    <p:sldId xmlns:r="http://schemas.openxmlformats.org/officeDocument/2006/relationships" id="272" r:id="R5ba5cac40d0745d0"/>
    <p:sldId xmlns:r="http://schemas.openxmlformats.org/officeDocument/2006/relationships" id="273" r:id="R393e296696ba45dd"/>
    <p:sldId xmlns:r="http://schemas.openxmlformats.org/officeDocument/2006/relationships" id="274" r:id="R32a9147a3ce147e5"/>
    <p:sldId xmlns:r="http://schemas.openxmlformats.org/officeDocument/2006/relationships" id="275" r:id="Red4cc2342b8a4911"/>
    <p:sldId xmlns:r="http://schemas.openxmlformats.org/officeDocument/2006/relationships" id="276" r:id="Refb7bb129dc849bc"/>
    <p:sldId xmlns:r="http://schemas.openxmlformats.org/officeDocument/2006/relationships" id="277" r:id="R3c38237991334b63"/>
    <p:sldId xmlns:r="http://schemas.openxmlformats.org/officeDocument/2006/relationships" id="278" r:id="Rcbce1a47079b4b69"/>
    <p:sldId xmlns:r="http://schemas.openxmlformats.org/officeDocument/2006/relationships" id="279" r:id="Rf29b231e45984880"/>
    <p:sldId xmlns:r="http://schemas.openxmlformats.org/officeDocument/2006/relationships" id="280" r:id="R45d71dec775047f7"/>
    <p:sldId xmlns:r="http://schemas.openxmlformats.org/officeDocument/2006/relationships" id="281" r:id="R3aab0d972b804138"/>
    <p:sldId xmlns:r="http://schemas.openxmlformats.org/officeDocument/2006/relationships" id="282" r:id="Ra6f6c1b890464df4"/>
    <p:sldId xmlns:r="http://schemas.openxmlformats.org/officeDocument/2006/relationships" id="283" r:id="Rd5c65ecda5cf45b7"/>
    <p:sldId xmlns:r="http://schemas.openxmlformats.org/officeDocument/2006/relationships" id="284" r:id="R52e8696a227d4a28"/>
    <p:sldId xmlns:r="http://schemas.openxmlformats.org/officeDocument/2006/relationships" id="285" r:id="R54cbac6c78314062"/>
    <p:sldId xmlns:r="http://schemas.openxmlformats.org/officeDocument/2006/relationships" id="286" r:id="R0a573e9cb5ee49c7"/>
    <p:sldId xmlns:r="http://schemas.openxmlformats.org/officeDocument/2006/relationships" id="287" r:id="R80ccad1fde664599"/>
    <p:sldId xmlns:r="http://schemas.openxmlformats.org/officeDocument/2006/relationships" id="288" r:id="R72224db467294d9b"/>
    <p:sldId xmlns:r="http://schemas.openxmlformats.org/officeDocument/2006/relationships" id="289" r:id="R00f0206a9e444e74"/>
    <p:sldId xmlns:r="http://schemas.openxmlformats.org/officeDocument/2006/relationships" id="290" r:id="R265d4e04cdcf4570"/>
    <p:sldId xmlns:r="http://schemas.openxmlformats.org/officeDocument/2006/relationships" id="291" r:id="Raad08cb958f343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f0766fc304346fd" /><Relationship Type="http://schemas.openxmlformats.org/officeDocument/2006/relationships/slideMaster" Target="/ppt/slideMasters/slideMaster1.xml" Id="R4c55fb60473e4050" /><Relationship Type="http://schemas.openxmlformats.org/officeDocument/2006/relationships/notesMaster" Target="/ppt/notesMasters/notesMaster1.xml" Id="R8347305ff5d64e3d" /><Relationship Type="http://schemas.openxmlformats.org/officeDocument/2006/relationships/presProps" Target="/ppt/presProps.xml" Id="Rf4f7245feacb4625" /><Relationship Type="http://schemas.openxmlformats.org/officeDocument/2006/relationships/viewProps" Target="/ppt/viewProps.xml" Id="Rdb3b7281073f49ce" /><Relationship Type="http://schemas.openxmlformats.org/officeDocument/2006/relationships/tableStyles" Target="/ppt/tableStyles.xml" Id="R9452cace810d467a" /><Relationship Type="http://schemas.openxmlformats.org/officeDocument/2006/relationships/slide" Target="/ppt/slides/slide1.xml" Id="Rcebadfcad55645f8" /><Relationship Type="http://schemas.openxmlformats.org/officeDocument/2006/relationships/slide" Target="/ppt/slides/slide2.xml" Id="R9de719b4a9a242b7" /><Relationship Type="http://schemas.openxmlformats.org/officeDocument/2006/relationships/slide" Target="/ppt/slides/slide3.xml" Id="Rcc281c1fd3a84ab0" /><Relationship Type="http://schemas.openxmlformats.org/officeDocument/2006/relationships/slide" Target="/ppt/slides/slide4.xml" Id="Rc41ddf2466d548d4" /><Relationship Type="http://schemas.openxmlformats.org/officeDocument/2006/relationships/slide" Target="/ppt/slides/slide5.xml" Id="Rd571765a62a04ed5" /><Relationship Type="http://schemas.openxmlformats.org/officeDocument/2006/relationships/slide" Target="/ppt/slides/slide6.xml" Id="Rce076bf0848a4740" /><Relationship Type="http://schemas.openxmlformats.org/officeDocument/2006/relationships/slide" Target="/ppt/slides/slide7.xml" Id="Rba2a1bb4e390400a" /><Relationship Type="http://schemas.openxmlformats.org/officeDocument/2006/relationships/slide" Target="/ppt/slides/slide8.xml" Id="R2dcb56787b894fbf" /><Relationship Type="http://schemas.openxmlformats.org/officeDocument/2006/relationships/slide" Target="/ppt/slides/slide9.xml" Id="R901613aaa52a43a5" /><Relationship Type="http://schemas.openxmlformats.org/officeDocument/2006/relationships/slide" Target="/ppt/slides/slide10.xml" Id="Re0dacbca8f0a482e" /><Relationship Type="http://schemas.openxmlformats.org/officeDocument/2006/relationships/slide" Target="/ppt/slides/slide11.xml" Id="R33180aef1c7b417d" /><Relationship Type="http://schemas.openxmlformats.org/officeDocument/2006/relationships/slide" Target="/ppt/slides/slide12.xml" Id="Rf960269e65aa4def" /><Relationship Type="http://schemas.openxmlformats.org/officeDocument/2006/relationships/slide" Target="/ppt/slides/slide13.xml" Id="Rac5386331a2b4e77" /><Relationship Type="http://schemas.openxmlformats.org/officeDocument/2006/relationships/slide" Target="/ppt/slides/slide14.xml" Id="R12cf9d05618d490d" /><Relationship Type="http://schemas.openxmlformats.org/officeDocument/2006/relationships/slide" Target="/ppt/slides/slide15.xml" Id="R62cb74fc2aea4bd3" /><Relationship Type="http://schemas.openxmlformats.org/officeDocument/2006/relationships/slide" Target="/ppt/slides/slide16.xml" Id="R707706b2c60446a8" /><Relationship Type="http://schemas.openxmlformats.org/officeDocument/2006/relationships/slide" Target="/ppt/slides/slide17.xml" Id="R5ba5cac40d0745d0" /><Relationship Type="http://schemas.openxmlformats.org/officeDocument/2006/relationships/slide" Target="/ppt/slides/slide18.xml" Id="R393e296696ba45dd" /><Relationship Type="http://schemas.openxmlformats.org/officeDocument/2006/relationships/slide" Target="/ppt/slides/slide19.xml" Id="R32a9147a3ce147e5" /><Relationship Type="http://schemas.openxmlformats.org/officeDocument/2006/relationships/slide" Target="/ppt/slides/slide20.xml" Id="Red4cc2342b8a4911" /><Relationship Type="http://schemas.openxmlformats.org/officeDocument/2006/relationships/slide" Target="/ppt/slides/slide21.xml" Id="Refb7bb129dc849bc" /><Relationship Type="http://schemas.openxmlformats.org/officeDocument/2006/relationships/slide" Target="/ppt/slides/slide22.xml" Id="R3c38237991334b63" /><Relationship Type="http://schemas.openxmlformats.org/officeDocument/2006/relationships/slide" Target="/ppt/slides/slide23.xml" Id="Rcbce1a47079b4b69" /><Relationship Type="http://schemas.openxmlformats.org/officeDocument/2006/relationships/slide" Target="/ppt/slides/slide24.xml" Id="Rf29b231e45984880" /><Relationship Type="http://schemas.openxmlformats.org/officeDocument/2006/relationships/slide" Target="/ppt/slides/slide25.xml" Id="R45d71dec775047f7" /><Relationship Type="http://schemas.openxmlformats.org/officeDocument/2006/relationships/slide" Target="/ppt/slides/slide26.xml" Id="R3aab0d972b804138" /><Relationship Type="http://schemas.openxmlformats.org/officeDocument/2006/relationships/slide" Target="/ppt/slides/slide27.xml" Id="Ra6f6c1b890464df4" /><Relationship Type="http://schemas.openxmlformats.org/officeDocument/2006/relationships/slide" Target="/ppt/slides/slide28.xml" Id="Rd5c65ecda5cf45b7" /><Relationship Type="http://schemas.openxmlformats.org/officeDocument/2006/relationships/slide" Target="/ppt/slides/slide29.xml" Id="R52e8696a227d4a28" /><Relationship Type="http://schemas.openxmlformats.org/officeDocument/2006/relationships/slide" Target="/ppt/slides/slide30.xml" Id="R54cbac6c78314062" /><Relationship Type="http://schemas.openxmlformats.org/officeDocument/2006/relationships/slide" Target="/ppt/slides/slide31.xml" Id="R0a573e9cb5ee49c7" /><Relationship Type="http://schemas.openxmlformats.org/officeDocument/2006/relationships/slide" Target="/ppt/slides/slide32.xml" Id="R80ccad1fde664599" /><Relationship Type="http://schemas.openxmlformats.org/officeDocument/2006/relationships/slide" Target="/ppt/slides/slide33.xml" Id="R72224db467294d9b" /><Relationship Type="http://schemas.openxmlformats.org/officeDocument/2006/relationships/slide" Target="/ppt/slides/slide34.xml" Id="R00f0206a9e444e74" /><Relationship Type="http://schemas.openxmlformats.org/officeDocument/2006/relationships/slide" Target="/ppt/slides/slide35.xml" Id="R265d4e04cdcf4570" /><Relationship Type="http://schemas.openxmlformats.org/officeDocument/2006/relationships/slide" Target="/ppt/slides/slide36.xml" Id="Raad08cb958f343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2a8f022d3a4d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730afb70264298" /><Relationship Type="http://schemas.openxmlformats.org/officeDocument/2006/relationships/notesMaster" Target="/ppt/notesMasters/notesMaster1.xml" Id="Rc64f1507b1bc4a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a314d436964908" /><Relationship Type="http://schemas.openxmlformats.org/officeDocument/2006/relationships/notesMaster" Target="/ppt/notesMasters/notesMaster1.xml" Id="R2e589d5e863945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0f87085f2c4a39" /><Relationship Type="http://schemas.openxmlformats.org/officeDocument/2006/relationships/notesMaster" Target="/ppt/notesMasters/notesMaster1.xml" Id="Rf060fb4428bc43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77cec9d400467b" /><Relationship Type="http://schemas.openxmlformats.org/officeDocument/2006/relationships/notesMaster" Target="/ppt/notesMasters/notesMaster1.xml" Id="R3a06fd67b94c46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b493f8c1394b61" /><Relationship Type="http://schemas.openxmlformats.org/officeDocument/2006/relationships/notesMaster" Target="/ppt/notesMasters/notesMaster1.xml" Id="Rccacac3bfdb544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7f812e7bc04029" /><Relationship Type="http://schemas.openxmlformats.org/officeDocument/2006/relationships/notesMaster" Target="/ppt/notesMasters/notesMaster1.xml" Id="Rabafc8a6f76d47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8d871faf274cb9" /><Relationship Type="http://schemas.openxmlformats.org/officeDocument/2006/relationships/notesMaster" Target="/ppt/notesMasters/notesMaster1.xml" Id="Rf7d7a770e4054f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31db4978e74628" /><Relationship Type="http://schemas.openxmlformats.org/officeDocument/2006/relationships/notesMaster" Target="/ppt/notesMasters/notesMaster1.xml" Id="R659a998ebd554e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bfe77708054ecc" /><Relationship Type="http://schemas.openxmlformats.org/officeDocument/2006/relationships/notesMaster" Target="/ppt/notesMasters/notesMaster1.xml" Id="Re3ccf19a93c34a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3cbbf8a76b4bf5" /><Relationship Type="http://schemas.openxmlformats.org/officeDocument/2006/relationships/notesMaster" Target="/ppt/notesMasters/notesMaster1.xml" Id="Rfa38ffdc8ebb41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ae72ab966b4b5c" /><Relationship Type="http://schemas.openxmlformats.org/officeDocument/2006/relationships/notesMaster" Target="/ppt/notesMasters/notesMaster1.xml" Id="R34364c3f8dd942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8b14a251fa4df0" /><Relationship Type="http://schemas.openxmlformats.org/officeDocument/2006/relationships/notesMaster" Target="/ppt/notesMasters/notesMaster1.xml" Id="R8abe78b80fad46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1ce40db3974bf0" /><Relationship Type="http://schemas.openxmlformats.org/officeDocument/2006/relationships/notesMaster" Target="/ppt/notesMasters/notesMaster1.xml" Id="R7fde306bf5fb4c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10be7550794167" /><Relationship Type="http://schemas.openxmlformats.org/officeDocument/2006/relationships/notesMaster" Target="/ppt/notesMasters/notesMaster1.xml" Id="R50c078fe606541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48e3feb7104227" /><Relationship Type="http://schemas.openxmlformats.org/officeDocument/2006/relationships/notesMaster" Target="/ppt/notesMasters/notesMaster1.xml" Id="R14dedc2ea54a43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fb3573dc9340a0" /><Relationship Type="http://schemas.openxmlformats.org/officeDocument/2006/relationships/notesMaster" Target="/ppt/notesMasters/notesMaster1.xml" Id="Raa6fa8a0588c4c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edac437d4a54658" /><Relationship Type="http://schemas.openxmlformats.org/officeDocument/2006/relationships/notesMaster" Target="/ppt/notesMasters/notesMaster1.xml" Id="R7d06f6de8ddd44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282db1350d41a4" /><Relationship Type="http://schemas.openxmlformats.org/officeDocument/2006/relationships/notesMaster" Target="/ppt/notesMasters/notesMaster1.xml" Id="R9ccfd19dca4943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aa03c07a5747fe" /><Relationship Type="http://schemas.openxmlformats.org/officeDocument/2006/relationships/notesMaster" Target="/ppt/notesMasters/notesMaster1.xml" Id="R50bdaba8fbb74a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d6d39cdfb44976" /><Relationship Type="http://schemas.openxmlformats.org/officeDocument/2006/relationships/notesMaster" Target="/ppt/notesMasters/notesMaster1.xml" Id="Ra63c539b9d0b48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18fa19c7d94e56" /><Relationship Type="http://schemas.openxmlformats.org/officeDocument/2006/relationships/notesMaster" Target="/ppt/notesMasters/notesMaster1.xml" Id="Rbc5e4d89483f40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e7c1c70a83948eb" /><Relationship Type="http://schemas.openxmlformats.org/officeDocument/2006/relationships/notesMaster" Target="/ppt/notesMasters/notesMaster1.xml" Id="Raa4d00666a0b4d8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e1a06a33684430f" /><Relationship Type="http://schemas.openxmlformats.org/officeDocument/2006/relationships/notesMaster" Target="/ppt/notesMasters/notesMaster1.xml" Id="R3fd2119e3eaa4c5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0d6a6f81544486f" /><Relationship Type="http://schemas.openxmlformats.org/officeDocument/2006/relationships/notesMaster" Target="/ppt/notesMasters/notesMaster1.xml" Id="R356210958b4d456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1163ffd3c894287" /><Relationship Type="http://schemas.openxmlformats.org/officeDocument/2006/relationships/notesMaster" Target="/ppt/notesMasters/notesMaster1.xml" Id="R46996b56a2ee47a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eb251820454d10" /><Relationship Type="http://schemas.openxmlformats.org/officeDocument/2006/relationships/notesMaster" Target="/ppt/notesMasters/notesMaster1.xml" Id="R7a95b9ab68a6470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80aeeffb974f9e" /><Relationship Type="http://schemas.openxmlformats.org/officeDocument/2006/relationships/notesMaster" Target="/ppt/notesMasters/notesMaster1.xml" Id="Rd764ca5f787a430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f6a593d55884ff6" /><Relationship Type="http://schemas.openxmlformats.org/officeDocument/2006/relationships/notesMaster" Target="/ppt/notesMasters/notesMaster1.xml" Id="R40f7bc4e8c674ce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52e1b42ac6c48b8" /><Relationship Type="http://schemas.openxmlformats.org/officeDocument/2006/relationships/notesMaster" Target="/ppt/notesMasters/notesMaster1.xml" Id="Rea9095ce671f4ea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02a6b79cf5341b4" /><Relationship Type="http://schemas.openxmlformats.org/officeDocument/2006/relationships/notesMaster" Target="/ppt/notesMasters/notesMaster1.xml" Id="Rc11f6ce381f0425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eb8dea97c6a49d4" /><Relationship Type="http://schemas.openxmlformats.org/officeDocument/2006/relationships/notesMaster" Target="/ppt/notesMasters/notesMaster1.xml" Id="Rd7f20c9f99644a1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25ee53a014148e3" /><Relationship Type="http://schemas.openxmlformats.org/officeDocument/2006/relationships/notesMaster" Target="/ppt/notesMasters/notesMaster1.xml" Id="Rd1cd354bfade490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da8ca5bcc1940d9" /><Relationship Type="http://schemas.openxmlformats.org/officeDocument/2006/relationships/notesMaster" Target="/ppt/notesMasters/notesMaster1.xml" Id="R33a83bbfdbc341e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62fdc6285747a1" /><Relationship Type="http://schemas.openxmlformats.org/officeDocument/2006/relationships/notesMaster" Target="/ppt/notesMasters/notesMaster1.xml" Id="R57649cfaee1e493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ce057be1975476d" /><Relationship Type="http://schemas.openxmlformats.org/officeDocument/2006/relationships/notesMaster" Target="/ppt/notesMasters/notesMaster1.xml" Id="R8d464453bdfd4c0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fb882a1032e479e" /><Relationship Type="http://schemas.openxmlformats.org/officeDocument/2006/relationships/notesMaster" Target="/ppt/notesMasters/notesMaster1.xml" Id="R705b957a980e4a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652dc7e19340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082dcd6a5149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fbe00d70494f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c756f8cc744f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f1a035400348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60c6c4baaf424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ad4d7c89a3e443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8e19902fcfd41c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49b4caabe6148f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89a98c1295b4d4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4766b1d49894dce"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1e2f2738044ab5" /><Relationship Type="http://schemas.openxmlformats.org/officeDocument/2006/relationships/slideLayout" Target="/ppt/slideLayouts/slideLayout1.xml" Id="R199bd70be4494637" /><Relationship Type="http://schemas.openxmlformats.org/officeDocument/2006/relationships/slideLayout" Target="/ppt/slideLayouts/slideLayout2.xml" Id="Rd7165fcccddc45b4" /><Relationship Type="http://schemas.openxmlformats.org/officeDocument/2006/relationships/slideLayout" Target="/ppt/slideLayouts/slideLayout3.xml" Id="R8fd91d7bf618456d" /><Relationship Type="http://schemas.openxmlformats.org/officeDocument/2006/relationships/slideLayout" Target="/ppt/slideLayouts/slideLayout4.xml" Id="Rb1ecddeb97284055" /><Relationship Type="http://schemas.openxmlformats.org/officeDocument/2006/relationships/slideLayout" Target="/ppt/slideLayouts/slideLayout5.xml" Id="Rb30214ecf4274480" /><Relationship Type="http://schemas.openxmlformats.org/officeDocument/2006/relationships/slideLayout" Target="/ppt/slideLayouts/slideLayout6.xml" Id="R07a9d25652d84660" /><Relationship Type="http://schemas.openxmlformats.org/officeDocument/2006/relationships/slideLayout" Target="/ppt/slideLayouts/slideLayout7.xml" Id="R22e8ec2d9a00486b" /><Relationship Type="http://schemas.openxmlformats.org/officeDocument/2006/relationships/slideLayout" Target="/ppt/slideLayouts/slideLayout8.xml" Id="Ra891283898154ff2" /><Relationship Type="http://schemas.openxmlformats.org/officeDocument/2006/relationships/slideLayout" Target="/ppt/slideLayouts/slideLayout9.xml" Id="R7b4bd6d7e756475d" /><Relationship Type="http://schemas.openxmlformats.org/officeDocument/2006/relationships/slideLayout" Target="/ppt/slideLayouts/slideLayout10.xml" Id="R8a643acd1e164154" /><Relationship Type="http://schemas.openxmlformats.org/officeDocument/2006/relationships/slideLayout" Target="/ppt/slideLayouts/slideLayout11.xml" Id="R02ab94f3eeb640ed"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99bd70be4494637"/>
    <p:sldLayoutId xmlns:r="http://schemas.openxmlformats.org/officeDocument/2006/relationships" id="2147483650" r:id="Rd7165fcccddc45b4"/>
    <p:sldLayoutId xmlns:r="http://schemas.openxmlformats.org/officeDocument/2006/relationships" id="2147483651" r:id="R8fd91d7bf618456d"/>
    <p:sldLayoutId xmlns:r="http://schemas.openxmlformats.org/officeDocument/2006/relationships" id="2147483652" r:id="Rb1ecddeb97284055"/>
    <p:sldLayoutId xmlns:r="http://schemas.openxmlformats.org/officeDocument/2006/relationships" id="2147483653" r:id="Rb30214ecf4274480"/>
    <p:sldLayoutId xmlns:r="http://schemas.openxmlformats.org/officeDocument/2006/relationships" id="2147483654" r:id="R07a9d25652d84660"/>
    <p:sldLayoutId xmlns:r="http://schemas.openxmlformats.org/officeDocument/2006/relationships" id="2147483655" r:id="R22e8ec2d9a00486b"/>
    <p:sldLayoutId xmlns:r="http://schemas.openxmlformats.org/officeDocument/2006/relationships" id="2147483656" r:id="Ra891283898154ff2"/>
    <p:sldLayoutId xmlns:r="http://schemas.openxmlformats.org/officeDocument/2006/relationships" id="2147483657" r:id="R7b4bd6d7e756475d"/>
    <p:sldLayoutId xmlns:r="http://schemas.openxmlformats.org/officeDocument/2006/relationships" id="2147483658" r:id="R8a643acd1e164154"/>
    <p:sldLayoutId xmlns:r="http://schemas.openxmlformats.org/officeDocument/2006/relationships" id="2147483659" r:id="R02ab94f3eeb640e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8dbcf277744cf7" /><Relationship Type="http://schemas.openxmlformats.org/officeDocument/2006/relationships/image" Target="/ppt/media/image.png" Id="Ra724bb71bebe4da4" /><Relationship Type="http://schemas.openxmlformats.org/officeDocument/2006/relationships/image" Target="/ppt/media/image2.png" Id="R1e25b331c40c4de8" /><Relationship Type="http://schemas.openxmlformats.org/officeDocument/2006/relationships/notesSlide" Target="/ppt/notesSlides/notesSlide1.xml" Id="R610cf46c80b047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0898b51556413f" /><Relationship Type="http://schemas.openxmlformats.org/officeDocument/2006/relationships/image" Target="/ppt/media/image.jpeg" Id="Rcf13754613384c71" /><Relationship Type="http://schemas.openxmlformats.org/officeDocument/2006/relationships/image" Target="/ppt/media/image3.png" Id="R4d6c544713c646b1" /><Relationship Type="http://schemas.openxmlformats.org/officeDocument/2006/relationships/notesSlide" Target="/ppt/notesSlides/notesSlide2.xml" Id="R577065c4bf7547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1ff96af27a043c2" /><Relationship Type="http://schemas.openxmlformats.org/officeDocument/2006/relationships/image" Target="/ppt/media/image2.jpeg" Id="R10474fb20646405c" /><Relationship Type="http://schemas.openxmlformats.org/officeDocument/2006/relationships/image" Target="/ppt/media/image2.png" Id="R47a9d8a663ec4029" /><Relationship Type="http://schemas.openxmlformats.org/officeDocument/2006/relationships/image" Target="/ppt/media/image4.png" Id="Rf78ce93ef7cb41b5" /><Relationship Type="http://schemas.openxmlformats.org/officeDocument/2006/relationships/image" Target="/ppt/media/image5.png" Id="R0695f662cfa54111" /><Relationship Type="http://schemas.openxmlformats.org/officeDocument/2006/relationships/notesSlide" Target="/ppt/notesSlides/notesSlide3.xml" Id="R5884d83abab148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2bbbc297ba4007" /><Relationship Type="http://schemas.openxmlformats.org/officeDocument/2006/relationships/image" Target="/ppt/media/image2.jpeg" Id="R94e7849ee08d4911" /><Relationship Type="http://schemas.openxmlformats.org/officeDocument/2006/relationships/image" Target="/ppt/media/image2.png" Id="R422d93ea75ef4c86" /><Relationship Type="http://schemas.openxmlformats.org/officeDocument/2006/relationships/image" Target="/ppt/media/image6.png" Id="R1e05df4d5e6249b2" /><Relationship Type="http://schemas.openxmlformats.org/officeDocument/2006/relationships/notesSlide" Target="/ppt/notesSlides/notesSlide4.xml" Id="R3ac6fecc23124b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6a9639a8af4560" /><Relationship Type="http://schemas.openxmlformats.org/officeDocument/2006/relationships/image" Target="/ppt/media/image2.jpeg" Id="R67283ad4b94e4c6b" /><Relationship Type="http://schemas.openxmlformats.org/officeDocument/2006/relationships/image" Target="/ppt/media/image2.png" Id="Rf33c1a9b0106475c" /><Relationship Type="http://schemas.openxmlformats.org/officeDocument/2006/relationships/notesSlide" Target="/ppt/notesSlides/notesSlide5.xml" Id="R9a68f5ffd9e641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949276b2d14571" /><Relationship Type="http://schemas.openxmlformats.org/officeDocument/2006/relationships/image" Target="/ppt/media/image2.jpeg" Id="R8975b18fd5024246" /><Relationship Type="http://schemas.openxmlformats.org/officeDocument/2006/relationships/image" Target="/ppt/media/image2.png" Id="R1c5a04c5827f4f6b" /><Relationship Type="http://schemas.openxmlformats.org/officeDocument/2006/relationships/notesSlide" Target="/ppt/notesSlides/notesSlide6.xml" Id="Rccc504c57bbb47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7ca888bb0b4ac0" /><Relationship Type="http://schemas.openxmlformats.org/officeDocument/2006/relationships/image" Target="/ppt/media/image2.jpeg" Id="R683a06ac7eae46e9" /><Relationship Type="http://schemas.openxmlformats.org/officeDocument/2006/relationships/image" Target="/ppt/media/image2.png" Id="Re30a2f1f37244767" /><Relationship Type="http://schemas.openxmlformats.org/officeDocument/2006/relationships/chart" Target="/ppt/slides/charts/chart1.xml" Id="R14e9bdc1e13444b8" /><Relationship Type="http://schemas.openxmlformats.org/officeDocument/2006/relationships/notesSlide" Target="/ppt/notesSlides/notesSlide7.xml" Id="R7f0812da90f840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7dfc0875174809" /><Relationship Type="http://schemas.openxmlformats.org/officeDocument/2006/relationships/image" Target="/ppt/media/image2.jpeg" Id="Ra3142650278d44d1" /><Relationship Type="http://schemas.openxmlformats.org/officeDocument/2006/relationships/image" Target="/ppt/media/image2.png" Id="R28474c5c64e3461e" /><Relationship Type="http://schemas.openxmlformats.org/officeDocument/2006/relationships/notesSlide" Target="/ppt/notesSlides/notesSlide8.xml" Id="R0944dde64a224b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e2182ff9ae4a92" /><Relationship Type="http://schemas.openxmlformats.org/officeDocument/2006/relationships/image" Target="/ppt/media/image2.jpeg" Id="R53175faa8e0243a1" /><Relationship Type="http://schemas.openxmlformats.org/officeDocument/2006/relationships/image" Target="/ppt/media/image2.png" Id="R419d45fc246a495e" /><Relationship Type="http://schemas.openxmlformats.org/officeDocument/2006/relationships/notesSlide" Target="/ppt/notesSlides/notesSlide9.xml" Id="R07b39dd47d6846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9e95a36bc884577" /><Relationship Type="http://schemas.openxmlformats.org/officeDocument/2006/relationships/image" Target="/ppt/media/image2.jpeg" Id="R3aa934d833ee4299" /><Relationship Type="http://schemas.openxmlformats.org/officeDocument/2006/relationships/image" Target="/ppt/media/image2.png" Id="R7a78829d4f584d81" /><Relationship Type="http://schemas.openxmlformats.org/officeDocument/2006/relationships/image" Target="/ppt/media/image4.png" Id="R673bde5b4efa44a9" /><Relationship Type="http://schemas.openxmlformats.org/officeDocument/2006/relationships/image" Target="/ppt/media/image7.png" Id="R9b955e00a97145bd" /><Relationship Type="http://schemas.openxmlformats.org/officeDocument/2006/relationships/notesSlide" Target="/ppt/notesSlides/notesSlide10.xml" Id="Rfc31c486bc394d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f53c8652154002" /><Relationship Type="http://schemas.openxmlformats.org/officeDocument/2006/relationships/image" Target="/ppt/media/image2.jpeg" Id="R593b90ce90d94403" /><Relationship Type="http://schemas.openxmlformats.org/officeDocument/2006/relationships/image" Target="/ppt/media/image2.png" Id="Rc8aaf93a28554e02" /><Relationship Type="http://schemas.openxmlformats.org/officeDocument/2006/relationships/notesSlide" Target="/ppt/notesSlides/notesSlide11.xml" Id="R857b590243494f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6cb89a79914775" /><Relationship Type="http://schemas.openxmlformats.org/officeDocument/2006/relationships/image" Target="/ppt/media/image3.jpeg" Id="Reed0e7cf17b243aa" /><Relationship Type="http://schemas.openxmlformats.org/officeDocument/2006/relationships/image" Target="/ppt/media/image8.png" Id="R8528de89a0694848" /><Relationship Type="http://schemas.openxmlformats.org/officeDocument/2006/relationships/notesSlide" Target="/ppt/notesSlides/notesSlide12.xml" Id="Rc7b14e80420040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a5bc5f5c8534d9f" /><Relationship Type="http://schemas.openxmlformats.org/officeDocument/2006/relationships/image" Target="/ppt/media/image2.jpeg" Id="R54f30a810df84a0a" /><Relationship Type="http://schemas.openxmlformats.org/officeDocument/2006/relationships/image" Target="/ppt/media/image2.png" Id="Ra48f9a433fae472e" /><Relationship Type="http://schemas.openxmlformats.org/officeDocument/2006/relationships/notesSlide" Target="/ppt/notesSlides/notesSlide13.xml" Id="R7f8fbd09d3f44d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496efb65144bb6" /><Relationship Type="http://schemas.openxmlformats.org/officeDocument/2006/relationships/image" Target="/ppt/media/image2.jpeg" Id="Rffcd7b258690406a" /><Relationship Type="http://schemas.openxmlformats.org/officeDocument/2006/relationships/image" Target="/ppt/media/image2.png" Id="Rb7c1f76ea7dd4458" /><Relationship Type="http://schemas.openxmlformats.org/officeDocument/2006/relationships/notesSlide" Target="/ppt/notesSlides/notesSlide14.xml" Id="R82a3ad624fa94b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3efaf2a69d4463b" /><Relationship Type="http://schemas.openxmlformats.org/officeDocument/2006/relationships/image" Target="/ppt/media/image2.jpeg" Id="R2fe7dd780cc54e2b" /><Relationship Type="http://schemas.openxmlformats.org/officeDocument/2006/relationships/image" Target="/ppt/media/image2.png" Id="Rdd3505b31d69432d" /><Relationship Type="http://schemas.openxmlformats.org/officeDocument/2006/relationships/image" Target="/ppt/media/image4.png" Id="R06398f9c60294065" /><Relationship Type="http://schemas.openxmlformats.org/officeDocument/2006/relationships/image" Target="/ppt/media/image9.png" Id="R3805605faba2465d" /><Relationship Type="http://schemas.openxmlformats.org/officeDocument/2006/relationships/notesSlide" Target="/ppt/notesSlides/notesSlide15.xml" Id="R8797e1c1cb564f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5ffb35c49fd4975" /><Relationship Type="http://schemas.openxmlformats.org/officeDocument/2006/relationships/image" Target="/ppt/media/image2.jpeg" Id="Rcf45097caa0143ce" /><Relationship Type="http://schemas.openxmlformats.org/officeDocument/2006/relationships/image" Target="/ppt/media/image2.png" Id="R276f96c4f05e46e0" /><Relationship Type="http://schemas.openxmlformats.org/officeDocument/2006/relationships/image" Target="/ppt/media/image10.png" Id="R4d4b91be02bf4f32" /><Relationship Type="http://schemas.openxmlformats.org/officeDocument/2006/relationships/notesSlide" Target="/ppt/notesSlides/notesSlide16.xml" Id="Rc6de8ebf5d054e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38ae8308c0647f5" /><Relationship Type="http://schemas.openxmlformats.org/officeDocument/2006/relationships/image" Target="/ppt/media/image2.jpeg" Id="R35e08b8a334c4211" /><Relationship Type="http://schemas.openxmlformats.org/officeDocument/2006/relationships/image" Target="/ppt/media/image2.png" Id="Rbdce354841464515" /><Relationship Type="http://schemas.openxmlformats.org/officeDocument/2006/relationships/notesSlide" Target="/ppt/notesSlides/notesSlide17.xml" Id="R200ac671e65b41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f4ea7ff5b904c10" /><Relationship Type="http://schemas.openxmlformats.org/officeDocument/2006/relationships/image" Target="/ppt/media/image2.jpeg" Id="R42be7a1508454fec" /><Relationship Type="http://schemas.openxmlformats.org/officeDocument/2006/relationships/image" Target="/ppt/media/image2.png" Id="R4164444e365e40c4" /><Relationship Type="http://schemas.openxmlformats.org/officeDocument/2006/relationships/notesSlide" Target="/ppt/notesSlides/notesSlide18.xml" Id="R3ffa43e2c4ba491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24514e1d0a14b26" /><Relationship Type="http://schemas.openxmlformats.org/officeDocument/2006/relationships/image" Target="/ppt/media/image2.jpeg" Id="R40614241f11e4642" /><Relationship Type="http://schemas.openxmlformats.org/officeDocument/2006/relationships/image" Target="/ppt/media/image2.png" Id="R720ce986c53d4901" /><Relationship Type="http://schemas.openxmlformats.org/officeDocument/2006/relationships/notesSlide" Target="/ppt/notesSlides/notesSlide19.xml" Id="R50de3fbbbb47459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65c1d67f4fb4fac" /><Relationship Type="http://schemas.openxmlformats.org/officeDocument/2006/relationships/image" Target="/ppt/media/image2.jpeg" Id="Reb424f708be84a26" /><Relationship Type="http://schemas.openxmlformats.org/officeDocument/2006/relationships/image" Target="/ppt/media/image2.png" Id="R378388adb901456a" /><Relationship Type="http://schemas.openxmlformats.org/officeDocument/2006/relationships/notesSlide" Target="/ppt/notesSlides/notesSlide20.xml" Id="R699351efb4c748c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f1f653b01c4df7" /><Relationship Type="http://schemas.openxmlformats.org/officeDocument/2006/relationships/image" Target="/ppt/media/image2.jpeg" Id="Rbc478adba0cc4bd6" /><Relationship Type="http://schemas.openxmlformats.org/officeDocument/2006/relationships/image" Target="/ppt/media/image2.png" Id="R7bb5077b7f664242" /><Relationship Type="http://schemas.openxmlformats.org/officeDocument/2006/relationships/notesSlide" Target="/ppt/notesSlides/notesSlide21.xml" Id="R338c796c1d54411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345204e0cf1d458a" /><Relationship Type="http://schemas.openxmlformats.org/officeDocument/2006/relationships/image" Target="/ppt/media/image2.jpeg" Id="R5a4a2700f3b240fb" /><Relationship Type="http://schemas.openxmlformats.org/officeDocument/2006/relationships/image" Target="/ppt/media/image2.png" Id="R51e4e8d4f6884772" /><Relationship Type="http://schemas.openxmlformats.org/officeDocument/2006/relationships/image" Target="/ppt/media/image4.png" Id="R3e3d9a2649a0418f" /><Relationship Type="http://schemas.openxmlformats.org/officeDocument/2006/relationships/image" Target="/ppt/media/image11.png" Id="Rbed7f23a4df54203" /><Relationship Type="http://schemas.openxmlformats.org/officeDocument/2006/relationships/notesSlide" Target="/ppt/notesSlides/notesSlide22.xml" Id="R60371f2af9a148a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7ef6815b6c945dc" /><Relationship Type="http://schemas.openxmlformats.org/officeDocument/2006/relationships/image" Target="/ppt/media/image2.jpeg" Id="Rbf0d996ad3184975" /><Relationship Type="http://schemas.openxmlformats.org/officeDocument/2006/relationships/image" Target="/ppt/media/image2.png" Id="Rad90a9f36c5c456e" /><Relationship Type="http://schemas.openxmlformats.org/officeDocument/2006/relationships/notesSlide" Target="/ppt/notesSlides/notesSlide23.xml" Id="Rb492438be3f943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55b144fd36141d9" /><Relationship Type="http://schemas.openxmlformats.org/officeDocument/2006/relationships/image" Target="/ppt/media/image2.jpeg" Id="R41f070bdc7a04e75" /><Relationship Type="http://schemas.openxmlformats.org/officeDocument/2006/relationships/image" Target="/ppt/media/image2.png" Id="R65d26ce13350416d" /><Relationship Type="http://schemas.openxmlformats.org/officeDocument/2006/relationships/chart" Target="/ppt/slides/charts/chart2.xml" Id="Rcdaf648f6fb84526" /><Relationship Type="http://schemas.openxmlformats.org/officeDocument/2006/relationships/notesSlide" Target="/ppt/notesSlides/notesSlide24.xml" Id="R5af913a71d8e44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fcc74d41b21463b" /><Relationship Type="http://schemas.openxmlformats.org/officeDocument/2006/relationships/image" Target="/ppt/media/image2.jpeg" Id="Re464cb43c2df4217" /><Relationship Type="http://schemas.openxmlformats.org/officeDocument/2006/relationships/image" Target="/ppt/media/image2.png" Id="R541bfc3c00c04815" /><Relationship Type="http://schemas.openxmlformats.org/officeDocument/2006/relationships/image" Target="/ppt/media/image12.png" Id="R2d565d9d730d4278" /><Relationship Type="http://schemas.openxmlformats.org/officeDocument/2006/relationships/image" Target="/ppt/media/image13.png" Id="Rbb4c69597041409e" /><Relationship Type="http://schemas.openxmlformats.org/officeDocument/2006/relationships/notesSlide" Target="/ppt/notesSlides/notesSlide25.xml" Id="Rc3b9ac0be5a34c6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b2f22567a7144ff9" /><Relationship Type="http://schemas.openxmlformats.org/officeDocument/2006/relationships/image" Target="/ppt/media/image2.jpeg" Id="Rbc4bdc0715124077" /><Relationship Type="http://schemas.openxmlformats.org/officeDocument/2006/relationships/image" Target="/ppt/media/image2.png" Id="R94a6398773784ea9" /><Relationship Type="http://schemas.openxmlformats.org/officeDocument/2006/relationships/image" Target="/ppt/media/image4.png" Id="R3648ec1739224126" /><Relationship Type="http://schemas.openxmlformats.org/officeDocument/2006/relationships/image" Target="/ppt/media/image14.png" Id="Ra718d70e375a464c" /><Relationship Type="http://schemas.openxmlformats.org/officeDocument/2006/relationships/notesSlide" Target="/ppt/notesSlides/notesSlide26.xml" Id="R71405811cee74fc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fb57f7db0b34260" /><Relationship Type="http://schemas.openxmlformats.org/officeDocument/2006/relationships/image" Target="/ppt/media/image2.jpeg" Id="R5ee5512f0160451a" /><Relationship Type="http://schemas.openxmlformats.org/officeDocument/2006/relationships/image" Target="/ppt/media/image2.png" Id="R2324de8c777a4a2b" /><Relationship Type="http://schemas.openxmlformats.org/officeDocument/2006/relationships/notesSlide" Target="/ppt/notesSlides/notesSlide27.xml" Id="Rabe043689af642a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42f272e98154057" /><Relationship Type="http://schemas.openxmlformats.org/officeDocument/2006/relationships/image" Target="/ppt/media/image2.jpeg" Id="Rb50e67d437fe4d5b" /><Relationship Type="http://schemas.openxmlformats.org/officeDocument/2006/relationships/image" Target="/ppt/media/image2.png" Id="R06b439f320ae4d34" /><Relationship Type="http://schemas.openxmlformats.org/officeDocument/2006/relationships/notesSlide" Target="/ppt/notesSlides/notesSlide28.xml" Id="R82130687085e46b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291c8744bee4e6c" /><Relationship Type="http://schemas.openxmlformats.org/officeDocument/2006/relationships/image" Target="/ppt/media/image2.jpeg" Id="R50878d9c1a404684" /><Relationship Type="http://schemas.openxmlformats.org/officeDocument/2006/relationships/image" Target="/ppt/media/image2.png" Id="R5d56d0473b8c4d50" /><Relationship Type="http://schemas.openxmlformats.org/officeDocument/2006/relationships/notesSlide" Target="/ppt/notesSlides/notesSlide29.xml" Id="R72091a1d8e794d2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6b1ad69ec684585" /><Relationship Type="http://schemas.openxmlformats.org/officeDocument/2006/relationships/image" Target="/ppt/media/image2.jpeg" Id="Rc0c6e0da6e1447d7" /><Relationship Type="http://schemas.openxmlformats.org/officeDocument/2006/relationships/image" Target="/ppt/media/image2.png" Id="Ra6bcb743c45f40e1" /><Relationship Type="http://schemas.openxmlformats.org/officeDocument/2006/relationships/notesSlide" Target="/ppt/notesSlides/notesSlide30.xml" Id="R171930b94e1b46e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41ace58e4c34877" /><Relationship Type="http://schemas.openxmlformats.org/officeDocument/2006/relationships/image" Target="/ppt/media/image2.jpeg" Id="Re308418c41b448cc" /><Relationship Type="http://schemas.openxmlformats.org/officeDocument/2006/relationships/image" Target="/ppt/media/image2.png" Id="R701075204dea43a8" /><Relationship Type="http://schemas.openxmlformats.org/officeDocument/2006/relationships/notesSlide" Target="/ppt/notesSlides/notesSlide31.xml" Id="R6dc1c49d13334dc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62030ff400a421e" /><Relationship Type="http://schemas.openxmlformats.org/officeDocument/2006/relationships/image" Target="/ppt/media/image2.jpeg" Id="R563c5a6ce17342a1" /><Relationship Type="http://schemas.openxmlformats.org/officeDocument/2006/relationships/image" Target="/ppt/media/image2.png" Id="R9560b7cbc84844f3" /><Relationship Type="http://schemas.openxmlformats.org/officeDocument/2006/relationships/notesSlide" Target="/ppt/notesSlides/notesSlide32.xml" Id="R406f838a5fa5456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e7f74bf5b0e4605" /><Relationship Type="http://schemas.openxmlformats.org/officeDocument/2006/relationships/image" Target="/ppt/media/image2.jpeg" Id="Rec37eb7ae2954549" /><Relationship Type="http://schemas.openxmlformats.org/officeDocument/2006/relationships/image" Target="/ppt/media/image2.png" Id="R0547425bb7b5495b" /><Relationship Type="http://schemas.openxmlformats.org/officeDocument/2006/relationships/notesSlide" Target="/ppt/notesSlides/notesSlide33.xml" Id="Re168d1681bd84b2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bea1c5d92cc4481" /><Relationship Type="http://schemas.openxmlformats.org/officeDocument/2006/relationships/image" Target="/ppt/media/image2.jpeg" Id="Rb7fe530e02494ade" /><Relationship Type="http://schemas.openxmlformats.org/officeDocument/2006/relationships/image" Target="/ppt/media/image2.png" Id="Rcdfbee1d5c744f2e" /><Relationship Type="http://schemas.openxmlformats.org/officeDocument/2006/relationships/notesSlide" Target="/ppt/notesSlides/notesSlide34.xml" Id="R7bc62474e4f54e6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9e673dd72324837" /><Relationship Type="http://schemas.openxmlformats.org/officeDocument/2006/relationships/image" Target="/ppt/media/image2.jpeg" Id="Rdec81959ee6f46b0" /><Relationship Type="http://schemas.openxmlformats.org/officeDocument/2006/relationships/image" Target="/ppt/media/image2.png" Id="Recf1efab026445c0" /><Relationship Type="http://schemas.openxmlformats.org/officeDocument/2006/relationships/image" Target="/ppt/media/image15.png" Id="R53e29d4957da44c1" /><Relationship Type="http://schemas.openxmlformats.org/officeDocument/2006/relationships/notesSlide" Target="/ppt/notesSlides/notesSlide35.xml" Id="Rd38f25eb7e3144f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c10c79e02e6046ec" /><Relationship Type="http://schemas.openxmlformats.org/officeDocument/2006/relationships/image" Target="/ppt/media/image2.jpeg" Id="Ra0de7380d3d3422c" /><Relationship Type="http://schemas.openxmlformats.org/officeDocument/2006/relationships/image" Target="/ppt/media/image.gif" Id="R21ee14da4ca04212" /><Relationship Type="http://schemas.openxmlformats.org/officeDocument/2006/relationships/image" Target="/ppt/media/image2.png" Id="R258f094959f547ac" /><Relationship Type="http://schemas.openxmlformats.org/officeDocument/2006/relationships/notesSlide" Target="/ppt/notesSlides/notesSlide36.xml" Id="R7b666d857a6b439e"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a724bb71bebe4da4">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1e25b331c40c4de8">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f13754613384c7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d6c544713c646b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10474fb20646405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47a9d8a663ec402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f78ce93ef7cb41b5">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0695f662cfa54111">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4e7849ee08d49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22d93ea75ef4c8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1e05df4d5e6249b2"/>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7283ad4b94e4c6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33c1a9b010647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975b18fd502424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c5a04c5827f4f6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83a06ac7eae46e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0a2f1f3724476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14e9bdc1e13444b8"/>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3142650278d44d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8474c5c64e3461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3175faa8e0243a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9d45fc246a49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3aa934d833ee429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7a78829d4f584d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673bde5b4efa44a9">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9b955e00a97145bd">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4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93b90ce90d9440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8aaf93a28554e0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4"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70984E8E-4F01-4B6A-B8D8-E3278FB0287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08AD70D8-389E-48C4-A727-4146F971781B}"/>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E60A34E6-4E01-49DD-8099-71CEAEFEBF8C}"/>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96A9B91D-C1E6-412D-96BD-605B2E13D45A}"/>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1BC0140E-DF40-4229-95FA-EEFD4CB37C06}"/>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35A09AFB-333C-4BCA-A3AC-30A53E64C859}"/>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88CE65D4-E368-4159-B322-82B0D32D606B}"/>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D23FA839-958C-4FC6-84E6-2F2A118F2FE0}"/>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60DB4F7B-738A-414D-82E8-B30A25B20C04}"/>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72280295-3A9C-437F-A345-D6AEACFB62E4}"/>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25B4FCD7-429D-40FE-B0A7-20DD1B07044A}"/>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6EE8F016-8738-4D7C-B71E-5CF6FFF55D60}"/>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48D6D8D1-550C-47D2-87A6-6CAA40910E90}"/>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5B2D258D-373F-4B08-9629-11BCEBCA97DA}"/>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7985B793-D3AB-427A-B273-CEE7086175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E87DC4F7-F84C-43ED-970E-8E2C99709530}"/>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1FE46C6C-62D1-4258-906A-B79234518338}"/>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ed0e7cf17b243aa"/>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528de89a069484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3"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cover-2">
            <a:extLst xmlns:a="http://schemas.openxmlformats.org/drawingml/2006/main">
              <a:ext uri="{FF2B5EF4-FFF2-40B4-BE49-F238E27FC236}">
                <a16:creationId xmlns:a16="http://schemas.microsoft.com/office/drawing/2014/main" id="{7B1B4395-F5F4-4DDC-86D1-18D8D3D77915}"/>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paper-title-2">
            <a:extLst xmlns:a="http://schemas.openxmlformats.org/drawingml/2006/main">
              <a:ext uri="{FF2B5EF4-FFF2-40B4-BE49-F238E27FC236}">
                <a16:creationId xmlns:a16="http://schemas.microsoft.com/office/drawing/2014/main" id="{3E16FAAB-EDBF-4674-A8BC-26FBC6BF0D5C}"/>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0" name="paper-summary-2">
            <a:extLst xmlns:a="http://schemas.openxmlformats.org/drawingml/2006/main">
              <a:ext uri="{FF2B5EF4-FFF2-40B4-BE49-F238E27FC236}">
                <a16:creationId xmlns:a16="http://schemas.microsoft.com/office/drawing/2014/main" id="{33A5E1E9-42E7-473B-B04D-2204903424F8}"/>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1" name="paper-source-2">
            <a:extLst xmlns:a="http://schemas.openxmlformats.org/drawingml/2006/main">
              <a:ext uri="{FF2B5EF4-FFF2-40B4-BE49-F238E27FC236}">
                <a16:creationId xmlns:a16="http://schemas.microsoft.com/office/drawing/2014/main" id="{178B8D2A-A7C0-48D6-8CCA-FD68401FC939}"/>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2" name="dpbrem-strengths-heading">
            <a:extLst xmlns:a="http://schemas.openxmlformats.org/drawingml/2006/main">
              <a:ext uri="{FF2B5EF4-FFF2-40B4-BE49-F238E27FC236}">
                <a16:creationId xmlns:a16="http://schemas.microsoft.com/office/drawing/2014/main" id="{EA2AE9B3-2A9E-4A5C-9F09-48004C3D3303}"/>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 name="dpbrem-strengths-bullets">
            <a:extLst xmlns:a="http://schemas.openxmlformats.org/drawingml/2006/main">
              <a:ext uri="{FF2B5EF4-FFF2-40B4-BE49-F238E27FC236}">
                <a16:creationId xmlns:a16="http://schemas.microsoft.com/office/drawing/2014/main" id="{C8DC6E72-92E1-4315-A7DB-6B6F3A2C724B}"/>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4" name="dpbrem-limits-heading">
            <a:extLst xmlns:a="http://schemas.openxmlformats.org/drawingml/2006/main">
              <a:ext uri="{FF2B5EF4-FFF2-40B4-BE49-F238E27FC236}">
                <a16:creationId xmlns:a16="http://schemas.microsoft.com/office/drawing/2014/main" id="{45955660-F361-4D4A-A13F-DE71125D447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5" name="dpbrem-limits-bullets">
            <a:extLst xmlns:a="http://schemas.openxmlformats.org/drawingml/2006/main">
              <a:ext uri="{FF2B5EF4-FFF2-40B4-BE49-F238E27FC236}">
                <a16:creationId xmlns:a16="http://schemas.microsoft.com/office/drawing/2014/main" id="{C78DF70F-D1F0-4D35-A99C-D9AC4475F1A8}"/>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6" name="dpbrem-flow-title">
            <a:extLst xmlns:a="http://schemas.openxmlformats.org/drawingml/2006/main">
              <a:ext uri="{FF2B5EF4-FFF2-40B4-BE49-F238E27FC236}">
                <a16:creationId xmlns:a16="http://schemas.microsoft.com/office/drawing/2014/main" id="{25FF5E16-03CE-4486-B9DC-BCF6EB390CC1}"/>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27" name="dpbrem-box-1">
            <a:extLst xmlns:a="http://schemas.openxmlformats.org/drawingml/2006/main">
              <a:ext uri="{FF2B5EF4-FFF2-40B4-BE49-F238E27FC236}">
                <a16:creationId xmlns:a16="http://schemas.microsoft.com/office/drawing/2014/main" id="{CA6D256E-17B0-42FE-88F3-9A03B873EBF9}"/>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28" name="dpbrem-arrow-1">
            <a:extLst xmlns:a="http://schemas.openxmlformats.org/drawingml/2006/main">
              <a:ext uri="{FF2B5EF4-FFF2-40B4-BE49-F238E27FC236}">
                <a16:creationId xmlns:a16="http://schemas.microsoft.com/office/drawing/2014/main" id="{083E9E83-0382-4BF2-85B3-805816A3AFE2}"/>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29" name="dpbrem-box-2">
            <a:extLst xmlns:a="http://schemas.openxmlformats.org/drawingml/2006/main">
              <a:ext uri="{FF2B5EF4-FFF2-40B4-BE49-F238E27FC236}">
                <a16:creationId xmlns:a16="http://schemas.microsoft.com/office/drawing/2014/main" id="{98D58A86-E65D-4828-88BA-3C3D581839F8}"/>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0" name="dpbrem-arrow-2">
            <a:extLst xmlns:a="http://schemas.openxmlformats.org/drawingml/2006/main">
              <a:ext uri="{FF2B5EF4-FFF2-40B4-BE49-F238E27FC236}">
                <a16:creationId xmlns:a16="http://schemas.microsoft.com/office/drawing/2014/main" id="{2B8B9446-440F-468D-A119-3F5638205CFF}"/>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1" name="dpbrem-box-3">
            <a:extLst xmlns:a="http://schemas.openxmlformats.org/drawingml/2006/main">
              <a:ext uri="{FF2B5EF4-FFF2-40B4-BE49-F238E27FC236}">
                <a16:creationId xmlns:a16="http://schemas.microsoft.com/office/drawing/2014/main" id="{584CFA71-A0AE-4C78-9F30-963F7DB67412}"/>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2" name="dpbrem-arrow-3">
            <a:extLst xmlns:a="http://schemas.openxmlformats.org/drawingml/2006/main">
              <a:ext uri="{FF2B5EF4-FFF2-40B4-BE49-F238E27FC236}">
                <a16:creationId xmlns:a16="http://schemas.microsoft.com/office/drawing/2014/main" id="{03AA9FED-2ECF-4076-A702-1E2D274859B3}"/>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3" name="dpbrem-box-4">
            <a:extLst xmlns:a="http://schemas.openxmlformats.org/drawingml/2006/main">
              <a:ext uri="{FF2B5EF4-FFF2-40B4-BE49-F238E27FC236}">
                <a16:creationId xmlns:a16="http://schemas.microsoft.com/office/drawing/2014/main" id="{549B7700-89E5-48FF-89AD-A36EBE2792F5}"/>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4" name="dpbrem-diagram-caption">
            <a:extLst xmlns:a="http://schemas.openxmlformats.org/drawingml/2006/main">
              <a:ext uri="{FF2B5EF4-FFF2-40B4-BE49-F238E27FC236}">
                <a16:creationId xmlns:a16="http://schemas.microsoft.com/office/drawing/2014/main" id="{534BFB7C-90F1-4294-B095-46AA8118145E}"/>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4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4f30a810df84a0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8f9a433fae472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3"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1256ADA7-D50A-41A1-91C9-E2BCF1EF39CD}"/>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EC85EF67-82FF-45FA-BD08-A8038EA9D795}"/>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4F767AD2-016E-430B-BA8D-32C9B822A958}"/>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1EF931E3-2BB8-464D-8CFC-43B7555E0208}"/>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05837723-A2E0-4D13-82DC-6D4B9BCB8ADB}"/>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330E6265-CAA2-4D0F-9A06-366E3BADE86F}"/>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7323176F-B987-4588-9852-98F6FE8BCBC0}"/>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C4A577-6562-4C7E-973C-F2490FB63AD3}"/>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0B5E6426-96BB-448B-8A75-A23A3E9FF89E}"/>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CD18DB50-675C-4AAF-9FE1-ABEC2F870DA4}"/>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C7AAE9C6-70A7-4E14-AFDC-962F39358867}"/>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2CAC34D5-E0A8-4BF2-B66D-191054C4926B}"/>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1DBFB000-3E0E-47BC-9886-CA78AC9158BA}"/>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5BD527A-B730-4A3A-8465-6A9214A09233}"/>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95F264CC-2969-4C01-9C28-09B2C3E84010}"/>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941A0B16-109B-4E19-906B-9EB24F1152D2}"/>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cd7b258690406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7c1f76ea7dd445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2fe7dd780cc54e2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dd3505b31d69432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06398f9c6029406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3805605faba2465d">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f45097caa0143c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6f96c4f05e46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4d4b91be02bf4f32"/>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5e08b8a334c42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dce35484146451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2be7a1508454fe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64444e365e40c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0614241f11e46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20ce986c53d490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b424f708be84a2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78388adb901456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c478adba0cc4bd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bb5077b7f66424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5a4a2700f3b240f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51e4e8d4f68847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3e3d9a2649a0418f">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bed7f23a4df54203">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f0d996ad318497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d90a9f36c5c45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f070bdc7a04e7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5d26ce13350416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cdaf648f6fb84526"/>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464cb43c2df421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41bfc3c00c0481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2d565d9d730d4278"/>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bb4c69597041409e"/>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bc4bdc071512407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94a6398773784e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3648ec1739224126">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a718d70e375a464c">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ee5512f0160451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324de8c777a4a2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50e67d437fe4d5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6b439f320ae4d3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0878d9c1a40468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d56d0473b8c4d5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c6e0da6e1447d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6bcb743c45f40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308418c41b448c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01075204dea43a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63c5a6ce17342a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560b7cbc84844f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c37eb7ae295454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47425bb7b5495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7fe530e02494ad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fbee1d5c744f2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ec81959ee6f46b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cf1efab026445c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53e29d4957da44c1">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a0de7380d3d3422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21ee14da4ca04212">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58f094959f547a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2026-09-24T02:07:15.3030000Z</dcterms:created>
  <dcterms:modified xsi:type="dcterms:W3CDTF">2026-09-24T02:07:15.3030000Z</dcterms:modified>
</coreProperties>
</file>