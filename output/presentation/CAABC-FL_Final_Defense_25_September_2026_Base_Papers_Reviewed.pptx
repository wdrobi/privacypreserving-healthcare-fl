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9b2bd9c0f04afd" /><Relationship Type="http://schemas.openxmlformats.org/officeDocument/2006/relationships/extended-properties" Target="/docProps/app.xml" Id="R8a44ccfd5dc44220" /><Relationship Type="http://schemas.openxmlformats.org/officeDocument/2006/relationships/officeDocument" Target="/ppt/presentation.xml" Id="R27a68d5f99a44372" /></Relationships>
</file>

<file path=ppt/presentation.xml><?xml version="1.0" encoding="utf-8"?>
<p:presentation xmlns:p="http://schemas.openxmlformats.org/presentationml/2006/main">
  <p:sldMasterIdLst>
    <p:sldMasterId xmlns:r="http://schemas.openxmlformats.org/officeDocument/2006/relationships" id="2147483648" r:id="R94c76b788a9641d9"/>
  </p:sldMasterIdLst>
  <p:notesMasterIdLst>
    <p:notesMasterId xmlns:r="http://schemas.openxmlformats.org/officeDocument/2006/relationships" r:id="R1009373ad19948c9"/>
  </p:notesMasterIdLst>
  <p:sldIdLst>
    <p:sldId xmlns:r="http://schemas.openxmlformats.org/officeDocument/2006/relationships" id="256" r:id="Ree373c61481b496c"/>
    <p:sldId xmlns:r="http://schemas.openxmlformats.org/officeDocument/2006/relationships" id="257" r:id="R4f98903871444528"/>
    <p:sldId xmlns:r="http://schemas.openxmlformats.org/officeDocument/2006/relationships" id="258" r:id="R9a56b2636ced49d2"/>
    <p:sldId xmlns:r="http://schemas.openxmlformats.org/officeDocument/2006/relationships" id="259" r:id="R58a7d83b600d4796"/>
    <p:sldId xmlns:r="http://schemas.openxmlformats.org/officeDocument/2006/relationships" id="260" r:id="Re7a43806c333437d"/>
    <p:sldId xmlns:r="http://schemas.openxmlformats.org/officeDocument/2006/relationships" id="261" r:id="Ra2e42b6b5f304fa8"/>
    <p:sldId xmlns:r="http://schemas.openxmlformats.org/officeDocument/2006/relationships" id="262" r:id="Rbd264bbca6524a33"/>
    <p:sldId xmlns:r="http://schemas.openxmlformats.org/officeDocument/2006/relationships" id="263" r:id="R346e363407ff4a57"/>
    <p:sldId xmlns:r="http://schemas.openxmlformats.org/officeDocument/2006/relationships" id="264" r:id="R4c17239267f34a61"/>
    <p:sldId xmlns:r="http://schemas.openxmlformats.org/officeDocument/2006/relationships" id="265" r:id="R92fe6cea29424a12"/>
    <p:sldId xmlns:r="http://schemas.openxmlformats.org/officeDocument/2006/relationships" id="266" r:id="R6009ce930a2b479b"/>
    <p:sldId xmlns:r="http://schemas.openxmlformats.org/officeDocument/2006/relationships" id="267" r:id="R711be70f30fa48a1"/>
    <p:sldId xmlns:r="http://schemas.openxmlformats.org/officeDocument/2006/relationships" id="268" r:id="Rf6ef67c824e84ea2"/>
    <p:sldId xmlns:r="http://schemas.openxmlformats.org/officeDocument/2006/relationships" id="269" r:id="Rf49c42178a6e4c79"/>
    <p:sldId xmlns:r="http://schemas.openxmlformats.org/officeDocument/2006/relationships" id="270" r:id="Rf6e13cccba2c409c"/>
    <p:sldId xmlns:r="http://schemas.openxmlformats.org/officeDocument/2006/relationships" id="271" r:id="Rb4084140e6d846b4"/>
    <p:sldId xmlns:r="http://schemas.openxmlformats.org/officeDocument/2006/relationships" id="272" r:id="R000a6d47d99444cc"/>
    <p:sldId xmlns:r="http://schemas.openxmlformats.org/officeDocument/2006/relationships" id="273" r:id="R0cec610f114d4887"/>
    <p:sldId xmlns:r="http://schemas.openxmlformats.org/officeDocument/2006/relationships" id="274" r:id="R7e091da951a44332"/>
    <p:sldId xmlns:r="http://schemas.openxmlformats.org/officeDocument/2006/relationships" id="275" r:id="Rb4c9880b90e541d6"/>
    <p:sldId xmlns:r="http://schemas.openxmlformats.org/officeDocument/2006/relationships" id="276" r:id="R3a3073c89dee42ba"/>
    <p:sldId xmlns:r="http://schemas.openxmlformats.org/officeDocument/2006/relationships" id="277" r:id="R65ab378ead29410c"/>
    <p:sldId xmlns:r="http://schemas.openxmlformats.org/officeDocument/2006/relationships" id="278" r:id="R3e18447fe71d486a"/>
    <p:sldId xmlns:r="http://schemas.openxmlformats.org/officeDocument/2006/relationships" id="279" r:id="Rf63f0b5042614d73"/>
    <p:sldId xmlns:r="http://schemas.openxmlformats.org/officeDocument/2006/relationships" id="280" r:id="Ree16ae6032334219"/>
    <p:sldId xmlns:r="http://schemas.openxmlformats.org/officeDocument/2006/relationships" id="281" r:id="R17ebf05cc10941f0"/>
    <p:sldId xmlns:r="http://schemas.openxmlformats.org/officeDocument/2006/relationships" id="282" r:id="R60b6442a8efc4864"/>
    <p:sldId xmlns:r="http://schemas.openxmlformats.org/officeDocument/2006/relationships" id="283" r:id="R9c3c8fe0393d4785"/>
    <p:sldId xmlns:r="http://schemas.openxmlformats.org/officeDocument/2006/relationships" id="284" r:id="R936e466f08104210"/>
    <p:sldId xmlns:r="http://schemas.openxmlformats.org/officeDocument/2006/relationships" id="285" r:id="Rf6a08fdd156b4376"/>
    <p:sldId xmlns:r="http://schemas.openxmlformats.org/officeDocument/2006/relationships" id="286" r:id="Rc4bb779546bd4e34"/>
    <p:sldId xmlns:r="http://schemas.openxmlformats.org/officeDocument/2006/relationships" id="287" r:id="Rcda1af58facd4f53"/>
    <p:sldId xmlns:r="http://schemas.openxmlformats.org/officeDocument/2006/relationships" id="288" r:id="Rb95af8c1839c433e"/>
    <p:sldId xmlns:r="http://schemas.openxmlformats.org/officeDocument/2006/relationships" id="289" r:id="R02593f6301654544"/>
    <p:sldId xmlns:r="http://schemas.openxmlformats.org/officeDocument/2006/relationships" id="290" r:id="R0e1adee1eebf4216"/>
    <p:sldId xmlns:r="http://schemas.openxmlformats.org/officeDocument/2006/relationships" id="291" r:id="R82e1690fdfa84c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ebc0453f88b4b1a" /><Relationship Type="http://schemas.openxmlformats.org/officeDocument/2006/relationships/slideMaster" Target="/ppt/slideMasters/slideMaster1.xml" Id="R94c76b788a9641d9" /><Relationship Type="http://schemas.openxmlformats.org/officeDocument/2006/relationships/notesMaster" Target="/ppt/notesMasters/notesMaster1.xml" Id="R1009373ad19948c9" /><Relationship Type="http://schemas.openxmlformats.org/officeDocument/2006/relationships/presProps" Target="/ppt/presProps.xml" Id="Rb507e0a997b8439e" /><Relationship Type="http://schemas.openxmlformats.org/officeDocument/2006/relationships/viewProps" Target="/ppt/viewProps.xml" Id="R30459f47cd694509" /><Relationship Type="http://schemas.openxmlformats.org/officeDocument/2006/relationships/tableStyles" Target="/ppt/tableStyles.xml" Id="Rcab35d308e2c4069" /><Relationship Type="http://schemas.openxmlformats.org/officeDocument/2006/relationships/slide" Target="/ppt/slides/slide1.xml" Id="Ree373c61481b496c" /><Relationship Type="http://schemas.openxmlformats.org/officeDocument/2006/relationships/slide" Target="/ppt/slides/slide2.xml" Id="R4f98903871444528" /><Relationship Type="http://schemas.openxmlformats.org/officeDocument/2006/relationships/slide" Target="/ppt/slides/slide3.xml" Id="R9a56b2636ced49d2" /><Relationship Type="http://schemas.openxmlformats.org/officeDocument/2006/relationships/slide" Target="/ppt/slides/slide4.xml" Id="R58a7d83b600d4796" /><Relationship Type="http://schemas.openxmlformats.org/officeDocument/2006/relationships/slide" Target="/ppt/slides/slide5.xml" Id="Re7a43806c333437d" /><Relationship Type="http://schemas.openxmlformats.org/officeDocument/2006/relationships/slide" Target="/ppt/slides/slide6.xml" Id="Ra2e42b6b5f304fa8" /><Relationship Type="http://schemas.openxmlformats.org/officeDocument/2006/relationships/slide" Target="/ppt/slides/slide7.xml" Id="Rbd264bbca6524a33" /><Relationship Type="http://schemas.openxmlformats.org/officeDocument/2006/relationships/slide" Target="/ppt/slides/slide8.xml" Id="R346e363407ff4a57" /><Relationship Type="http://schemas.openxmlformats.org/officeDocument/2006/relationships/slide" Target="/ppt/slides/slide9.xml" Id="R4c17239267f34a61" /><Relationship Type="http://schemas.openxmlformats.org/officeDocument/2006/relationships/slide" Target="/ppt/slides/slide10.xml" Id="R92fe6cea29424a12" /><Relationship Type="http://schemas.openxmlformats.org/officeDocument/2006/relationships/slide" Target="/ppt/slides/slide11.xml" Id="R6009ce930a2b479b" /><Relationship Type="http://schemas.openxmlformats.org/officeDocument/2006/relationships/slide" Target="/ppt/slides/slide12.xml" Id="R711be70f30fa48a1" /><Relationship Type="http://schemas.openxmlformats.org/officeDocument/2006/relationships/slide" Target="/ppt/slides/slide13.xml" Id="Rf6ef67c824e84ea2" /><Relationship Type="http://schemas.openxmlformats.org/officeDocument/2006/relationships/slide" Target="/ppt/slides/slide14.xml" Id="Rf49c42178a6e4c79" /><Relationship Type="http://schemas.openxmlformats.org/officeDocument/2006/relationships/slide" Target="/ppt/slides/slide15.xml" Id="Rf6e13cccba2c409c" /><Relationship Type="http://schemas.openxmlformats.org/officeDocument/2006/relationships/slide" Target="/ppt/slides/slide16.xml" Id="Rb4084140e6d846b4" /><Relationship Type="http://schemas.openxmlformats.org/officeDocument/2006/relationships/slide" Target="/ppt/slides/slide17.xml" Id="R000a6d47d99444cc" /><Relationship Type="http://schemas.openxmlformats.org/officeDocument/2006/relationships/slide" Target="/ppt/slides/slide18.xml" Id="R0cec610f114d4887" /><Relationship Type="http://schemas.openxmlformats.org/officeDocument/2006/relationships/slide" Target="/ppt/slides/slide19.xml" Id="R7e091da951a44332" /><Relationship Type="http://schemas.openxmlformats.org/officeDocument/2006/relationships/slide" Target="/ppt/slides/slide20.xml" Id="Rb4c9880b90e541d6" /><Relationship Type="http://schemas.openxmlformats.org/officeDocument/2006/relationships/slide" Target="/ppt/slides/slide21.xml" Id="R3a3073c89dee42ba" /><Relationship Type="http://schemas.openxmlformats.org/officeDocument/2006/relationships/slide" Target="/ppt/slides/slide22.xml" Id="R65ab378ead29410c" /><Relationship Type="http://schemas.openxmlformats.org/officeDocument/2006/relationships/slide" Target="/ppt/slides/slide23.xml" Id="R3e18447fe71d486a" /><Relationship Type="http://schemas.openxmlformats.org/officeDocument/2006/relationships/slide" Target="/ppt/slides/slide24.xml" Id="Rf63f0b5042614d73" /><Relationship Type="http://schemas.openxmlformats.org/officeDocument/2006/relationships/slide" Target="/ppt/slides/slide25.xml" Id="Ree16ae6032334219" /><Relationship Type="http://schemas.openxmlformats.org/officeDocument/2006/relationships/slide" Target="/ppt/slides/slide26.xml" Id="R17ebf05cc10941f0" /><Relationship Type="http://schemas.openxmlformats.org/officeDocument/2006/relationships/slide" Target="/ppt/slides/slide27.xml" Id="R60b6442a8efc4864" /><Relationship Type="http://schemas.openxmlformats.org/officeDocument/2006/relationships/slide" Target="/ppt/slides/slide28.xml" Id="R9c3c8fe0393d4785" /><Relationship Type="http://schemas.openxmlformats.org/officeDocument/2006/relationships/slide" Target="/ppt/slides/slide29.xml" Id="R936e466f08104210" /><Relationship Type="http://schemas.openxmlformats.org/officeDocument/2006/relationships/slide" Target="/ppt/slides/slide30.xml" Id="Rf6a08fdd156b4376" /><Relationship Type="http://schemas.openxmlformats.org/officeDocument/2006/relationships/slide" Target="/ppt/slides/slide31.xml" Id="Rc4bb779546bd4e34" /><Relationship Type="http://schemas.openxmlformats.org/officeDocument/2006/relationships/slide" Target="/ppt/slides/slide32.xml" Id="Rcda1af58facd4f53" /><Relationship Type="http://schemas.openxmlformats.org/officeDocument/2006/relationships/slide" Target="/ppt/slides/slide33.xml" Id="Rb95af8c1839c433e" /><Relationship Type="http://schemas.openxmlformats.org/officeDocument/2006/relationships/slide" Target="/ppt/slides/slide34.xml" Id="R02593f6301654544" /><Relationship Type="http://schemas.openxmlformats.org/officeDocument/2006/relationships/slide" Target="/ppt/slides/slide35.xml" Id="R0e1adee1eebf4216" /><Relationship Type="http://schemas.openxmlformats.org/officeDocument/2006/relationships/slide" Target="/ppt/slides/slide36.xml" Id="R82e1690fdfa84c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cd70186d5b49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61319c93d04e2e" /><Relationship Type="http://schemas.openxmlformats.org/officeDocument/2006/relationships/notesMaster" Target="/ppt/notesMasters/notesMaster1.xml" Id="R24c19811cafe40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19fa13cbf6408e" /><Relationship Type="http://schemas.openxmlformats.org/officeDocument/2006/relationships/notesMaster" Target="/ppt/notesMasters/notesMaster1.xml" Id="Rff58f18e407f42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5561f2b280414c" /><Relationship Type="http://schemas.openxmlformats.org/officeDocument/2006/relationships/notesMaster" Target="/ppt/notesMasters/notesMaster1.xml" Id="Rd517c8984b2343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fc445497854360" /><Relationship Type="http://schemas.openxmlformats.org/officeDocument/2006/relationships/notesMaster" Target="/ppt/notesMasters/notesMaster1.xml" Id="R46c668546cff42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0380c2eaca4e81" /><Relationship Type="http://schemas.openxmlformats.org/officeDocument/2006/relationships/notesMaster" Target="/ppt/notesMasters/notesMaster1.xml" Id="R7329ec12906f44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0a58e3e5eb476d" /><Relationship Type="http://schemas.openxmlformats.org/officeDocument/2006/relationships/notesMaster" Target="/ppt/notesMasters/notesMaster1.xml" Id="R7cedc46665224d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da3f1a36634022" /><Relationship Type="http://schemas.openxmlformats.org/officeDocument/2006/relationships/notesMaster" Target="/ppt/notesMasters/notesMaster1.xml" Id="R3949d343ace64e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1cc285fca047eb" /><Relationship Type="http://schemas.openxmlformats.org/officeDocument/2006/relationships/notesMaster" Target="/ppt/notesMasters/notesMaster1.xml" Id="R4e4e2a9b907347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6d1177121649f6" /><Relationship Type="http://schemas.openxmlformats.org/officeDocument/2006/relationships/notesMaster" Target="/ppt/notesMasters/notesMaster1.xml" Id="R523b54f4622448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03c385e69549a3" /><Relationship Type="http://schemas.openxmlformats.org/officeDocument/2006/relationships/notesMaster" Target="/ppt/notesMasters/notesMaster1.xml" Id="Redd6d0382fb346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c5925a46b24c56" /><Relationship Type="http://schemas.openxmlformats.org/officeDocument/2006/relationships/notesMaster" Target="/ppt/notesMasters/notesMaster1.xml" Id="R5e38c10ecd0446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4368c4c75e4eeb" /><Relationship Type="http://schemas.openxmlformats.org/officeDocument/2006/relationships/notesMaster" Target="/ppt/notesMasters/notesMaster1.xml" Id="R076e185b1fe244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9a94c18b734216" /><Relationship Type="http://schemas.openxmlformats.org/officeDocument/2006/relationships/notesMaster" Target="/ppt/notesMasters/notesMaster1.xml" Id="R43fbed56721e48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0ed92de0b146dd" /><Relationship Type="http://schemas.openxmlformats.org/officeDocument/2006/relationships/notesMaster" Target="/ppt/notesMasters/notesMaster1.xml" Id="R2276cd0df73b42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f8a32a1c294b69" /><Relationship Type="http://schemas.openxmlformats.org/officeDocument/2006/relationships/notesMaster" Target="/ppt/notesMasters/notesMaster1.xml" Id="R604aecc421b64e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47e61d300384ca9" /><Relationship Type="http://schemas.openxmlformats.org/officeDocument/2006/relationships/notesMaster" Target="/ppt/notesMasters/notesMaster1.xml" Id="R2b53f390b6e644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9e51a4a35140e3" /><Relationship Type="http://schemas.openxmlformats.org/officeDocument/2006/relationships/notesMaster" Target="/ppt/notesMasters/notesMaster1.xml" Id="R4b1d27b50ea649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7dcb0aba3647f0" /><Relationship Type="http://schemas.openxmlformats.org/officeDocument/2006/relationships/notesMaster" Target="/ppt/notesMasters/notesMaster1.xml" Id="R9c6b210094134b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da94ba76c045c3" /><Relationship Type="http://schemas.openxmlformats.org/officeDocument/2006/relationships/notesMaster" Target="/ppt/notesMasters/notesMaster1.xml" Id="Rc727b21292e84e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39ccd9e31b431f" /><Relationship Type="http://schemas.openxmlformats.org/officeDocument/2006/relationships/notesMaster" Target="/ppt/notesMasters/notesMaster1.xml" Id="R8f2eef423fb44bb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bdbd32107140b1" /><Relationship Type="http://schemas.openxmlformats.org/officeDocument/2006/relationships/notesMaster" Target="/ppt/notesMasters/notesMaster1.xml" Id="R9fbf8f30e87f465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490e3ca50394507" /><Relationship Type="http://schemas.openxmlformats.org/officeDocument/2006/relationships/notesMaster" Target="/ppt/notesMasters/notesMaster1.xml" Id="Rc3dabd3999e04a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652f56a5f24403" /><Relationship Type="http://schemas.openxmlformats.org/officeDocument/2006/relationships/notesMaster" Target="/ppt/notesMasters/notesMaster1.xml" Id="Rea7e61e0971f419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ff289921f34598" /><Relationship Type="http://schemas.openxmlformats.org/officeDocument/2006/relationships/notesMaster" Target="/ppt/notesMasters/notesMaster1.xml" Id="Re541a6e7a84e46d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104a7fe74749b8" /><Relationship Type="http://schemas.openxmlformats.org/officeDocument/2006/relationships/notesMaster" Target="/ppt/notesMasters/notesMaster1.xml" Id="R254f3b0adc4a48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bc2301e2e342f9" /><Relationship Type="http://schemas.openxmlformats.org/officeDocument/2006/relationships/notesMaster" Target="/ppt/notesMasters/notesMaster1.xml" Id="Rc3728bfbed4a4a9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fcdc64beb1c4f28" /><Relationship Type="http://schemas.openxmlformats.org/officeDocument/2006/relationships/notesMaster" Target="/ppt/notesMasters/notesMaster1.xml" Id="Ra269c51dadd745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242487050a547ce" /><Relationship Type="http://schemas.openxmlformats.org/officeDocument/2006/relationships/notesMaster" Target="/ppt/notesMasters/notesMaster1.xml" Id="R4afe190b41834e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b319972329147c7" /><Relationship Type="http://schemas.openxmlformats.org/officeDocument/2006/relationships/notesMaster" Target="/ppt/notesMasters/notesMaster1.xml" Id="R01f729a9f0354c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f2ac7e4a994b59" /><Relationship Type="http://schemas.openxmlformats.org/officeDocument/2006/relationships/notesMaster" Target="/ppt/notesMasters/notesMaster1.xml" Id="Rd4c182661fc441b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5bdcaf933164f48" /><Relationship Type="http://schemas.openxmlformats.org/officeDocument/2006/relationships/notesMaster" Target="/ppt/notesMasters/notesMaster1.xml" Id="Rda38228cebc040b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0a45a0ef4ef4738" /><Relationship Type="http://schemas.openxmlformats.org/officeDocument/2006/relationships/notesMaster" Target="/ppt/notesMasters/notesMaster1.xml" Id="R38cc50db09d64a7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7dcecb87abf4798" /><Relationship Type="http://schemas.openxmlformats.org/officeDocument/2006/relationships/notesMaster" Target="/ppt/notesMasters/notesMaster1.xml" Id="R4f99e233ffa84c5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90e7ce4dea7474d" /><Relationship Type="http://schemas.openxmlformats.org/officeDocument/2006/relationships/notesMaster" Target="/ppt/notesMasters/notesMaster1.xml" Id="Rd073e7d56c5e4be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1fde9dd055f4e22" /><Relationship Type="http://schemas.openxmlformats.org/officeDocument/2006/relationships/notesMaster" Target="/ppt/notesMasters/notesMaster1.xml" Id="Ra31da07fe34b47d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7a5c6b3fdbd4c76" /><Relationship Type="http://schemas.openxmlformats.org/officeDocument/2006/relationships/notesMaster" Target="/ppt/notesMasters/notesMaster1.xml" Id="Rddcd518f88b042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abcc52670e42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cafdf3e79041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b4f261853944b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d45be94c874b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9048820e414d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f7548b00aa400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89508ada913466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52af83bf71747d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41cb4dcd796450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b4810966b1044c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4d27c40a30642e6"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9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408ae15a794878" /><Relationship Type="http://schemas.openxmlformats.org/officeDocument/2006/relationships/slideLayout" Target="/ppt/slideLayouts/slideLayout1.xml" Id="Rdc9b3931d7a64398" /><Relationship Type="http://schemas.openxmlformats.org/officeDocument/2006/relationships/slideLayout" Target="/ppt/slideLayouts/slideLayout2.xml" Id="Rbf32c658baa3450e" /><Relationship Type="http://schemas.openxmlformats.org/officeDocument/2006/relationships/slideLayout" Target="/ppt/slideLayouts/slideLayout3.xml" Id="Rc9ab31271ba141ac" /><Relationship Type="http://schemas.openxmlformats.org/officeDocument/2006/relationships/slideLayout" Target="/ppt/slideLayouts/slideLayout4.xml" Id="R93a672dd35434941" /><Relationship Type="http://schemas.openxmlformats.org/officeDocument/2006/relationships/slideLayout" Target="/ppt/slideLayouts/slideLayout5.xml" Id="Rd9e97f0a48124e69" /><Relationship Type="http://schemas.openxmlformats.org/officeDocument/2006/relationships/slideLayout" Target="/ppt/slideLayouts/slideLayout6.xml" Id="Re143d4636848474d" /><Relationship Type="http://schemas.openxmlformats.org/officeDocument/2006/relationships/slideLayout" Target="/ppt/slideLayouts/slideLayout7.xml" Id="Rd8d1ca4d87644981" /><Relationship Type="http://schemas.openxmlformats.org/officeDocument/2006/relationships/slideLayout" Target="/ppt/slideLayouts/slideLayout8.xml" Id="R5ed635f323af4402" /><Relationship Type="http://schemas.openxmlformats.org/officeDocument/2006/relationships/slideLayout" Target="/ppt/slideLayouts/slideLayout9.xml" Id="R975037c0fd4b43a0" /><Relationship Type="http://schemas.openxmlformats.org/officeDocument/2006/relationships/slideLayout" Target="/ppt/slideLayouts/slideLayout10.xml" Id="Re34b82f44f574eff" /><Relationship Type="http://schemas.openxmlformats.org/officeDocument/2006/relationships/slideLayout" Target="/ppt/slideLayouts/slideLayout11.xml" Id="Ra74e7f7696754e8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c9b3931d7a64398"/>
    <p:sldLayoutId xmlns:r="http://schemas.openxmlformats.org/officeDocument/2006/relationships" id="2147483650" r:id="Rbf32c658baa3450e"/>
    <p:sldLayoutId xmlns:r="http://schemas.openxmlformats.org/officeDocument/2006/relationships" id="2147483651" r:id="Rc9ab31271ba141ac"/>
    <p:sldLayoutId xmlns:r="http://schemas.openxmlformats.org/officeDocument/2006/relationships" id="2147483652" r:id="R93a672dd35434941"/>
    <p:sldLayoutId xmlns:r="http://schemas.openxmlformats.org/officeDocument/2006/relationships" id="2147483653" r:id="Rd9e97f0a48124e69"/>
    <p:sldLayoutId xmlns:r="http://schemas.openxmlformats.org/officeDocument/2006/relationships" id="2147483654" r:id="Re143d4636848474d"/>
    <p:sldLayoutId xmlns:r="http://schemas.openxmlformats.org/officeDocument/2006/relationships" id="2147483655" r:id="Rd8d1ca4d87644981"/>
    <p:sldLayoutId xmlns:r="http://schemas.openxmlformats.org/officeDocument/2006/relationships" id="2147483656" r:id="R5ed635f323af4402"/>
    <p:sldLayoutId xmlns:r="http://schemas.openxmlformats.org/officeDocument/2006/relationships" id="2147483657" r:id="R975037c0fd4b43a0"/>
    <p:sldLayoutId xmlns:r="http://schemas.openxmlformats.org/officeDocument/2006/relationships" id="2147483658" r:id="Re34b82f44f574eff"/>
    <p:sldLayoutId xmlns:r="http://schemas.openxmlformats.org/officeDocument/2006/relationships" id="2147483659" r:id="Ra74e7f7696754e8f"/>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29b72815bc4e81" /><Relationship Type="http://schemas.openxmlformats.org/officeDocument/2006/relationships/image" Target="/ppt/media/image.png" Id="R05b4ff240bee4b68" /><Relationship Type="http://schemas.openxmlformats.org/officeDocument/2006/relationships/image" Target="/ppt/media/image2.png" Id="Ra4fe7c22be344dc6" /><Relationship Type="http://schemas.openxmlformats.org/officeDocument/2006/relationships/notesSlide" Target="/ppt/notesSlides/notesSlide1.xml" Id="Rd6019e0250c24a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eafff697c1436e" /><Relationship Type="http://schemas.openxmlformats.org/officeDocument/2006/relationships/image" Target="/ppt/media/image.jpeg" Id="R6541dadb700240d2" /><Relationship Type="http://schemas.openxmlformats.org/officeDocument/2006/relationships/image" Target="/ppt/media/image3.png" Id="R8bad86eb2a054000" /><Relationship Type="http://schemas.openxmlformats.org/officeDocument/2006/relationships/notesSlide" Target="/ppt/notesSlides/notesSlide2.xml" Id="R1562a39576464f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36781445ca14159" /><Relationship Type="http://schemas.openxmlformats.org/officeDocument/2006/relationships/image" Target="/ppt/media/image2.jpeg" Id="R08be7ac8f4394407" /><Relationship Type="http://schemas.openxmlformats.org/officeDocument/2006/relationships/image" Target="/ppt/media/image2.png" Id="R885cfee4ece540e1" /><Relationship Type="http://schemas.openxmlformats.org/officeDocument/2006/relationships/image" Target="/ppt/media/image4.png" Id="R52a48e1aac224edd" /><Relationship Type="http://schemas.openxmlformats.org/officeDocument/2006/relationships/image" Target="/ppt/media/image5.png" Id="R939d49be2d5c472a" /><Relationship Type="http://schemas.openxmlformats.org/officeDocument/2006/relationships/notesSlide" Target="/ppt/notesSlides/notesSlide3.xml" Id="R87daad6079d44a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fa71ef90c04855" /><Relationship Type="http://schemas.openxmlformats.org/officeDocument/2006/relationships/image" Target="/ppt/media/image2.jpeg" Id="Rab68ad93a9bc472c" /><Relationship Type="http://schemas.openxmlformats.org/officeDocument/2006/relationships/image" Target="/ppt/media/image2.png" Id="R3fcb0eb190e44e5b" /><Relationship Type="http://schemas.openxmlformats.org/officeDocument/2006/relationships/image" Target="/ppt/media/image6.png" Id="Rbfc4cd3e925640c3" /><Relationship Type="http://schemas.openxmlformats.org/officeDocument/2006/relationships/notesSlide" Target="/ppt/notesSlides/notesSlide4.xml" Id="R3a377fb0211146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47e4048fd34f78" /><Relationship Type="http://schemas.openxmlformats.org/officeDocument/2006/relationships/image" Target="/ppt/media/image2.jpeg" Id="R22aee6070cc64ea4" /><Relationship Type="http://schemas.openxmlformats.org/officeDocument/2006/relationships/image" Target="/ppt/media/image2.png" Id="R0c3b04ceeb054e21" /><Relationship Type="http://schemas.openxmlformats.org/officeDocument/2006/relationships/notesSlide" Target="/ppt/notesSlides/notesSlide5.xml" Id="R22cba7881a6249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0e1226bd554b10" /><Relationship Type="http://schemas.openxmlformats.org/officeDocument/2006/relationships/image" Target="/ppt/media/image2.jpeg" Id="R3daa91bca2064335" /><Relationship Type="http://schemas.openxmlformats.org/officeDocument/2006/relationships/image" Target="/ppt/media/image2.png" Id="Raee979260025471e" /><Relationship Type="http://schemas.openxmlformats.org/officeDocument/2006/relationships/notesSlide" Target="/ppt/notesSlides/notesSlide6.xml" Id="R5b95f9e3167442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2a6c0e0e4545e9" /><Relationship Type="http://schemas.openxmlformats.org/officeDocument/2006/relationships/image" Target="/ppt/media/image2.jpeg" Id="R3f7ec0ba9faf4ca0" /><Relationship Type="http://schemas.openxmlformats.org/officeDocument/2006/relationships/image" Target="/ppt/media/image2.png" Id="R8cf5d51344fc4964" /><Relationship Type="http://schemas.openxmlformats.org/officeDocument/2006/relationships/chart" Target="/ppt/slides/charts/chart1.xml" Id="R95e86d6b87a74919" /><Relationship Type="http://schemas.openxmlformats.org/officeDocument/2006/relationships/notesSlide" Target="/ppt/notesSlides/notesSlide7.xml" Id="R5212d9124e6246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61f226dac84f97" /><Relationship Type="http://schemas.openxmlformats.org/officeDocument/2006/relationships/image" Target="/ppt/media/image2.jpeg" Id="R1d9e38d80cb041fd" /><Relationship Type="http://schemas.openxmlformats.org/officeDocument/2006/relationships/image" Target="/ppt/media/image2.png" Id="Re94db48c4f4a4c77" /><Relationship Type="http://schemas.openxmlformats.org/officeDocument/2006/relationships/notesSlide" Target="/ppt/notesSlides/notesSlide8.xml" Id="R1d975225427149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5a3e4c8f184e60" /><Relationship Type="http://schemas.openxmlformats.org/officeDocument/2006/relationships/image" Target="/ppt/media/image2.jpeg" Id="R896ca104201a4fb0" /><Relationship Type="http://schemas.openxmlformats.org/officeDocument/2006/relationships/image" Target="/ppt/media/image2.png" Id="R54fec6e0e0c6439d" /><Relationship Type="http://schemas.openxmlformats.org/officeDocument/2006/relationships/notesSlide" Target="/ppt/notesSlides/notesSlide9.xml" Id="R9380e445f56648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10bc19b02324b3c" /><Relationship Type="http://schemas.openxmlformats.org/officeDocument/2006/relationships/image" Target="/ppt/media/image2.jpeg" Id="R7c57c6a0d5e2484b" /><Relationship Type="http://schemas.openxmlformats.org/officeDocument/2006/relationships/image" Target="/ppt/media/image2.png" Id="R20b8d21943cc41ed" /><Relationship Type="http://schemas.openxmlformats.org/officeDocument/2006/relationships/image" Target="/ppt/media/image4.png" Id="R4151430f386c4296" /><Relationship Type="http://schemas.openxmlformats.org/officeDocument/2006/relationships/image" Target="/ppt/media/image7.png" Id="R85a703235f914bfb" /><Relationship Type="http://schemas.openxmlformats.org/officeDocument/2006/relationships/notesSlide" Target="/ppt/notesSlides/notesSlide10.xml" Id="Rf5bcb5a6928141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6452799ce54954" /><Relationship Type="http://schemas.openxmlformats.org/officeDocument/2006/relationships/image" Target="/ppt/media/image2.jpeg" Id="R254744370d6f4fbb" /><Relationship Type="http://schemas.openxmlformats.org/officeDocument/2006/relationships/image" Target="/ppt/media/image2.png" Id="R0554733c81284dad" /><Relationship Type="http://schemas.openxmlformats.org/officeDocument/2006/relationships/notesSlide" Target="/ppt/notesSlides/notesSlide11.xml" Id="R8e11b7c2ef9c47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8efe5aac6149c2" /><Relationship Type="http://schemas.openxmlformats.org/officeDocument/2006/relationships/image" Target="/ppt/media/image3.jpeg" Id="R372d7e72ba854663" /><Relationship Type="http://schemas.openxmlformats.org/officeDocument/2006/relationships/image" Target="/ppt/media/image8.png" Id="R7ace541f358f4cd9" /><Relationship Type="http://schemas.openxmlformats.org/officeDocument/2006/relationships/notesSlide" Target="/ppt/notesSlides/notesSlide12.xml" Id="R9f8511c9ab2f4d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efd8f4828f4f64" /><Relationship Type="http://schemas.openxmlformats.org/officeDocument/2006/relationships/image" Target="/ppt/media/image2.jpeg" Id="R0f06e66cf2024b4a" /><Relationship Type="http://schemas.openxmlformats.org/officeDocument/2006/relationships/image" Target="/ppt/media/image2.png" Id="R5565cdc68df04890" /><Relationship Type="http://schemas.openxmlformats.org/officeDocument/2006/relationships/notesSlide" Target="/ppt/notesSlides/notesSlide13.xml" Id="Ra6e3b0026a1245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035ef698cf44e2b" /><Relationship Type="http://schemas.openxmlformats.org/officeDocument/2006/relationships/image" Target="/ppt/media/image2.jpeg" Id="R2b7e42a5c59e429a" /><Relationship Type="http://schemas.openxmlformats.org/officeDocument/2006/relationships/image" Target="/ppt/media/image2.png" Id="R88a405b553c14027" /><Relationship Type="http://schemas.openxmlformats.org/officeDocument/2006/relationships/notesSlide" Target="/ppt/notesSlides/notesSlide14.xml" Id="R0c5529332a864f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eeb185477864377" /><Relationship Type="http://schemas.openxmlformats.org/officeDocument/2006/relationships/image" Target="/ppt/media/image2.jpeg" Id="Rc878401d70f04cef" /><Relationship Type="http://schemas.openxmlformats.org/officeDocument/2006/relationships/image" Target="/ppt/media/image2.png" Id="R6682fb0e39664006" /><Relationship Type="http://schemas.openxmlformats.org/officeDocument/2006/relationships/image" Target="/ppt/media/image4.png" Id="Rcc185f78164a4331" /><Relationship Type="http://schemas.openxmlformats.org/officeDocument/2006/relationships/image" Target="/ppt/media/image9.png" Id="Re5dd553c87b74d36" /><Relationship Type="http://schemas.openxmlformats.org/officeDocument/2006/relationships/notesSlide" Target="/ppt/notesSlides/notesSlide15.xml" Id="R451411398de54e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696322875d44b9" /><Relationship Type="http://schemas.openxmlformats.org/officeDocument/2006/relationships/image" Target="/ppt/media/image2.jpeg" Id="R9f9b3fcf77a14528" /><Relationship Type="http://schemas.openxmlformats.org/officeDocument/2006/relationships/image" Target="/ppt/media/image2.png" Id="R5fcf699ae64147e3" /><Relationship Type="http://schemas.openxmlformats.org/officeDocument/2006/relationships/image" Target="/ppt/media/image10.png" Id="R8b189d2241e947ed" /><Relationship Type="http://schemas.openxmlformats.org/officeDocument/2006/relationships/notesSlide" Target="/ppt/notesSlides/notesSlide16.xml" Id="Rbbe5cdd43a4340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f3bad686a74a45" /><Relationship Type="http://schemas.openxmlformats.org/officeDocument/2006/relationships/image" Target="/ppt/media/image2.jpeg" Id="R4ede5c0d23e846ce" /><Relationship Type="http://schemas.openxmlformats.org/officeDocument/2006/relationships/image" Target="/ppt/media/image2.png" Id="Ra8ae1311e8d84bb4" /><Relationship Type="http://schemas.openxmlformats.org/officeDocument/2006/relationships/notesSlide" Target="/ppt/notesSlides/notesSlide17.xml" Id="Rebfc6163ed8e457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f0e501a1bb24b84" /><Relationship Type="http://schemas.openxmlformats.org/officeDocument/2006/relationships/image" Target="/ppt/media/image2.jpeg" Id="R5b8ad50a17f042ac" /><Relationship Type="http://schemas.openxmlformats.org/officeDocument/2006/relationships/image" Target="/ppt/media/image2.png" Id="R47d4a145dd5342e2" /><Relationship Type="http://schemas.openxmlformats.org/officeDocument/2006/relationships/notesSlide" Target="/ppt/notesSlides/notesSlide18.xml" Id="Rc8ccb115f33f4c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e4a55d14c141a1" /><Relationship Type="http://schemas.openxmlformats.org/officeDocument/2006/relationships/image" Target="/ppt/media/image2.jpeg" Id="R6cd2334161034e9c" /><Relationship Type="http://schemas.openxmlformats.org/officeDocument/2006/relationships/image" Target="/ppt/media/image2.png" Id="R6c7cd61352b443d7" /><Relationship Type="http://schemas.openxmlformats.org/officeDocument/2006/relationships/notesSlide" Target="/ppt/notesSlides/notesSlide19.xml" Id="R75cdc8a990564a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9f62e3fc1d94103" /><Relationship Type="http://schemas.openxmlformats.org/officeDocument/2006/relationships/image" Target="/ppt/media/image2.jpeg" Id="Reecf56741d0b4291" /><Relationship Type="http://schemas.openxmlformats.org/officeDocument/2006/relationships/image" Target="/ppt/media/image2.png" Id="R393a068eb5a84744" /><Relationship Type="http://schemas.openxmlformats.org/officeDocument/2006/relationships/notesSlide" Target="/ppt/notesSlides/notesSlide20.xml" Id="R04c93b174018441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fbf1bd285a648f4" /><Relationship Type="http://schemas.openxmlformats.org/officeDocument/2006/relationships/image" Target="/ppt/media/image2.jpeg" Id="Raab7c234cad44e8a" /><Relationship Type="http://schemas.openxmlformats.org/officeDocument/2006/relationships/image" Target="/ppt/media/image2.png" Id="Rd74d4252d2af4f90" /><Relationship Type="http://schemas.openxmlformats.org/officeDocument/2006/relationships/notesSlide" Target="/ppt/notesSlides/notesSlide21.xml" Id="Rc47441daf44f45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de784a2855c4383" /><Relationship Type="http://schemas.openxmlformats.org/officeDocument/2006/relationships/image" Target="/ppt/media/image2.jpeg" Id="R3425fe1edd554a56" /><Relationship Type="http://schemas.openxmlformats.org/officeDocument/2006/relationships/image" Target="/ppt/media/image2.png" Id="Rb0c3aae9cd984d8a" /><Relationship Type="http://schemas.openxmlformats.org/officeDocument/2006/relationships/image" Target="/ppt/media/image4.png" Id="R2a35962d5cc043d4" /><Relationship Type="http://schemas.openxmlformats.org/officeDocument/2006/relationships/image" Target="/ppt/media/image11.png" Id="Rb8a7003a81234abb" /><Relationship Type="http://schemas.openxmlformats.org/officeDocument/2006/relationships/notesSlide" Target="/ppt/notesSlides/notesSlide22.xml" Id="Ra143d5c68b6542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5a9aad11b694be6" /><Relationship Type="http://schemas.openxmlformats.org/officeDocument/2006/relationships/image" Target="/ppt/media/image2.jpeg" Id="R416d996d86a149d6" /><Relationship Type="http://schemas.openxmlformats.org/officeDocument/2006/relationships/image" Target="/ppt/media/image2.png" Id="R20091292bf464d53" /><Relationship Type="http://schemas.openxmlformats.org/officeDocument/2006/relationships/notesSlide" Target="/ppt/notesSlides/notesSlide23.xml" Id="Ra4ad2b114822425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86bbe13ba274061" /><Relationship Type="http://schemas.openxmlformats.org/officeDocument/2006/relationships/image" Target="/ppt/media/image2.jpeg" Id="R397e27cb161847b3" /><Relationship Type="http://schemas.openxmlformats.org/officeDocument/2006/relationships/image" Target="/ppt/media/image2.png" Id="R10019c139ad845b3" /><Relationship Type="http://schemas.openxmlformats.org/officeDocument/2006/relationships/chart" Target="/ppt/slides/charts/chart2.xml" Id="R8328c6a25e7648da" /><Relationship Type="http://schemas.openxmlformats.org/officeDocument/2006/relationships/notesSlide" Target="/ppt/notesSlides/notesSlide24.xml" Id="R9993f269947c4c9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c945e4bbe044d1a" /><Relationship Type="http://schemas.openxmlformats.org/officeDocument/2006/relationships/image" Target="/ppt/media/image2.jpeg" Id="R0176b7dc65284c7d" /><Relationship Type="http://schemas.openxmlformats.org/officeDocument/2006/relationships/image" Target="/ppt/media/image2.png" Id="Rf7560e1cd2d341b3" /><Relationship Type="http://schemas.openxmlformats.org/officeDocument/2006/relationships/image" Target="/ppt/media/image12.png" Id="R3fdbf3fa408e4fbb" /><Relationship Type="http://schemas.openxmlformats.org/officeDocument/2006/relationships/image" Target="/ppt/media/image13.png" Id="R7fb2f3b9439c46e0" /><Relationship Type="http://schemas.openxmlformats.org/officeDocument/2006/relationships/notesSlide" Target="/ppt/notesSlides/notesSlide25.xml" Id="R3ed8cfc6947b42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219f331f0e8492d" /><Relationship Type="http://schemas.openxmlformats.org/officeDocument/2006/relationships/image" Target="/ppt/media/image2.jpeg" Id="R4e31b50de0d44a89" /><Relationship Type="http://schemas.openxmlformats.org/officeDocument/2006/relationships/image" Target="/ppt/media/image2.png" Id="R912e865aaae845b1" /><Relationship Type="http://schemas.openxmlformats.org/officeDocument/2006/relationships/image" Target="/ppt/media/image4.png" Id="Rc29f4d592cef4314" /><Relationship Type="http://schemas.openxmlformats.org/officeDocument/2006/relationships/image" Target="/ppt/media/image14.png" Id="R09944af8429e45d8" /><Relationship Type="http://schemas.openxmlformats.org/officeDocument/2006/relationships/notesSlide" Target="/ppt/notesSlides/notesSlide26.xml" Id="Rd4f35dfb93de4f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307b23b6f824b38" /><Relationship Type="http://schemas.openxmlformats.org/officeDocument/2006/relationships/image" Target="/ppt/media/image2.jpeg" Id="R32f3aa5e2d2f4fe1" /><Relationship Type="http://schemas.openxmlformats.org/officeDocument/2006/relationships/image" Target="/ppt/media/image2.png" Id="R8913999895be43a7" /><Relationship Type="http://schemas.openxmlformats.org/officeDocument/2006/relationships/notesSlide" Target="/ppt/notesSlides/notesSlide27.xml" Id="Rf7b61b9e0a5f40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d783f7e43ce43f6" /><Relationship Type="http://schemas.openxmlformats.org/officeDocument/2006/relationships/image" Target="/ppt/media/image2.jpeg" Id="Rb7c7c573d6b54b99" /><Relationship Type="http://schemas.openxmlformats.org/officeDocument/2006/relationships/image" Target="/ppt/media/image2.png" Id="Ra32db13a16194345" /><Relationship Type="http://schemas.openxmlformats.org/officeDocument/2006/relationships/notesSlide" Target="/ppt/notesSlides/notesSlide28.xml" Id="R8bd43a7fcad647b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a9e0d4bf3924909" /><Relationship Type="http://schemas.openxmlformats.org/officeDocument/2006/relationships/image" Target="/ppt/media/image2.jpeg" Id="R8d70f5d5278b40ee" /><Relationship Type="http://schemas.openxmlformats.org/officeDocument/2006/relationships/image" Target="/ppt/media/image2.png" Id="R2ccd51e1865e403d" /><Relationship Type="http://schemas.openxmlformats.org/officeDocument/2006/relationships/notesSlide" Target="/ppt/notesSlides/notesSlide29.xml" Id="R5cbf9573bc0a493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fbb0b042a5c4f56" /><Relationship Type="http://schemas.openxmlformats.org/officeDocument/2006/relationships/image" Target="/ppt/media/image2.jpeg" Id="R8f8b20d73b464d1a" /><Relationship Type="http://schemas.openxmlformats.org/officeDocument/2006/relationships/image" Target="/ppt/media/image2.png" Id="Rda89d464554f475d" /><Relationship Type="http://schemas.openxmlformats.org/officeDocument/2006/relationships/notesSlide" Target="/ppt/notesSlides/notesSlide30.xml" Id="Rc72bf5d9f2ce42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73973f56ced442f" /><Relationship Type="http://schemas.openxmlformats.org/officeDocument/2006/relationships/image" Target="/ppt/media/image2.jpeg" Id="R21a0c9761eeb4074" /><Relationship Type="http://schemas.openxmlformats.org/officeDocument/2006/relationships/image" Target="/ppt/media/image2.png" Id="R4e3ad89549854b19" /><Relationship Type="http://schemas.openxmlformats.org/officeDocument/2006/relationships/notesSlide" Target="/ppt/notesSlides/notesSlide31.xml" Id="R7a7adbc1ced6407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0768a4021ce4056" /><Relationship Type="http://schemas.openxmlformats.org/officeDocument/2006/relationships/image" Target="/ppt/media/image2.jpeg" Id="R07251253ff8043d3" /><Relationship Type="http://schemas.openxmlformats.org/officeDocument/2006/relationships/image" Target="/ppt/media/image2.png" Id="Rac3da70b6ef7454f" /><Relationship Type="http://schemas.openxmlformats.org/officeDocument/2006/relationships/notesSlide" Target="/ppt/notesSlides/notesSlide32.xml" Id="Rb7b8f60afb82423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641f48874234882" /><Relationship Type="http://schemas.openxmlformats.org/officeDocument/2006/relationships/image" Target="/ppt/media/image2.jpeg" Id="Rad5c9a0bbc864a6d" /><Relationship Type="http://schemas.openxmlformats.org/officeDocument/2006/relationships/image" Target="/ppt/media/image2.png" Id="Rba31bdf2509c43fc" /><Relationship Type="http://schemas.openxmlformats.org/officeDocument/2006/relationships/notesSlide" Target="/ppt/notesSlides/notesSlide33.xml" Id="R645410b87c2e41e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80ae154cfae425e" /><Relationship Type="http://schemas.openxmlformats.org/officeDocument/2006/relationships/image" Target="/ppt/media/image2.jpeg" Id="R73ca424bab5d4721" /><Relationship Type="http://schemas.openxmlformats.org/officeDocument/2006/relationships/image" Target="/ppt/media/image2.png" Id="R868fb467bd144cc5" /><Relationship Type="http://schemas.openxmlformats.org/officeDocument/2006/relationships/notesSlide" Target="/ppt/notesSlides/notesSlide34.xml" Id="R94651a26811e4da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894ea4951494a33" /><Relationship Type="http://schemas.openxmlformats.org/officeDocument/2006/relationships/image" Target="/ppt/media/image2.jpeg" Id="R5c7a5817c5294b42" /><Relationship Type="http://schemas.openxmlformats.org/officeDocument/2006/relationships/image" Target="/ppt/media/image2.png" Id="R58d041e98ea84ffe" /><Relationship Type="http://schemas.openxmlformats.org/officeDocument/2006/relationships/image" Target="/ppt/media/image15.png" Id="R0985156ebf734141" /><Relationship Type="http://schemas.openxmlformats.org/officeDocument/2006/relationships/notesSlide" Target="/ppt/notesSlides/notesSlide35.xml" Id="Rff392ddaec034b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b67c14853c9a441f" /><Relationship Type="http://schemas.openxmlformats.org/officeDocument/2006/relationships/image" Target="/ppt/media/image2.jpeg" Id="R0c65db8da8404774" /><Relationship Type="http://schemas.openxmlformats.org/officeDocument/2006/relationships/image" Target="/ppt/media/image.gif" Id="Rce7951f1afb34387" /><Relationship Type="http://schemas.openxmlformats.org/officeDocument/2006/relationships/image" Target="/ppt/media/image2.png" Id="R36aed865a0034883" /><Relationship Type="http://schemas.openxmlformats.org/officeDocument/2006/relationships/notesSlide" Target="/ppt/notesSlides/notesSlide36.xml" Id="R0ca1060fb20247d1"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05b4ff240bee4b68">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a4fe7c22be344dc6">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541dadb700240d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bad86eb2a05400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08be7ac8f439440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885cfee4ece540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52a48e1aac224edd">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939d49be2d5c472a">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b68ad93a9bc472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cb0eb190e44e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bfc4cd3e925640c3"/>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aee6070cc64ea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c3b04ceeb054e2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daa91bca20643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ee97926002547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f7ec0ba9faf4ca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f5d51344fc49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95e86d6b87a74919"/>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d9e38d80cb041f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94db48c4f4a4c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6ca104201a4fb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fec6e0e0c643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7c57c6a0d5e2484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20b8d21943cc41e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4151430f386c429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85a703235f914bfb">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4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54744370d6f4fb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54733c81284da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4"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51F1B901-A8F5-4EC0-B8B9-BCE706B62BD2}"/>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48E46470-3433-4A37-9DC3-3AD14D0BF052}"/>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EA49A38A-7CFD-4C27-B64D-B2496796157B}"/>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0CF9688A-9394-49CD-AF0F-46B7840C8B26}"/>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0105DAF3-05B6-4E8B-ACA8-FAA5D4EBB67C}"/>
              </a:ext>
            </a:extLst>
          </p:cNvPr>
          <p:cNvSpPr>
            <a:spLocks xmlns:a="http://schemas.openxmlformats.org/drawingml/2006/main" noGrp="1"/>
          </p:cNvSpPr>
          <p:nvPr/>
        </p:nvSpPr>
        <p:spPr>
          <a:xfrm xmlns:a="http://schemas.openxmlformats.org/drawingml/2006/main">
            <a:off x="666750" y="259080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69A99D12-2C58-4394-8F64-255FCD2FF428}"/>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68CBB89C-54DB-4A93-851C-618E6A391821}"/>
              </a:ext>
            </a:extLst>
          </p:cNvPr>
          <p:cNvSpPr>
            <a:spLocks xmlns:a="http://schemas.openxmlformats.org/drawingml/2006/main" noGrp="1"/>
          </p:cNvSpPr>
          <p:nvPr/>
        </p:nvSpPr>
        <p:spPr>
          <a:xfrm xmlns:a="http://schemas.openxmlformats.org/drawingml/2006/main">
            <a:off x="666750" y="409575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A155CBDE-B7BB-4416-850E-3A202AFDBDA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FC40FC23-0968-44DA-B61F-69154D9FDAF6}"/>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0463A08D-BF8B-42F7-A639-488B364D0C2E}"/>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94DBA921-212C-46B5-903A-757217A52925}"/>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89CD7CF5-002F-4616-AAA9-EAD76A72350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410953A0-9D28-4099-9CB5-5B4DE9FF5465}"/>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3CD5A54A-376E-4E15-AEAC-AC7978A91D1E}"/>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CC63A953-5D8E-43A5-A015-999569EC5E6A}"/>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E2EF4E45-7A45-4499-AE29-6761EF63F956}"/>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35E0554D-7229-464F-8022-7D4F7387AF9A}"/>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72d7e72ba85466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ace541f358f4cd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4"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r>
              <a:t>Related Studies (2/3)</a:t>
            </a:r>
            <a:endParaRPr/>
          </a:p>
        </p:txBody>
      </p:sp>
      <p:sp>
        <p:nvSpPr>
          <p:cNvPr id="19" name="related-study-cover-2">
            <a:extLst xmlns:a="http://schemas.openxmlformats.org/drawingml/2006/main">
              <a:ext uri="{FF2B5EF4-FFF2-40B4-BE49-F238E27FC236}">
                <a16:creationId xmlns:a16="http://schemas.microsoft.com/office/drawing/2014/main" id="{AE035D15-7381-4EC9-8200-453C1CBE35F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paper-title-2">
            <a:extLst xmlns:a="http://schemas.openxmlformats.org/drawingml/2006/main">
              <a:ext uri="{FF2B5EF4-FFF2-40B4-BE49-F238E27FC236}">
                <a16:creationId xmlns:a16="http://schemas.microsoft.com/office/drawing/2014/main" id="{F910A72E-3B78-4DBB-AEAC-055787F7D04C}"/>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1" name="paper-summary-2">
            <a:extLst xmlns:a="http://schemas.openxmlformats.org/drawingml/2006/main">
              <a:ext uri="{FF2B5EF4-FFF2-40B4-BE49-F238E27FC236}">
                <a16:creationId xmlns:a16="http://schemas.microsoft.com/office/drawing/2014/main" id="{6DE30C60-699E-40F7-AC64-E23C1D2EE5E8}"/>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2" name="paper-source-2">
            <a:extLst xmlns:a="http://schemas.openxmlformats.org/drawingml/2006/main">
              <a:ext uri="{FF2B5EF4-FFF2-40B4-BE49-F238E27FC236}">
                <a16:creationId xmlns:a16="http://schemas.microsoft.com/office/drawing/2014/main" id="{4D917769-43E6-467F-9C11-E8A0318358D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3" name="dpbrem-strengths-heading">
            <a:extLst xmlns:a="http://schemas.openxmlformats.org/drawingml/2006/main">
              <a:ext uri="{FF2B5EF4-FFF2-40B4-BE49-F238E27FC236}">
                <a16:creationId xmlns:a16="http://schemas.microsoft.com/office/drawing/2014/main" id="{EA852593-8FF1-4AE2-897F-9D7ECF2E4029}"/>
              </a:ext>
            </a:extLst>
          </p:cNvPr>
          <p:cNvSpPr>
            <a:spLocks xmlns:a="http://schemas.openxmlformats.org/drawingml/2006/main" noGrp="1"/>
          </p:cNvSpPr>
          <p:nvPr/>
        </p:nvSpPr>
        <p:spPr>
          <a:xfrm xmlns:a="http://schemas.openxmlformats.org/drawingml/2006/main">
            <a:off x="666750" y="259080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4" name="dpbrem-strengths-bullets">
            <a:extLst xmlns:a="http://schemas.openxmlformats.org/drawingml/2006/main">
              <a:ext uri="{FF2B5EF4-FFF2-40B4-BE49-F238E27FC236}">
                <a16:creationId xmlns:a16="http://schemas.microsoft.com/office/drawing/2014/main" id="{3A4999B7-ED22-4B4B-A5EC-02E619FC3562}"/>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5" name="dpbrem-limits-heading">
            <a:extLst xmlns:a="http://schemas.openxmlformats.org/drawingml/2006/main">
              <a:ext uri="{FF2B5EF4-FFF2-40B4-BE49-F238E27FC236}">
                <a16:creationId xmlns:a16="http://schemas.microsoft.com/office/drawing/2014/main" id="{8F39335E-CE7B-41F3-937C-75400F815EF4}"/>
              </a:ext>
            </a:extLst>
          </p:cNvPr>
          <p:cNvSpPr>
            <a:spLocks xmlns:a="http://schemas.openxmlformats.org/drawingml/2006/main" noGrp="1"/>
          </p:cNvSpPr>
          <p:nvPr/>
        </p:nvSpPr>
        <p:spPr>
          <a:xfrm xmlns:a="http://schemas.openxmlformats.org/drawingml/2006/main">
            <a:off x="666750" y="409575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6" name="dpbrem-limits-bullets">
            <a:extLst xmlns:a="http://schemas.openxmlformats.org/drawingml/2006/main">
              <a:ext uri="{FF2B5EF4-FFF2-40B4-BE49-F238E27FC236}">
                <a16:creationId xmlns:a16="http://schemas.microsoft.com/office/drawing/2014/main" id="{2B1BC7E5-1BE9-42AF-8F81-6CE153ED0137}"/>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7" name="dpbrem-flow-title">
            <a:extLst xmlns:a="http://schemas.openxmlformats.org/drawingml/2006/main">
              <a:ext uri="{FF2B5EF4-FFF2-40B4-BE49-F238E27FC236}">
                <a16:creationId xmlns:a16="http://schemas.microsoft.com/office/drawing/2014/main" id="{B51D89A8-E16E-4719-A590-2A18A441E65C}"/>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28" name="dpbrem-box-1">
            <a:extLst xmlns:a="http://schemas.openxmlformats.org/drawingml/2006/main">
              <a:ext uri="{FF2B5EF4-FFF2-40B4-BE49-F238E27FC236}">
                <a16:creationId xmlns:a16="http://schemas.microsoft.com/office/drawing/2014/main" id="{C0DF4EC2-47F3-42A2-8918-E070F2637464}"/>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29" name="dpbrem-arrow-1">
            <a:extLst xmlns:a="http://schemas.openxmlformats.org/drawingml/2006/main">
              <a:ext uri="{FF2B5EF4-FFF2-40B4-BE49-F238E27FC236}">
                <a16:creationId xmlns:a16="http://schemas.microsoft.com/office/drawing/2014/main" id="{0803E12E-0B8C-4FA6-BE4A-59278B502481}"/>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0" name="dpbrem-box-2">
            <a:extLst xmlns:a="http://schemas.openxmlformats.org/drawingml/2006/main">
              <a:ext uri="{FF2B5EF4-FFF2-40B4-BE49-F238E27FC236}">
                <a16:creationId xmlns:a16="http://schemas.microsoft.com/office/drawing/2014/main" id="{1C9781DA-0DF8-41B2-BF46-5D7D65E23E26}"/>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1" name="dpbrem-arrow-2">
            <a:extLst xmlns:a="http://schemas.openxmlformats.org/drawingml/2006/main">
              <a:ext uri="{FF2B5EF4-FFF2-40B4-BE49-F238E27FC236}">
                <a16:creationId xmlns:a16="http://schemas.microsoft.com/office/drawing/2014/main" id="{438FC7A4-E92C-4467-A0B8-33DB6242EDD3}"/>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2" name="dpbrem-box-3">
            <a:extLst xmlns:a="http://schemas.openxmlformats.org/drawingml/2006/main">
              <a:ext uri="{FF2B5EF4-FFF2-40B4-BE49-F238E27FC236}">
                <a16:creationId xmlns:a16="http://schemas.microsoft.com/office/drawing/2014/main" id="{7EBF5356-7749-4B58-A2E9-4BCBB2DE6ACE}"/>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3" name="dpbrem-arrow-3">
            <a:extLst xmlns:a="http://schemas.openxmlformats.org/drawingml/2006/main">
              <a:ext uri="{FF2B5EF4-FFF2-40B4-BE49-F238E27FC236}">
                <a16:creationId xmlns:a16="http://schemas.microsoft.com/office/drawing/2014/main" id="{D97A20DF-69CC-4561-BB34-816AF4C7E94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4">
            <a:extLst xmlns:a="http://schemas.openxmlformats.org/drawingml/2006/main">
              <a:ext uri="{FF2B5EF4-FFF2-40B4-BE49-F238E27FC236}">
                <a16:creationId xmlns:a16="http://schemas.microsoft.com/office/drawing/2014/main" id="{474CB198-48BB-476F-A079-6FEEF248594F}"/>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5" name="dpbrem-diagram-caption">
            <a:extLst xmlns:a="http://schemas.openxmlformats.org/drawingml/2006/main">
              <a:ext uri="{FF2B5EF4-FFF2-40B4-BE49-F238E27FC236}">
                <a16:creationId xmlns:a16="http://schemas.microsoft.com/office/drawing/2014/main" id="{304FF422-399D-488C-86A5-C3218CCD629C}"/>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06e66cf2024b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65cdc68df048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3"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474E65B7-9F36-4F14-B825-D5ECBC8BB24D}"/>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4926BAA4-116F-4D15-B5A8-21E966EF0023}"/>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3860DC46-7C52-41B9-B093-D75585B66F11}"/>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2CEBA95-A0E4-4643-9B12-90CD755FD4DE}"/>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BC1D5E43-26D9-4CFA-9672-5CF543780336}"/>
              </a:ext>
            </a:extLst>
          </p:cNvPr>
          <p:cNvSpPr>
            <a:spLocks xmlns:a="http://schemas.openxmlformats.org/drawingml/2006/main" noGrp="1"/>
          </p:cNvSpPr>
          <p:nvPr/>
        </p:nvSpPr>
        <p:spPr>
          <a:xfrm xmlns:a="http://schemas.openxmlformats.org/drawingml/2006/main">
            <a:off x="666750" y="259080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B4DDDA49-256E-41FA-806F-BBFD268999F7}"/>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7BA4E4A9-352A-4955-8490-C771814ED90E}"/>
              </a:ext>
            </a:extLst>
          </p:cNvPr>
          <p:cNvSpPr>
            <a:spLocks xmlns:a="http://schemas.openxmlformats.org/drawingml/2006/main" noGrp="1"/>
          </p:cNvSpPr>
          <p:nvPr/>
        </p:nvSpPr>
        <p:spPr>
          <a:xfrm xmlns:a="http://schemas.openxmlformats.org/drawingml/2006/main">
            <a:off x="666750" y="4095750"/>
            <a:ext cx="642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923F6060-9C23-487B-BF5B-32404CE98D48}"/>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03F5FE23-6E1C-42DA-8B99-C8C99F22B0CD}"/>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AFC8E500-C196-4A30-A2BE-17429EFBF8F1}"/>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EFC48EAC-5C3B-49D1-9D01-96222BEDACBF}"/>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AF00F620-FD86-4032-ADF6-569118528BB4}"/>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648FBD35-F57A-4E88-8031-68450C5521AE}"/>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F9B793B3-ED89-498E-895E-54BEA2291A06}"/>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9F4A2DAF-EC6D-49BC-BE42-792FE912A6C1}"/>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0738574E-E860-41D6-AFD3-A5A7E4B4EFEC}"/>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b7e42a5c59e42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8a405b553c1402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63"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c878401d70f04ce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64"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6682fb0e396640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65"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cc185f78164a433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67"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e5dd553c87b74d36">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7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f9b3fcf77a1452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cf699ae64147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8b189d2241e947ed"/>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ede5c0d23e846c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8ae1311e8d84bb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b8ad50a17f042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7d4a145dd5342e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cd2334161034e9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7cd61352b443d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ecf56741d0b429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3a068eb5a847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b7c234cad44e8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74d4252d2af4f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3425fe1edd554a5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b0c3aae9cd984d8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2a35962d5cc043d4">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8a7003a81234abb">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6d996d86a149d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0091292bf464d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7e27cb161847b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0019c139ad845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8328c6a25e7648da"/>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176b7dc65284c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560e1cd2d341b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3fdbf3fa408e4fbb"/>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7fb2f3b9439c46e0"/>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10"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4e31b50de0d44a8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1"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912e865aaae845b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2"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c29f4d592cef431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14"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09944af8429e45d8">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16"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2f3aa5e2d2f4f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913999895be43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7c7c573d6b54b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2db13a161943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70f5d5278b40e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cd51e1865e40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f8b20d73b464d1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a89d464554f47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1a0c9761eeb40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3ad89549854b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7251253ff8043d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c3da70b6ef745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5c9a0bbc864a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31bdf2509c43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ca424bab5d47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8fb467bd144cc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c7a5817c5294b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d041e98ea84f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0985156ebf734141">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0c65db8da84047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ce7951f1afb3438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aed865a003488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2026-09-24T02:02:58.1850000Z</dcterms:created>
  <dcterms:modified xsi:type="dcterms:W3CDTF">2026-09-24T02:02:58.1850000Z</dcterms:modified>
</coreProperties>
</file>