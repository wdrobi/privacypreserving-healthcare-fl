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ab81d9284342f9" /><Relationship Type="http://schemas.openxmlformats.org/officeDocument/2006/relationships/extended-properties" Target="/docProps/app.xml" Id="R710c67d494c046ca" /><Relationship Type="http://schemas.openxmlformats.org/officeDocument/2006/relationships/officeDocument" Target="/ppt/presentation.xml" Id="R75ff78050b1b4fa8" /></Relationships>
</file>

<file path=ppt/presentation.xml><?xml version="1.0" encoding="utf-8"?>
<p:presentation xmlns:p="http://schemas.openxmlformats.org/presentationml/2006/main">
  <p:sldMasterIdLst>
    <p:sldMasterId xmlns:r="http://schemas.openxmlformats.org/officeDocument/2006/relationships" id="2147483648" r:id="R288f70c26141453e"/>
  </p:sldMasterIdLst>
  <p:notesMasterIdLst>
    <p:notesMasterId xmlns:r="http://schemas.openxmlformats.org/officeDocument/2006/relationships" r:id="Rc2c2dc2c0c5f4fd2"/>
  </p:notesMasterIdLst>
  <p:sldIdLst>
    <p:sldId xmlns:r="http://schemas.openxmlformats.org/officeDocument/2006/relationships" id="256" r:id="Rf78ed09a01454df2"/>
    <p:sldId xmlns:r="http://schemas.openxmlformats.org/officeDocument/2006/relationships" id="257" r:id="Rc6f2861e8e2543cf"/>
    <p:sldId xmlns:r="http://schemas.openxmlformats.org/officeDocument/2006/relationships" id="258" r:id="Rb985475a4b7b4e40"/>
    <p:sldId xmlns:r="http://schemas.openxmlformats.org/officeDocument/2006/relationships" id="259" r:id="R656d6728fb854be5"/>
    <p:sldId xmlns:r="http://schemas.openxmlformats.org/officeDocument/2006/relationships" id="260" r:id="R258bec8faa2b428c"/>
    <p:sldId xmlns:r="http://schemas.openxmlformats.org/officeDocument/2006/relationships" id="261" r:id="R7335340f85724130"/>
    <p:sldId xmlns:r="http://schemas.openxmlformats.org/officeDocument/2006/relationships" id="262" r:id="R6d7a91fd47674e8e"/>
    <p:sldId xmlns:r="http://schemas.openxmlformats.org/officeDocument/2006/relationships" id="263" r:id="Rac684a0410144e44"/>
    <p:sldId xmlns:r="http://schemas.openxmlformats.org/officeDocument/2006/relationships" id="264" r:id="R6ea7d5f55cda4bdc"/>
    <p:sldId xmlns:r="http://schemas.openxmlformats.org/officeDocument/2006/relationships" id="265" r:id="Reaf65b1239f84261"/>
    <p:sldId xmlns:r="http://schemas.openxmlformats.org/officeDocument/2006/relationships" id="266" r:id="R7b431698abbd4bd8"/>
    <p:sldId xmlns:r="http://schemas.openxmlformats.org/officeDocument/2006/relationships" id="267" r:id="Rda8b81245a3441f3"/>
    <p:sldId xmlns:r="http://schemas.openxmlformats.org/officeDocument/2006/relationships" id="268" r:id="R223239e434614ec2"/>
    <p:sldId xmlns:r="http://schemas.openxmlformats.org/officeDocument/2006/relationships" id="269" r:id="Re98a8ddb064f4c51"/>
    <p:sldId xmlns:r="http://schemas.openxmlformats.org/officeDocument/2006/relationships" id="270" r:id="R44fa35f3def4488c"/>
    <p:sldId xmlns:r="http://schemas.openxmlformats.org/officeDocument/2006/relationships" id="271" r:id="R89873494eede4929"/>
    <p:sldId xmlns:r="http://schemas.openxmlformats.org/officeDocument/2006/relationships" id="272" r:id="Rcc5bcf5217d94eac"/>
    <p:sldId xmlns:r="http://schemas.openxmlformats.org/officeDocument/2006/relationships" id="273" r:id="Rf469e26886c643d0"/>
    <p:sldId xmlns:r="http://schemas.openxmlformats.org/officeDocument/2006/relationships" id="274" r:id="Rf37dec95d8b54003"/>
    <p:sldId xmlns:r="http://schemas.openxmlformats.org/officeDocument/2006/relationships" id="275" r:id="R9dd47fd9c6c64616"/>
    <p:sldId xmlns:r="http://schemas.openxmlformats.org/officeDocument/2006/relationships" id="276" r:id="Rb0f73d05905a4b20"/>
    <p:sldId xmlns:r="http://schemas.openxmlformats.org/officeDocument/2006/relationships" id="277" r:id="R9343c18bcd9a4e2a"/>
    <p:sldId xmlns:r="http://schemas.openxmlformats.org/officeDocument/2006/relationships" id="278" r:id="Rcb52af55180545ae"/>
    <p:sldId xmlns:r="http://schemas.openxmlformats.org/officeDocument/2006/relationships" id="279" r:id="Rae7fa6dbefab4773"/>
    <p:sldId xmlns:r="http://schemas.openxmlformats.org/officeDocument/2006/relationships" id="280" r:id="R9354c51ca1e74703"/>
    <p:sldId xmlns:r="http://schemas.openxmlformats.org/officeDocument/2006/relationships" id="281" r:id="R04cf288f3db24cbb"/>
    <p:sldId xmlns:r="http://schemas.openxmlformats.org/officeDocument/2006/relationships" id="282" r:id="R05b86e415cb24724"/>
    <p:sldId xmlns:r="http://schemas.openxmlformats.org/officeDocument/2006/relationships" id="283" r:id="R1471db9ee8924b76"/>
    <p:sldId xmlns:r="http://schemas.openxmlformats.org/officeDocument/2006/relationships" id="284" r:id="R261007ba1e4e4f8a"/>
    <p:sldId xmlns:r="http://schemas.openxmlformats.org/officeDocument/2006/relationships" id="285" r:id="Rc6b86f2708a44b59"/>
    <p:sldId xmlns:r="http://schemas.openxmlformats.org/officeDocument/2006/relationships" id="286" r:id="R405f7b73581f4dc7"/>
    <p:sldId xmlns:r="http://schemas.openxmlformats.org/officeDocument/2006/relationships" id="287" r:id="R9cfe9680d74d4481"/>
    <p:sldId xmlns:r="http://schemas.openxmlformats.org/officeDocument/2006/relationships" id="288" r:id="R2cb03ee553e84695"/>
    <p:sldId xmlns:r="http://schemas.openxmlformats.org/officeDocument/2006/relationships" id="289" r:id="R6cc4c277d2624734"/>
    <p:sldId xmlns:r="http://schemas.openxmlformats.org/officeDocument/2006/relationships" id="290" r:id="Rbc2fcfadb2334be0"/>
    <p:sldId xmlns:r="http://schemas.openxmlformats.org/officeDocument/2006/relationships" id="291" r:id="R372d6d147e67438c"/>
    <p:sldId xmlns:r="http://schemas.openxmlformats.org/officeDocument/2006/relationships" id="292" r:id="R0f93bf2b713d4f02"/>
    <p:sldId xmlns:r="http://schemas.openxmlformats.org/officeDocument/2006/relationships" id="293" r:id="R449a5141a03a48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f2f38a7deb74f41" /><Relationship Type="http://schemas.openxmlformats.org/officeDocument/2006/relationships/slideMaster" Target="/ppt/slideMasters/slideMaster1.xml" Id="R288f70c26141453e" /><Relationship Type="http://schemas.openxmlformats.org/officeDocument/2006/relationships/notesMaster" Target="/ppt/notesMasters/notesMaster1.xml" Id="Rc2c2dc2c0c5f4fd2" /><Relationship Type="http://schemas.openxmlformats.org/officeDocument/2006/relationships/presProps" Target="/ppt/presProps.xml" Id="R3816aaaf47704306" /><Relationship Type="http://schemas.openxmlformats.org/officeDocument/2006/relationships/viewProps" Target="/ppt/viewProps.xml" Id="R4a95b4ad2d6f4331" /><Relationship Type="http://schemas.openxmlformats.org/officeDocument/2006/relationships/tableStyles" Target="/ppt/tableStyles.xml" Id="R7e1c7f5a862a4b76" /><Relationship Type="http://schemas.openxmlformats.org/officeDocument/2006/relationships/slide" Target="/ppt/slides/slide1.xml" Id="Rf78ed09a01454df2" /><Relationship Type="http://schemas.openxmlformats.org/officeDocument/2006/relationships/slide" Target="/ppt/slides/slide2.xml" Id="Rc6f2861e8e2543cf" /><Relationship Type="http://schemas.openxmlformats.org/officeDocument/2006/relationships/slide" Target="/ppt/slides/slide3.xml" Id="Rb985475a4b7b4e40" /><Relationship Type="http://schemas.openxmlformats.org/officeDocument/2006/relationships/slide" Target="/ppt/slides/slide4.xml" Id="R656d6728fb854be5" /><Relationship Type="http://schemas.openxmlformats.org/officeDocument/2006/relationships/slide" Target="/ppt/slides/slide5.xml" Id="R258bec8faa2b428c" /><Relationship Type="http://schemas.openxmlformats.org/officeDocument/2006/relationships/slide" Target="/ppt/slides/slide6.xml" Id="R7335340f85724130" /><Relationship Type="http://schemas.openxmlformats.org/officeDocument/2006/relationships/slide" Target="/ppt/slides/slide7.xml" Id="R6d7a91fd47674e8e" /><Relationship Type="http://schemas.openxmlformats.org/officeDocument/2006/relationships/slide" Target="/ppt/slides/slide8.xml" Id="Rac684a0410144e44" /><Relationship Type="http://schemas.openxmlformats.org/officeDocument/2006/relationships/slide" Target="/ppt/slides/slide9.xml" Id="R6ea7d5f55cda4bdc" /><Relationship Type="http://schemas.openxmlformats.org/officeDocument/2006/relationships/slide" Target="/ppt/slides/slide10.xml" Id="Reaf65b1239f84261" /><Relationship Type="http://schemas.openxmlformats.org/officeDocument/2006/relationships/slide" Target="/ppt/slides/slide11.xml" Id="R7b431698abbd4bd8" /><Relationship Type="http://schemas.openxmlformats.org/officeDocument/2006/relationships/slide" Target="/ppt/slides/slide12.xml" Id="Rda8b81245a3441f3" /><Relationship Type="http://schemas.openxmlformats.org/officeDocument/2006/relationships/slide" Target="/ppt/slides/slide13.xml" Id="R223239e434614ec2" /><Relationship Type="http://schemas.openxmlformats.org/officeDocument/2006/relationships/slide" Target="/ppt/slides/slide14.xml" Id="Re98a8ddb064f4c51" /><Relationship Type="http://schemas.openxmlformats.org/officeDocument/2006/relationships/slide" Target="/ppt/slides/slide15.xml" Id="R44fa35f3def4488c" /><Relationship Type="http://schemas.openxmlformats.org/officeDocument/2006/relationships/slide" Target="/ppt/slides/slide16.xml" Id="R89873494eede4929" /><Relationship Type="http://schemas.openxmlformats.org/officeDocument/2006/relationships/slide" Target="/ppt/slides/slide17.xml" Id="Rcc5bcf5217d94eac" /><Relationship Type="http://schemas.openxmlformats.org/officeDocument/2006/relationships/slide" Target="/ppt/slides/slide18.xml" Id="Rf469e26886c643d0" /><Relationship Type="http://schemas.openxmlformats.org/officeDocument/2006/relationships/slide" Target="/ppt/slides/slide19.xml" Id="Rf37dec95d8b54003" /><Relationship Type="http://schemas.openxmlformats.org/officeDocument/2006/relationships/slide" Target="/ppt/slides/slide20.xml" Id="R9dd47fd9c6c64616" /><Relationship Type="http://schemas.openxmlformats.org/officeDocument/2006/relationships/slide" Target="/ppt/slides/slide21.xml" Id="Rb0f73d05905a4b20" /><Relationship Type="http://schemas.openxmlformats.org/officeDocument/2006/relationships/slide" Target="/ppt/slides/slide22.xml" Id="R9343c18bcd9a4e2a" /><Relationship Type="http://schemas.openxmlformats.org/officeDocument/2006/relationships/slide" Target="/ppt/slides/slide23.xml" Id="Rcb52af55180545ae" /><Relationship Type="http://schemas.openxmlformats.org/officeDocument/2006/relationships/slide" Target="/ppt/slides/slide24.xml" Id="Rae7fa6dbefab4773" /><Relationship Type="http://schemas.openxmlformats.org/officeDocument/2006/relationships/slide" Target="/ppt/slides/slide25.xml" Id="R9354c51ca1e74703" /><Relationship Type="http://schemas.openxmlformats.org/officeDocument/2006/relationships/slide" Target="/ppt/slides/slide26.xml" Id="R04cf288f3db24cbb" /><Relationship Type="http://schemas.openxmlformats.org/officeDocument/2006/relationships/slide" Target="/ppt/slides/slide27.xml" Id="R05b86e415cb24724" /><Relationship Type="http://schemas.openxmlformats.org/officeDocument/2006/relationships/slide" Target="/ppt/slides/slide28.xml" Id="R1471db9ee8924b76" /><Relationship Type="http://schemas.openxmlformats.org/officeDocument/2006/relationships/slide" Target="/ppt/slides/slide29.xml" Id="R261007ba1e4e4f8a" /><Relationship Type="http://schemas.openxmlformats.org/officeDocument/2006/relationships/slide" Target="/ppt/slides/slide30.xml" Id="Rc6b86f2708a44b59" /><Relationship Type="http://schemas.openxmlformats.org/officeDocument/2006/relationships/slide" Target="/ppt/slides/slide31.xml" Id="R405f7b73581f4dc7" /><Relationship Type="http://schemas.openxmlformats.org/officeDocument/2006/relationships/slide" Target="/ppt/slides/slide32.xml" Id="R9cfe9680d74d4481" /><Relationship Type="http://schemas.openxmlformats.org/officeDocument/2006/relationships/slide" Target="/ppt/slides/slide33.xml" Id="R2cb03ee553e84695" /><Relationship Type="http://schemas.openxmlformats.org/officeDocument/2006/relationships/slide" Target="/ppt/slides/slide34.xml" Id="R6cc4c277d2624734" /><Relationship Type="http://schemas.openxmlformats.org/officeDocument/2006/relationships/slide" Target="/ppt/slides/slide35.xml" Id="Rbc2fcfadb2334be0" /><Relationship Type="http://schemas.openxmlformats.org/officeDocument/2006/relationships/slide" Target="/ppt/slides/slide36.xml" Id="R372d6d147e67438c" /><Relationship Type="http://schemas.openxmlformats.org/officeDocument/2006/relationships/slide" Target="/ppt/slides/slide37.xml" Id="R0f93bf2b713d4f02" /><Relationship Type="http://schemas.openxmlformats.org/officeDocument/2006/relationships/slide" Target="/ppt/slides/slide38.xml" Id="R449a5141a03a48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92f4ec27304d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307637972e4c1e" /><Relationship Type="http://schemas.openxmlformats.org/officeDocument/2006/relationships/notesMaster" Target="/ppt/notesMasters/notesMaster1.xml" Id="Rde18f655635746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0b09995eaa4b5f" /><Relationship Type="http://schemas.openxmlformats.org/officeDocument/2006/relationships/notesMaster" Target="/ppt/notesMasters/notesMaster1.xml" Id="R9c9b38cb07f342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d6354b76b84c64" /><Relationship Type="http://schemas.openxmlformats.org/officeDocument/2006/relationships/notesMaster" Target="/ppt/notesMasters/notesMaster1.xml" Id="Reb5263b64f6b4b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d61a9969254cec" /><Relationship Type="http://schemas.openxmlformats.org/officeDocument/2006/relationships/notesMaster" Target="/ppt/notesMasters/notesMaster1.xml" Id="R65f23a492a1949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8572a57aae498e" /><Relationship Type="http://schemas.openxmlformats.org/officeDocument/2006/relationships/notesMaster" Target="/ppt/notesMasters/notesMaster1.xml" Id="R40f663b0eac04d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2fd2aa6a6045db" /><Relationship Type="http://schemas.openxmlformats.org/officeDocument/2006/relationships/notesMaster" Target="/ppt/notesMasters/notesMaster1.xml" Id="R7c092695f7184d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24f9d30e9d466c" /><Relationship Type="http://schemas.openxmlformats.org/officeDocument/2006/relationships/notesMaster" Target="/ppt/notesMasters/notesMaster1.xml" Id="Rf763f26c37bc4e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1e5871062c45d3" /><Relationship Type="http://schemas.openxmlformats.org/officeDocument/2006/relationships/notesMaster" Target="/ppt/notesMasters/notesMaster1.xml" Id="R86c66078875a4e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cbc8c536a74c17" /><Relationship Type="http://schemas.openxmlformats.org/officeDocument/2006/relationships/notesMaster" Target="/ppt/notesMasters/notesMaster1.xml" Id="R68ba492f5bba44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7384877263475c" /><Relationship Type="http://schemas.openxmlformats.org/officeDocument/2006/relationships/notesMaster" Target="/ppt/notesMasters/notesMaster1.xml" Id="Re3050d46d3dd48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b2b2cd737e453f" /><Relationship Type="http://schemas.openxmlformats.org/officeDocument/2006/relationships/notesMaster" Target="/ppt/notesMasters/notesMaster1.xml" Id="Rd4aa68e34d5843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b10d5fc4ab4653" /><Relationship Type="http://schemas.openxmlformats.org/officeDocument/2006/relationships/notesMaster" Target="/ppt/notesMasters/notesMaster1.xml" Id="R1aebff9cb40e4b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b5854725bb4df8" /><Relationship Type="http://schemas.openxmlformats.org/officeDocument/2006/relationships/notesMaster" Target="/ppt/notesMasters/notesMaster1.xml" Id="Rb497deded1b443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753ef251b3416f" /><Relationship Type="http://schemas.openxmlformats.org/officeDocument/2006/relationships/notesMaster" Target="/ppt/notesMasters/notesMaster1.xml" Id="R94a51cd9199b41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9c358cf6e047f8" /><Relationship Type="http://schemas.openxmlformats.org/officeDocument/2006/relationships/notesMaster" Target="/ppt/notesMasters/notesMaster1.xml" Id="R8c82b7519fbc437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85ecd6d38de4e4f" /><Relationship Type="http://schemas.openxmlformats.org/officeDocument/2006/relationships/notesMaster" Target="/ppt/notesMasters/notesMaster1.xml" Id="Rddcf9d2cccee4ea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a15db11aaf477d" /><Relationship Type="http://schemas.openxmlformats.org/officeDocument/2006/relationships/notesMaster" Target="/ppt/notesMasters/notesMaster1.xml" Id="Rfb2b96a6f56342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f6f0c4d264042ca" /><Relationship Type="http://schemas.openxmlformats.org/officeDocument/2006/relationships/notesMaster" Target="/ppt/notesMasters/notesMaster1.xml" Id="R3943af9f33dd485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ee2cac373d34ac6" /><Relationship Type="http://schemas.openxmlformats.org/officeDocument/2006/relationships/notesMaster" Target="/ppt/notesMasters/notesMaster1.xml" Id="Rc4c3b427394f4b4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4a7197f3e5341c3" /><Relationship Type="http://schemas.openxmlformats.org/officeDocument/2006/relationships/notesMaster" Target="/ppt/notesMasters/notesMaster1.xml" Id="R8eac7fa83dae4c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d2516c34ef34882" /><Relationship Type="http://schemas.openxmlformats.org/officeDocument/2006/relationships/notesMaster" Target="/ppt/notesMasters/notesMaster1.xml" Id="R9e40cd672b2240c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95e3390bc7643b8" /><Relationship Type="http://schemas.openxmlformats.org/officeDocument/2006/relationships/notesMaster" Target="/ppt/notesMasters/notesMaster1.xml" Id="Rf0588fc5cba1424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594e125b3c44532" /><Relationship Type="http://schemas.openxmlformats.org/officeDocument/2006/relationships/notesMaster" Target="/ppt/notesMasters/notesMaster1.xml" Id="Rec093da58aae4bc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520a38a38804509" /><Relationship Type="http://schemas.openxmlformats.org/officeDocument/2006/relationships/notesMaster" Target="/ppt/notesMasters/notesMaster1.xml" Id="Ra0fcfea659b94b0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00feadbbd4341f9" /><Relationship Type="http://schemas.openxmlformats.org/officeDocument/2006/relationships/notesMaster" Target="/ppt/notesMasters/notesMaster1.xml" Id="R6d9dd5ce13694db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2c74b7ae6a240e7" /><Relationship Type="http://schemas.openxmlformats.org/officeDocument/2006/relationships/notesMaster" Target="/ppt/notesMasters/notesMaster1.xml" Id="R71a86366963f426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ad98d1c4d0c4fc0" /><Relationship Type="http://schemas.openxmlformats.org/officeDocument/2006/relationships/notesMaster" Target="/ppt/notesMasters/notesMaster1.xml" Id="Re8091382c826469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8c936d8a6624196" /><Relationship Type="http://schemas.openxmlformats.org/officeDocument/2006/relationships/notesMaster" Target="/ppt/notesMasters/notesMaster1.xml" Id="R6c6ba647de1b49d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9314368fb914365" /><Relationship Type="http://schemas.openxmlformats.org/officeDocument/2006/relationships/notesMaster" Target="/ppt/notesMasters/notesMaster1.xml" Id="R76190fff41fd4cc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61ccfc5a54d4555" /><Relationship Type="http://schemas.openxmlformats.org/officeDocument/2006/relationships/notesMaster" Target="/ppt/notesMasters/notesMaster1.xml" Id="Ref8815a1c0cd44e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9aee6671c5341e6" /><Relationship Type="http://schemas.openxmlformats.org/officeDocument/2006/relationships/notesMaster" Target="/ppt/notesMasters/notesMaster1.xml" Id="R8b2e0e1aeb984b9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baf989071fb4262" /><Relationship Type="http://schemas.openxmlformats.org/officeDocument/2006/relationships/notesMaster" Target="/ppt/notesMasters/notesMaster1.xml" Id="Rbdd6ed65fded4ee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44053b967624286" /><Relationship Type="http://schemas.openxmlformats.org/officeDocument/2006/relationships/notesMaster" Target="/ppt/notesMasters/notesMaster1.xml" Id="R77c9d0627638446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9104c5e0ff84fbf" /><Relationship Type="http://schemas.openxmlformats.org/officeDocument/2006/relationships/notesMaster" Target="/ppt/notesMasters/notesMaster1.xml" Id="R17f0acef7e0243b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4417facdc8343c7" /><Relationship Type="http://schemas.openxmlformats.org/officeDocument/2006/relationships/notesMaster" Target="/ppt/notesMasters/notesMaster1.xml" Id="R47def69e993d45a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d0bc0bcae4e4d9c" /><Relationship Type="http://schemas.openxmlformats.org/officeDocument/2006/relationships/notesMaster" Target="/ppt/notesMasters/notesMaster1.xml" Id="R7c49515c3ab3464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7aaac50308e4658" /><Relationship Type="http://schemas.openxmlformats.org/officeDocument/2006/relationships/notesMaster" Target="/ppt/notesMasters/notesMaster1.xml" Id="R665a05c7020e451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e160c9dbda54f65" /><Relationship Type="http://schemas.openxmlformats.org/officeDocument/2006/relationships/notesMaster" Target="/ppt/notesMasters/notesMaster1.xml" Id="R36d95e39b6c443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cf1c072e5c40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042e0981274b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55eab6d8d594f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e3ccfdd126b48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f6e1a98a2b48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fe1f7491b841d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62517454aa6428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cb87787b5a74e6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2b692a8362e412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0c6fa2d66ec465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0568509c13f44e3"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15"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11"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b940e006584bf3" /><Relationship Type="http://schemas.openxmlformats.org/officeDocument/2006/relationships/slideLayout" Target="/ppt/slideLayouts/slideLayout1.xml" Id="Redd2b07532a4495c" /><Relationship Type="http://schemas.openxmlformats.org/officeDocument/2006/relationships/slideLayout" Target="/ppt/slideLayouts/slideLayout2.xml" Id="R830be1447dfb4a2b" /><Relationship Type="http://schemas.openxmlformats.org/officeDocument/2006/relationships/slideLayout" Target="/ppt/slideLayouts/slideLayout3.xml" Id="R42688c97598b4c00" /><Relationship Type="http://schemas.openxmlformats.org/officeDocument/2006/relationships/slideLayout" Target="/ppt/slideLayouts/slideLayout4.xml" Id="R113dfca60c2946ae" /><Relationship Type="http://schemas.openxmlformats.org/officeDocument/2006/relationships/slideLayout" Target="/ppt/slideLayouts/slideLayout5.xml" Id="Re20fe14ded7e4067" /><Relationship Type="http://schemas.openxmlformats.org/officeDocument/2006/relationships/slideLayout" Target="/ppt/slideLayouts/slideLayout6.xml" Id="R2dbfaf2d66744190" /><Relationship Type="http://schemas.openxmlformats.org/officeDocument/2006/relationships/slideLayout" Target="/ppt/slideLayouts/slideLayout7.xml" Id="R22b37c362c864be2" /><Relationship Type="http://schemas.openxmlformats.org/officeDocument/2006/relationships/slideLayout" Target="/ppt/slideLayouts/slideLayout8.xml" Id="R925847d0b4d64709" /><Relationship Type="http://schemas.openxmlformats.org/officeDocument/2006/relationships/slideLayout" Target="/ppt/slideLayouts/slideLayout9.xml" Id="Rcd918859380841f8" /><Relationship Type="http://schemas.openxmlformats.org/officeDocument/2006/relationships/slideLayout" Target="/ppt/slideLayouts/slideLayout10.xml" Id="Rf1818ca2e05341a6" /><Relationship Type="http://schemas.openxmlformats.org/officeDocument/2006/relationships/slideLayout" Target="/ppt/slideLayouts/slideLayout11.xml" Id="R387ff91113f244d7"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dd2b07532a4495c"/>
    <p:sldLayoutId xmlns:r="http://schemas.openxmlformats.org/officeDocument/2006/relationships" id="2147483650" r:id="R830be1447dfb4a2b"/>
    <p:sldLayoutId xmlns:r="http://schemas.openxmlformats.org/officeDocument/2006/relationships" id="2147483651" r:id="R42688c97598b4c00"/>
    <p:sldLayoutId xmlns:r="http://schemas.openxmlformats.org/officeDocument/2006/relationships" id="2147483652" r:id="R113dfca60c2946ae"/>
    <p:sldLayoutId xmlns:r="http://schemas.openxmlformats.org/officeDocument/2006/relationships" id="2147483653" r:id="Re20fe14ded7e4067"/>
    <p:sldLayoutId xmlns:r="http://schemas.openxmlformats.org/officeDocument/2006/relationships" id="2147483654" r:id="R2dbfaf2d66744190"/>
    <p:sldLayoutId xmlns:r="http://schemas.openxmlformats.org/officeDocument/2006/relationships" id="2147483655" r:id="R22b37c362c864be2"/>
    <p:sldLayoutId xmlns:r="http://schemas.openxmlformats.org/officeDocument/2006/relationships" id="2147483656" r:id="R925847d0b4d64709"/>
    <p:sldLayoutId xmlns:r="http://schemas.openxmlformats.org/officeDocument/2006/relationships" id="2147483657" r:id="Rcd918859380841f8"/>
    <p:sldLayoutId xmlns:r="http://schemas.openxmlformats.org/officeDocument/2006/relationships" id="2147483658" r:id="Rf1818ca2e05341a6"/>
    <p:sldLayoutId xmlns:r="http://schemas.openxmlformats.org/officeDocument/2006/relationships" id="2147483659" r:id="R387ff91113f244d7"/>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99a87d12ae4257" /><Relationship Type="http://schemas.openxmlformats.org/officeDocument/2006/relationships/image" Target="/ppt/media/image.png" Id="Rddd264ccb32941dd" /><Relationship Type="http://schemas.openxmlformats.org/officeDocument/2006/relationships/image" Target="/ppt/media/image2.png" Id="R227edaa9fd534995" /><Relationship Type="http://schemas.openxmlformats.org/officeDocument/2006/relationships/notesSlide" Target="/ppt/notesSlides/notesSlide1.xml" Id="R5d7afb9b65b047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7fe531439b4c05" /><Relationship Type="http://schemas.openxmlformats.org/officeDocument/2006/relationships/image" Target="/ppt/media/image.jpeg" Id="Rced57cd0016d497f" /><Relationship Type="http://schemas.openxmlformats.org/officeDocument/2006/relationships/image" Target="/ppt/media/image3.png" Id="R8bb2f65ef2ab40b7" /><Relationship Type="http://schemas.openxmlformats.org/officeDocument/2006/relationships/notesSlide" Target="/ppt/notesSlides/notesSlide2.xml" Id="R536f566539f74b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88f6c6c7af046b5" /><Relationship Type="http://schemas.openxmlformats.org/officeDocument/2006/relationships/image" Target="/ppt/media/image2.jpeg" Id="Rf264fa63627c45c1" /><Relationship Type="http://schemas.openxmlformats.org/officeDocument/2006/relationships/image" Target="/ppt/media/image2.png" Id="Ree272383b479422a" /><Relationship Type="http://schemas.openxmlformats.org/officeDocument/2006/relationships/image" Target="/ppt/media/image4.png" Id="Ree8a7da4b91d4879" /><Relationship Type="http://schemas.openxmlformats.org/officeDocument/2006/relationships/image" Target="/ppt/media/image5.png" Id="R0476207837044fc4" /><Relationship Type="http://schemas.openxmlformats.org/officeDocument/2006/relationships/notesSlide" Target="/ppt/notesSlides/notesSlide3.xml" Id="Re489e396d72546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56e33fd57a45fb" /><Relationship Type="http://schemas.openxmlformats.org/officeDocument/2006/relationships/image" Target="/ppt/media/image2.jpeg" Id="Rc788041f00f44fe3" /><Relationship Type="http://schemas.openxmlformats.org/officeDocument/2006/relationships/image" Target="/ppt/media/image2.png" Id="R49b3e27811704a35" /><Relationship Type="http://schemas.openxmlformats.org/officeDocument/2006/relationships/image" Target="/ppt/media/image6.png" Id="Ra2abd79d3ac84ef1" /><Relationship Type="http://schemas.openxmlformats.org/officeDocument/2006/relationships/notesSlide" Target="/ppt/notesSlides/notesSlide4.xml" Id="R07178ad80f184f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321fde2b1643dd" /><Relationship Type="http://schemas.openxmlformats.org/officeDocument/2006/relationships/image" Target="/ppt/media/image2.jpeg" Id="Rc0811d600fd64ca3" /><Relationship Type="http://schemas.openxmlformats.org/officeDocument/2006/relationships/image" Target="/ppt/media/image2.png" Id="R7b80a0125d0d4db8" /><Relationship Type="http://schemas.openxmlformats.org/officeDocument/2006/relationships/notesSlide" Target="/ppt/notesSlides/notesSlide5.xml" Id="R8737e9020abf4b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2b80185f454908" /><Relationship Type="http://schemas.openxmlformats.org/officeDocument/2006/relationships/image" Target="/ppt/media/image2.jpeg" Id="R304bc4d75a4842a7" /><Relationship Type="http://schemas.openxmlformats.org/officeDocument/2006/relationships/image" Target="/ppt/media/image2.png" Id="R3e029d7139e143c6" /><Relationship Type="http://schemas.openxmlformats.org/officeDocument/2006/relationships/notesSlide" Target="/ppt/notesSlides/notesSlide6.xml" Id="R14c4fc76517146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92d6e12a2444fe" /><Relationship Type="http://schemas.openxmlformats.org/officeDocument/2006/relationships/image" Target="/ppt/media/image2.jpeg" Id="Rc0f67e8b84144842" /><Relationship Type="http://schemas.openxmlformats.org/officeDocument/2006/relationships/image" Target="/ppt/media/image2.png" Id="Rfb0e7f771fab460c" /><Relationship Type="http://schemas.openxmlformats.org/officeDocument/2006/relationships/chart" Target="/ppt/slides/charts/chart1.xml" Id="Rc92f47ee27264a1d" /><Relationship Type="http://schemas.openxmlformats.org/officeDocument/2006/relationships/notesSlide" Target="/ppt/notesSlides/notesSlide7.xml" Id="R98d5e4af2e0347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c21aa8e8a14e32" /><Relationship Type="http://schemas.openxmlformats.org/officeDocument/2006/relationships/image" Target="/ppt/media/image2.jpeg" Id="R733c11a4f6ee40a4" /><Relationship Type="http://schemas.openxmlformats.org/officeDocument/2006/relationships/image" Target="/ppt/media/image2.png" Id="R256b564928cb4213" /><Relationship Type="http://schemas.openxmlformats.org/officeDocument/2006/relationships/notesSlide" Target="/ppt/notesSlides/notesSlide8.xml" Id="R9d0d4343d3314f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52137cd9d3b45f9" /><Relationship Type="http://schemas.openxmlformats.org/officeDocument/2006/relationships/image" Target="/ppt/media/image2.jpeg" Id="Rf1c54081bd184b5e" /><Relationship Type="http://schemas.openxmlformats.org/officeDocument/2006/relationships/image" Target="/ppt/media/image2.png" Id="R94f79beb91ce43e0" /><Relationship Type="http://schemas.openxmlformats.org/officeDocument/2006/relationships/notesSlide" Target="/ppt/notesSlides/notesSlide9.xml" Id="Rd14bb4fef73148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4ef4dbfdbb04b68" /><Relationship Type="http://schemas.openxmlformats.org/officeDocument/2006/relationships/image" Target="/ppt/media/image2.jpeg" Id="R99314a5a6591481e" /><Relationship Type="http://schemas.openxmlformats.org/officeDocument/2006/relationships/image" Target="/ppt/media/image2.png" Id="R16bead6c7c7940ed" /><Relationship Type="http://schemas.openxmlformats.org/officeDocument/2006/relationships/image" Target="/ppt/media/image4.png" Id="Rb93ccb26f677499a" /><Relationship Type="http://schemas.openxmlformats.org/officeDocument/2006/relationships/image" Target="/ppt/media/image7.png" Id="Radec459883f44a19" /><Relationship Type="http://schemas.openxmlformats.org/officeDocument/2006/relationships/notesSlide" Target="/ppt/notesSlides/notesSlide10.xml" Id="R9f54cf5b473344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1ea28035b34fe3" /><Relationship Type="http://schemas.openxmlformats.org/officeDocument/2006/relationships/image" Target="/ppt/media/image2.jpeg" Id="Ra6dafed147474f5f" /><Relationship Type="http://schemas.openxmlformats.org/officeDocument/2006/relationships/image" Target="/ppt/media/image2.png" Id="R093d7265dcc64005" /><Relationship Type="http://schemas.openxmlformats.org/officeDocument/2006/relationships/notesSlide" Target="/ppt/notesSlides/notesSlide11.xml" Id="R1628c989b4bb44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5894ebddd2494c" /><Relationship Type="http://schemas.openxmlformats.org/officeDocument/2006/relationships/image" Target="/ppt/media/image3.jpeg" Id="R8c0f202bf9804ee7" /><Relationship Type="http://schemas.openxmlformats.org/officeDocument/2006/relationships/image" Target="/ppt/media/image8.png" Id="R163fe50d26d9477e" /><Relationship Type="http://schemas.openxmlformats.org/officeDocument/2006/relationships/notesSlide" Target="/ppt/notesSlides/notesSlide12.xml" Id="Re5d60fe617384a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29f3688343246c7" /><Relationship Type="http://schemas.openxmlformats.org/officeDocument/2006/relationships/image" Target="/ppt/media/image2.jpeg" Id="R692154403dc14976" /><Relationship Type="http://schemas.openxmlformats.org/officeDocument/2006/relationships/image" Target="/ppt/media/image2.png" Id="R518ee81c4ead4706" /><Relationship Type="http://schemas.openxmlformats.org/officeDocument/2006/relationships/notesSlide" Target="/ppt/notesSlides/notesSlide13.xml" Id="R3e35f89c046448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e99a09aff1d4414" /><Relationship Type="http://schemas.openxmlformats.org/officeDocument/2006/relationships/image" Target="/ppt/media/image2.jpeg" Id="R9fb68762d5974192" /><Relationship Type="http://schemas.openxmlformats.org/officeDocument/2006/relationships/image" Target="/ppt/media/image2.png" Id="Rf06d53e9aa5443f8" /><Relationship Type="http://schemas.openxmlformats.org/officeDocument/2006/relationships/image" Target="/ppt/media/image4.jpeg" Id="Rcbe61aa4d19f4cef" /><Relationship Type="http://schemas.openxmlformats.org/officeDocument/2006/relationships/image" Target="/ppt/media/image9.png" Id="Rc2ba297f182d4cce" /><Relationship Type="http://schemas.openxmlformats.org/officeDocument/2006/relationships/notesSlide" Target="/ppt/notesSlides/notesSlide14.xml" Id="R03811f76f32f4f4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b16a9c44c4449cd" /><Relationship Type="http://schemas.openxmlformats.org/officeDocument/2006/relationships/image" Target="/ppt/media/image2.jpeg" Id="Rafb9ba5c18aa4fc1" /><Relationship Type="http://schemas.openxmlformats.org/officeDocument/2006/relationships/image" Target="/ppt/media/image2.png" Id="R54558f4d57c5467f" /><Relationship Type="http://schemas.openxmlformats.org/officeDocument/2006/relationships/notesSlide" Target="/ppt/notesSlides/notesSlide15.xml" Id="R2f995e23c98945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2f1c7f28a03242bf" /><Relationship Type="http://schemas.openxmlformats.org/officeDocument/2006/relationships/image" Target="/ppt/media/image2.jpeg" Id="Rdbf91cd0a2a94b4e" /><Relationship Type="http://schemas.openxmlformats.org/officeDocument/2006/relationships/image" Target="/ppt/media/image2.png" Id="R686afb5e3bbf48d4" /><Relationship Type="http://schemas.openxmlformats.org/officeDocument/2006/relationships/image" Target="/ppt/media/image4.png" Id="R54dc94ef806f446d" /><Relationship Type="http://schemas.openxmlformats.org/officeDocument/2006/relationships/image" Target="/ppt/media/image10.png" Id="R8f1ea4a46272473c" /><Relationship Type="http://schemas.openxmlformats.org/officeDocument/2006/relationships/notesSlide" Target="/ppt/notesSlides/notesSlide16.xml" Id="Rcf5460cbd3614d0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6f26c7930f84223" /><Relationship Type="http://schemas.openxmlformats.org/officeDocument/2006/relationships/image" Target="/ppt/media/image2.jpeg" Id="R5066404318dc4e81" /><Relationship Type="http://schemas.openxmlformats.org/officeDocument/2006/relationships/image" Target="/ppt/media/image2.png" Id="Rd36d88f80df646e1" /><Relationship Type="http://schemas.openxmlformats.org/officeDocument/2006/relationships/image" Target="/ppt/media/image11.png" Id="R30f326b00fe54031" /><Relationship Type="http://schemas.openxmlformats.org/officeDocument/2006/relationships/image" Target="/ppt/media/image12.png" Id="R984375910e5a403a" /><Relationship Type="http://schemas.openxmlformats.org/officeDocument/2006/relationships/notesSlide" Target="/ppt/notesSlides/notesSlide17.xml" Id="R8d75e81e67a04b5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0fb9f5e4ff44daf" /><Relationship Type="http://schemas.openxmlformats.org/officeDocument/2006/relationships/image" Target="/ppt/media/image2.jpeg" Id="R0a4cd73d89ec4eb4" /><Relationship Type="http://schemas.openxmlformats.org/officeDocument/2006/relationships/image" Target="/ppt/media/image2.png" Id="Rf8b0cce3677b4c53" /><Relationship Type="http://schemas.openxmlformats.org/officeDocument/2006/relationships/image" Target="/ppt/media/image11.png" Id="R364ae8b7e17b430b" /><Relationship Type="http://schemas.openxmlformats.org/officeDocument/2006/relationships/image" Target="/ppt/media/image13.png" Id="R98438f6a896941c8" /><Relationship Type="http://schemas.openxmlformats.org/officeDocument/2006/relationships/image" Target="/ppt/media/image5.jpeg" Id="R513191b567c44190" /><Relationship Type="http://schemas.openxmlformats.org/officeDocument/2006/relationships/image" Target="/ppt/media/image14.png" Id="R7bf46cc61acc45d2" /><Relationship Type="http://schemas.openxmlformats.org/officeDocument/2006/relationships/notesSlide" Target="/ppt/notesSlides/notesSlide18.xml" Id="R1cc0ce5bc9a5470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f31ec208f34855" /><Relationship Type="http://schemas.openxmlformats.org/officeDocument/2006/relationships/image" Target="/ppt/media/image2.jpeg" Id="Rabda2e96209f41db" /><Relationship Type="http://schemas.openxmlformats.org/officeDocument/2006/relationships/image" Target="/ppt/media/image2.png" Id="Re6142aa75073495d" /><Relationship Type="http://schemas.openxmlformats.org/officeDocument/2006/relationships/notesSlide" Target="/ppt/notesSlides/notesSlide19.xml" Id="Rd7d94c806ea443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2b59155930747f9" /><Relationship Type="http://schemas.openxmlformats.org/officeDocument/2006/relationships/image" Target="/ppt/media/image2.jpeg" Id="R7bc3ff5ba70b47af" /><Relationship Type="http://schemas.openxmlformats.org/officeDocument/2006/relationships/image" Target="/ppt/media/image2.png" Id="R0ae5dcff50764f85" /><Relationship Type="http://schemas.openxmlformats.org/officeDocument/2006/relationships/notesSlide" Target="/ppt/notesSlides/notesSlide20.xml" Id="R26a4576b5d544e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dbcbb6857cc49d0" /><Relationship Type="http://schemas.openxmlformats.org/officeDocument/2006/relationships/image" Target="/ppt/media/image2.jpeg" Id="Rb330c69280ba4c5c" /><Relationship Type="http://schemas.openxmlformats.org/officeDocument/2006/relationships/image" Target="/ppt/media/image2.png" Id="R84e8d0ee90114322" /><Relationship Type="http://schemas.openxmlformats.org/officeDocument/2006/relationships/notesSlide" Target="/ppt/notesSlides/notesSlide21.xml" Id="R357388b894d64c6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e1a052c52364e66" /><Relationship Type="http://schemas.openxmlformats.org/officeDocument/2006/relationships/image" Target="/ppt/media/image2.jpeg" Id="R5a9d64f69abb4ae2" /><Relationship Type="http://schemas.openxmlformats.org/officeDocument/2006/relationships/image" Target="/ppt/media/image2.png" Id="R5bade2d68a7745c3" /><Relationship Type="http://schemas.openxmlformats.org/officeDocument/2006/relationships/notesSlide" Target="/ppt/notesSlides/notesSlide22.xml" Id="R65d28c09c21242b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9758a69bc4041f1" /><Relationship Type="http://schemas.openxmlformats.org/officeDocument/2006/relationships/image" Target="/ppt/media/image2.jpeg" Id="R1be24c09b472414c" /><Relationship Type="http://schemas.openxmlformats.org/officeDocument/2006/relationships/image" Target="/ppt/media/image2.png" Id="Re4e87f410f1343a9" /><Relationship Type="http://schemas.openxmlformats.org/officeDocument/2006/relationships/notesSlide" Target="/ppt/notesSlides/notesSlide23.xml" Id="Rbeaa37314130479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ed53e9e73b0f4438" /><Relationship Type="http://schemas.openxmlformats.org/officeDocument/2006/relationships/image" Target="/ppt/media/image2.jpeg" Id="R7a21a0d997054106" /><Relationship Type="http://schemas.openxmlformats.org/officeDocument/2006/relationships/image" Target="/ppt/media/image2.png" Id="Rd15d738128564de2" /><Relationship Type="http://schemas.openxmlformats.org/officeDocument/2006/relationships/image" Target="/ppt/media/image4.png" Id="R77248119abcc4207" /><Relationship Type="http://schemas.openxmlformats.org/officeDocument/2006/relationships/image" Target="/ppt/media/image15.png" Id="R4770f9e756014057" /><Relationship Type="http://schemas.openxmlformats.org/officeDocument/2006/relationships/notesSlide" Target="/ppt/notesSlides/notesSlide24.xml" Id="R63783906f8f34d1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fea373897f64b76" /><Relationship Type="http://schemas.openxmlformats.org/officeDocument/2006/relationships/image" Target="/ppt/media/image2.jpeg" Id="Rc3658033a26247f8" /><Relationship Type="http://schemas.openxmlformats.org/officeDocument/2006/relationships/image" Target="/ppt/media/image2.png" Id="Ra202d1b206f246af" /><Relationship Type="http://schemas.openxmlformats.org/officeDocument/2006/relationships/notesSlide" Target="/ppt/notesSlides/notesSlide25.xml" Id="R3eb29b421520498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e07d9c2c2d34f96" /><Relationship Type="http://schemas.openxmlformats.org/officeDocument/2006/relationships/image" Target="/ppt/media/image2.jpeg" Id="Raaccd90a706b4a5f" /><Relationship Type="http://schemas.openxmlformats.org/officeDocument/2006/relationships/image" Target="/ppt/media/image2.png" Id="R6aa55cbc61b24192" /><Relationship Type="http://schemas.openxmlformats.org/officeDocument/2006/relationships/chart" Target="/ppt/slides/charts/chart2.xml" Id="R396e35e1daf44a7c" /><Relationship Type="http://schemas.openxmlformats.org/officeDocument/2006/relationships/notesSlide" Target="/ppt/notesSlides/notesSlide26.xml" Id="Rc7fd14e2d917431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1dc2d2186b344d3" /><Relationship Type="http://schemas.openxmlformats.org/officeDocument/2006/relationships/image" Target="/ppt/media/image2.jpeg" Id="R33af7c3664844cc9" /><Relationship Type="http://schemas.openxmlformats.org/officeDocument/2006/relationships/image" Target="/ppt/media/image2.png" Id="R609db1e369354315" /><Relationship Type="http://schemas.openxmlformats.org/officeDocument/2006/relationships/image" Target="/ppt/media/image16.png" Id="R312ebb8e81d84c90" /><Relationship Type="http://schemas.openxmlformats.org/officeDocument/2006/relationships/image" Target="/ppt/media/image17.png" Id="Rd55a14ab920b44af" /><Relationship Type="http://schemas.openxmlformats.org/officeDocument/2006/relationships/notesSlide" Target="/ppt/notesSlides/notesSlide27.xml" Id="Rf14e36c026594b4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9c65bd02b8f44b7" /><Relationship Type="http://schemas.openxmlformats.org/officeDocument/2006/relationships/image" Target="/ppt/media/image2.jpeg" Id="Raa1c646400804c7f" /><Relationship Type="http://schemas.openxmlformats.org/officeDocument/2006/relationships/image" Target="/ppt/media/image2.png" Id="R0d51d5e778344856" /><Relationship Type="http://schemas.openxmlformats.org/officeDocument/2006/relationships/image" Target="/ppt/media/image4.png" Id="Rac93a14da36249ee" /><Relationship Type="http://schemas.openxmlformats.org/officeDocument/2006/relationships/image" Target="/ppt/media/image18.png" Id="R9fdb49fa44fd453e" /><Relationship Type="http://schemas.openxmlformats.org/officeDocument/2006/relationships/notesSlide" Target="/ppt/notesSlides/notesSlide28.xml" Id="R39353173f62c4d3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91f300108db4b91" /><Relationship Type="http://schemas.openxmlformats.org/officeDocument/2006/relationships/image" Target="/ppt/media/image2.jpeg" Id="R4901778075bb4b0c" /><Relationship Type="http://schemas.openxmlformats.org/officeDocument/2006/relationships/image" Target="/ppt/media/image2.png" Id="Rabf60a920c3a43b8" /><Relationship Type="http://schemas.openxmlformats.org/officeDocument/2006/relationships/notesSlide" Target="/ppt/notesSlides/notesSlide29.xml" Id="Rc95a7480206e43b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3bbdc2d54514896" /><Relationship Type="http://schemas.openxmlformats.org/officeDocument/2006/relationships/image" Target="/ppt/media/image2.jpeg" Id="R5b30a90ff50f4879" /><Relationship Type="http://schemas.openxmlformats.org/officeDocument/2006/relationships/image" Target="/ppt/media/image2.png" Id="Rfc775f4c43a44492" /><Relationship Type="http://schemas.openxmlformats.org/officeDocument/2006/relationships/notesSlide" Target="/ppt/notesSlides/notesSlide30.xml" Id="Rc5a71bdbc66c4ff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d1758f84dbc4b36" /><Relationship Type="http://schemas.openxmlformats.org/officeDocument/2006/relationships/image" Target="/ppt/media/image2.jpeg" Id="R6233665c525541ae" /><Relationship Type="http://schemas.openxmlformats.org/officeDocument/2006/relationships/image" Target="/ppt/media/image2.png" Id="R96d944b0aab2445f" /><Relationship Type="http://schemas.openxmlformats.org/officeDocument/2006/relationships/notesSlide" Target="/ppt/notesSlides/notesSlide31.xml" Id="Rf243918fc3ef43c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389d13111104ae3" /><Relationship Type="http://schemas.openxmlformats.org/officeDocument/2006/relationships/image" Target="/ppt/media/image2.jpeg" Id="R7b209aa73c8f4398" /><Relationship Type="http://schemas.openxmlformats.org/officeDocument/2006/relationships/image" Target="/ppt/media/image2.png" Id="R41c76ebd80634833" /><Relationship Type="http://schemas.openxmlformats.org/officeDocument/2006/relationships/notesSlide" Target="/ppt/notesSlides/notesSlide32.xml" Id="R3b12bf399cc049e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c2d372be7c344a4" /><Relationship Type="http://schemas.openxmlformats.org/officeDocument/2006/relationships/image" Target="/ppt/media/image2.jpeg" Id="R0e907cb30d2b4e7f" /><Relationship Type="http://schemas.openxmlformats.org/officeDocument/2006/relationships/image" Target="/ppt/media/image2.png" Id="R14f65bea61f04719" /><Relationship Type="http://schemas.openxmlformats.org/officeDocument/2006/relationships/notesSlide" Target="/ppt/notesSlides/notesSlide33.xml" Id="Rbbe7aa247a36480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df164004768429d" /><Relationship Type="http://schemas.openxmlformats.org/officeDocument/2006/relationships/image" Target="/ppt/media/image2.jpeg" Id="R1d1b5312c1ef485f" /><Relationship Type="http://schemas.openxmlformats.org/officeDocument/2006/relationships/image" Target="/ppt/media/image2.png" Id="R916b131927334a85" /><Relationship Type="http://schemas.openxmlformats.org/officeDocument/2006/relationships/notesSlide" Target="/ppt/notesSlides/notesSlide34.xml" Id="R2489a94b544f484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f7a15ee2deb4ab7" /><Relationship Type="http://schemas.openxmlformats.org/officeDocument/2006/relationships/image" Target="/ppt/media/image2.jpeg" Id="R2d92585b7f914e36" /><Relationship Type="http://schemas.openxmlformats.org/officeDocument/2006/relationships/image" Target="/ppt/media/image2.png" Id="R889c1ae7ef114149" /><Relationship Type="http://schemas.openxmlformats.org/officeDocument/2006/relationships/notesSlide" Target="/ppt/notesSlides/notesSlide35.xml" Id="Rad491e33de8944e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b468a6188354a7d" /><Relationship Type="http://schemas.openxmlformats.org/officeDocument/2006/relationships/image" Target="/ppt/media/image2.jpeg" Id="R875eba9b52e94b68" /><Relationship Type="http://schemas.openxmlformats.org/officeDocument/2006/relationships/image" Target="/ppt/media/image2.png" Id="R0b16fdda956e4ca8" /><Relationship Type="http://schemas.openxmlformats.org/officeDocument/2006/relationships/notesSlide" Target="/ppt/notesSlides/notesSlide36.xml" Id="Rf135b06c890945d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b4c4e21f31644c9" /><Relationship Type="http://schemas.openxmlformats.org/officeDocument/2006/relationships/image" Target="/ppt/media/image2.jpeg" Id="Rbb277dde56294c48" /><Relationship Type="http://schemas.openxmlformats.org/officeDocument/2006/relationships/image" Target="/ppt/media/image2.png" Id="R9c2933bf96254e20" /><Relationship Type="http://schemas.openxmlformats.org/officeDocument/2006/relationships/image" Target="/ppt/media/image19.png" Id="R847d7f593a5e4c55" /><Relationship Type="http://schemas.openxmlformats.org/officeDocument/2006/relationships/notesSlide" Target="/ppt/notesSlides/notesSlide37.xml" Id="Rc93a23ab7229406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153539ab746d473c" /><Relationship Type="http://schemas.openxmlformats.org/officeDocument/2006/relationships/image" Target="/ppt/media/image2.jpeg" Id="R1271ea8c80da49cc" /><Relationship Type="http://schemas.openxmlformats.org/officeDocument/2006/relationships/image" Target="/ppt/media/image.gif" Id="R33df148626f04d60" /><Relationship Type="http://schemas.openxmlformats.org/officeDocument/2006/relationships/image" Target="/ppt/media/image2.png" Id="R862e9930c0894f96" /><Relationship Type="http://schemas.openxmlformats.org/officeDocument/2006/relationships/notesSlide" Target="/ppt/notesSlides/notesSlide38.xml" Id="R4c63bd46d1224d1c"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ddd264ccb32941dd">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227edaa9fd534995">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ed57cd0016d497f"/>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bb2f65ef2ab40b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0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f264fa63627c45c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1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ee272383b479422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1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ee8a7da4b91d4879">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1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0476207837044fc4">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1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788041f00f44fe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9b3e27811704a3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a2abd79d3ac84ef1"/>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0811d600fd64ca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b80a0125d0d4db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04bc4d75a4842a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e029d7139e143c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0f67e8b8414484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b0e7f771fab460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c92f47ee27264a1d"/>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33c11a4f6ee40a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56b564928cb421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1c54081bd184b5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4f79beb91ce43e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7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99314a5a6591481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8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16bead6c7c7940e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8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b93ccb26f677499a">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8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adec459883f44a19">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8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6dafed147474f5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93d7265dcc6400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8c0f202bf9804ee7"/>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63fe50d26d9477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92154403dc1497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18ee81c4ead470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fb68762d597419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06d53e9aa5443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1"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2" name=""/>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3" name="related-comparison-border">
            <a:extLst xmlns:a="http://schemas.openxmlformats.org/drawingml/2006/main">
              <a:ext uri="{FF2B5EF4-FFF2-40B4-BE49-F238E27FC236}">
                <a16:creationId xmlns:a16="http://schemas.microsoft.com/office/drawing/2014/main" id="{9E5421A0-D522-4C8D-9A2F-F019BEAACAF5}"/>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6" name=""/>
          <p:cNvPicPr>
            <a:picLocks xmlns:a="http://schemas.openxmlformats.org/drawingml/2006/main" noChangeAspect="1"/>
          </p:cNvPicPr>
          <p:nvPr/>
        </p:nvPicPr>
        <p:blipFill>
          <a:blip xmlns:r="http://schemas.openxmlformats.org/officeDocument/2006/relationships" xmlns:a="http://schemas.openxmlformats.org/drawingml/2006/main" r:embed="Rcbe61aa4d19f4cef"/>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7" name=""/>
          <p:cNvPicPr>
            <a:picLocks xmlns:a="http://schemas.openxmlformats.org/drawingml/2006/main" noChangeAspect="1"/>
          </p:cNvPicPr>
          <p:nvPr/>
        </p:nvPicPr>
        <p:blipFill>
          <a:blip xmlns:r="http://schemas.openxmlformats.org/officeDocument/2006/relationships" xmlns:a="http://schemas.openxmlformats.org/drawingml/2006/main" r:embed="Rc2ba297f182d4cc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fb9ba5c18aa4fc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4558f4d57c5467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502"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dbf91cd0a2a94b4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03"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686afb5e3bbf48d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04"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54dc94ef806f446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506"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8f1ea4a46272473c">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cxnSp>
        <p:nvCxnSpPr>
          <p:cNvPr id="510"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8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066404318dc4e8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36d88f80df646e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85" name=""/>
          <p:cNvPicPr>
            <a:picLocks xmlns:a="http://schemas.openxmlformats.org/drawingml/2006/main" noChangeAspect="1"/>
          </p:cNvPicPr>
          <p:nvPr/>
        </p:nvPicPr>
        <p:blipFill>
          <a:blip xmlns:r="http://schemas.openxmlformats.org/officeDocument/2006/relationships" xmlns:a="http://schemas.openxmlformats.org/drawingml/2006/main" r:embed="R30f326b00fe54031"/>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89" name=""/>
          <p:cNvPicPr>
            <a:picLocks xmlns:a="http://schemas.openxmlformats.org/drawingml/2006/main" noChangeAspect="1"/>
          </p:cNvPicPr>
          <p:nvPr/>
        </p:nvPicPr>
        <p:blipFill>
          <a:blip xmlns:r="http://schemas.openxmlformats.org/officeDocument/2006/relationships" xmlns:a="http://schemas.openxmlformats.org/drawingml/2006/main" r:embed="R984375910e5a403a"/>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2983E3C9-0B3E-4F95-B1C0-0A340D879A17}"/>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EE77BA4A-C69A-4B51-B305-5A05BFF0BFB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39E3AD1A-BA8E-4FC9-BCAF-4E18C3E52954}"/>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BEF354A0-C231-4CF7-9FE4-4802640EAB31}"/>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AB6DB41C-7B38-4CB8-9F4D-71E5013CD25F}"/>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4FC943EE-348E-4A96-ABAC-1141D61C84E1}"/>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A52565B2-6725-4074-A99D-2210FC1AD205}"/>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5B4707EC-EFEC-4D8D-9785-8D221AA2D4DB}"/>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E743EE3F-5311-4F41-9DB5-B2169E6F8585}"/>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098F9C52-7364-4B20-92C2-E26E4EB86C2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8D233C2E-62C4-465C-B486-319207A42CB3}"/>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0D72548D-E82D-4034-A005-6D5765F08846}"/>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B108E73-B43E-405F-8DA7-E2C1C3F7C739}"/>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304" name=""/>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05" name=""/>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sp>
        <p:nvSpPr>
          <p:cNvPr id="251" name="l1-hospitals">
            <a:extLst xmlns:a="http://schemas.openxmlformats.org/drawingml/2006/main">
              <a:ext uri="{FF2B5EF4-FFF2-40B4-BE49-F238E27FC236}">
                <a16:creationId xmlns:a16="http://schemas.microsoft.com/office/drawing/2014/main" id="{01B43FD4-877F-4065-AA4E-3A85BFA2BC3B}"/>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DF7B0DE6-C483-4444-92C7-C48BBA22BD62}"/>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1244B84F-C20B-4389-A394-F69F5CA8CEA1}"/>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5430B0F2-E182-4117-B3AB-C65F658BA958}"/>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310" name=""/>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11" name=""/>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12" name=""/>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sp>
        <p:nvSpPr>
          <p:cNvPr id="258" name="l2-rotate">
            <a:extLst xmlns:a="http://schemas.openxmlformats.org/drawingml/2006/main">
              <a:ext uri="{FF2B5EF4-FFF2-40B4-BE49-F238E27FC236}">
                <a16:creationId xmlns:a16="http://schemas.microsoft.com/office/drawing/2014/main" id="{4AE25643-AEE1-4E5E-B9F5-94EDD3BAF124}"/>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AD462721-9ED1-47C3-8209-ECCB2F7381BC}"/>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87457C47-26DE-412F-90EA-4A6BA9255F70}"/>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25F3366B-9125-4978-9162-0882967C5038}"/>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317" name=""/>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18" name=""/>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19" name=""/>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sp>
        <p:nvSpPr>
          <p:cNvPr id="265" name="l3-train">
            <a:extLst xmlns:a="http://schemas.openxmlformats.org/drawingml/2006/main">
              <a:ext uri="{FF2B5EF4-FFF2-40B4-BE49-F238E27FC236}">
                <a16:creationId xmlns:a16="http://schemas.microsoft.com/office/drawing/2014/main" id="{A16A4F7B-73B7-44B0-9672-9A2A1C0EF9BD}"/>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16611890-A6A4-4194-BA24-B91785EF91A7}"/>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0C819324-F959-4CC1-851F-19EADA0B7587}"/>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FFAE9DE9-CC98-4DCE-A6A5-CFDBEAC67E63}"/>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FDB20826-7059-42BA-9ADE-492AF516BB0A}"/>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325" name=""/>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26" name=""/>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27" name=""/>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28" name=""/>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29" name=""/>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triangle" w="sm" len="sm"/>
          </a:ln>
        </p:spPr>
      </p:cxnSp>
      <p:cxnSp>
        <p:nvCxnSpPr>
          <p:cNvPr id="330" name=""/>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triangle" w="sm" len="sm"/>
          </a:ln>
        </p:spPr>
      </p:cxnSp>
      <p:cxnSp>
        <p:nvCxnSpPr>
          <p:cNvPr id="331" name=""/>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triangle" w="sm" len="sm"/>
          </a:ln>
        </p:spPr>
      </p:cxnSp>
      <p:cxnSp>
        <p:nvCxnSpPr>
          <p:cNvPr id="332" name=""/>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triangle" w="sm" len="sm"/>
          </a:ln>
        </p:spPr>
      </p:cxnSp>
      <p:sp>
        <p:nvSpPr>
          <p:cNvPr id="278" name="diagram-outcome-note">
            <a:extLst xmlns:a="http://schemas.openxmlformats.org/drawingml/2006/main">
              <a:ext uri="{FF2B5EF4-FFF2-40B4-BE49-F238E27FC236}">
                <a16:creationId xmlns:a16="http://schemas.microsoft.com/office/drawing/2014/main" id="{25AF616C-5F77-44D1-AACB-B2107FB79CB6}"/>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9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a4cd73d89ec4eb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9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8b0cce3677b4c5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300" name=""/>
          <p:cNvPicPr>
            <a:picLocks xmlns:a="http://schemas.openxmlformats.org/drawingml/2006/main" noChangeAspect="1"/>
          </p:cNvPicPr>
          <p:nvPr/>
        </p:nvPicPr>
        <p:blipFill>
          <a:blip xmlns:r="http://schemas.openxmlformats.org/officeDocument/2006/relationships" xmlns:a="http://schemas.openxmlformats.org/drawingml/2006/main" r:embed="R364ae8b7e17b430b"/>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04" name=""/>
          <p:cNvPicPr>
            <a:picLocks xmlns:a="http://schemas.openxmlformats.org/drawingml/2006/main" noChangeAspect="1"/>
          </p:cNvPicPr>
          <p:nvPr/>
        </p:nvPicPr>
        <p:blipFill>
          <a:blip xmlns:r="http://schemas.openxmlformats.org/officeDocument/2006/relationships" xmlns:a="http://schemas.openxmlformats.org/drawingml/2006/main" r:embed="R98438f6a896941c8"/>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33" name="system-split-footer-rule">
            <a:extLst xmlns:a="http://schemas.openxmlformats.org/drawingml/2006/main">
              <a:ext uri="{FF2B5EF4-FFF2-40B4-BE49-F238E27FC236}">
                <a16:creationId xmlns:a16="http://schemas.microsoft.com/office/drawing/2014/main" id="{50E7BA17-8C1E-4D0A-92D7-81F6E7F9B3E4}"/>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308" name=""/>
          <p:cNvPicPr>
            <a:picLocks xmlns:a="http://schemas.openxmlformats.org/drawingml/2006/main" noChangeAspect="1"/>
          </p:cNvPicPr>
          <p:nvPr/>
        </p:nvPicPr>
        <p:blipFill>
          <a:blip xmlns:r="http://schemas.openxmlformats.org/officeDocument/2006/relationships" xmlns:a="http://schemas.openxmlformats.org/drawingml/2006/main" r:embed="R513191b567c44190"/>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09" name=""/>
          <p:cNvPicPr>
            <a:picLocks xmlns:a="http://schemas.openxmlformats.org/drawingml/2006/main" noChangeAspect="1"/>
          </p:cNvPicPr>
          <p:nvPr/>
        </p:nvPicPr>
        <p:blipFill>
          <a:blip xmlns:r="http://schemas.openxmlformats.org/officeDocument/2006/relationships" xmlns:a="http://schemas.openxmlformats.org/drawingml/2006/main" r:embed="R7bf46cc61acc45d2"/>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F8485679-5FA5-470C-82B6-F73A612B913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B0748A66-8857-4EC8-A3EF-48E2DEBD23F4}"/>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74161C3D-8C81-4DEA-B616-E9892DE65984}"/>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447737FB-21B6-4D31-A337-11AE2FBB1187}"/>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90A5822B-4B91-424C-BF38-7EF36222A31E}"/>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9000B7EC-92B8-4034-AF83-3A85714E6823}"/>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A472AA84-4021-4571-B8B1-09A20C2DD259}"/>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43C5B082-F952-4C1D-AA8E-78DC3FBED70D}"/>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402F4888-E147-4BAC-9AF7-D472D9407721}"/>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9536DBC1-E5E6-42F0-B7A6-6EBD03E3E440}"/>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6A1EBD6D-52B4-473E-89FB-E1BA3865CC1F}"/>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A63C06D1-EC6D-40A2-99B1-84FB6B6FA5C8}"/>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3C11B78-1AB3-4F1B-A54F-EEC8AFF322C0}"/>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830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324" name=""/>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25" name=""/>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26" name=""/>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sp>
        <p:nvSpPr>
          <p:cNvPr id="259" name="l5-quorum">
            <a:extLst xmlns:a="http://schemas.openxmlformats.org/drawingml/2006/main">
              <a:ext uri="{FF2B5EF4-FFF2-40B4-BE49-F238E27FC236}">
                <a16:creationId xmlns:a16="http://schemas.microsoft.com/office/drawing/2014/main" id="{397FB60E-3963-443D-97C0-9BB92EC8CF64}"/>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221C715B-8614-4C6D-8E4D-63921DEB42C4}"/>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B31984D6-7DEB-4B52-8617-36E18C2F3D24}"/>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AEF85B35-334E-4D29-AED5-CE098C2549F4}"/>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69654637-2E35-4523-AE62-9E28C0E7A3B2}"/>
              </a:ext>
            </a:extLst>
          </p:cNvPr>
          <p:cNvSpPr>
            <a:spLocks xmlns:a="http://schemas.openxmlformats.org/drawingml/2006/main" noGrp="1"/>
          </p:cNvSpPr>
          <p:nvPr/>
        </p:nvSpPr>
        <p:spPr>
          <a:xfrm xmlns:a="http://schemas.openxmlformats.org/drawingml/2006/main">
            <a:off x="9448800" y="2676525"/>
            <a:ext cx="742950" cy="6286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60937"/>
          </a:bodyPr>
          <a:lstStyle xmlns:a="http://schemas.openxmlformats.org/drawingml/2006/main"/>
          <a:p xmlns:a="http://schemas.openxmlformats.org/drawingml/2006/main">
            <a:pPr algn="ctr">
              <a:defRPr sz="1200" b="1">
                <a:solidFill>
                  <a:srgbClr val="1F2937"/>
                </a:solidFill>
                <a:latin typeface="Arial"/>
                <a:ea typeface="Arial"/>
                <a:cs typeface="Arial"/>
              </a:defRPr>
            </a:pPr>
            <a:r>
              <a:rPr sz="1200" b="1">
                <a:solidFill>
                  <a:srgbClr val="1F2937"/>
                </a:solidFill>
                <a:latin typeface="Arial"/>
                <a:ea typeface="Arial"/>
                <a:cs typeface="Arial"/>
              </a:rPr>
              <a:t>Valid?</a:t>
            </a:r>
          </a:p>
        </p:txBody>
      </p:sp>
      <p:cxnSp>
        <p:nvCxnSpPr>
          <p:cNvPr id="332" name=""/>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33" name=""/>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34" name=""/>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35" name=""/>
          <p:cNvCxnSpPr>
            <a:stCxn xmlns:a="http://schemas.openxmlformats.org/drawingml/2006/main" id="262" idx="3"/>
            <a:endCxn xmlns:a="http://schemas.openxmlformats.org/drawingml/2006/main" id="263" idx="1"/>
          </p:cNvCxnSpPr>
          <p:nvPr/>
        </p:nvCxnSpPr>
        <p:spPr>
          <a:xfrm xmlns:a="http://schemas.openxmlformats.org/drawingml/2006/main">
            <a:off x="9172575" y="2990850"/>
            <a:ext cx="27622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sp>
        <p:nvSpPr>
          <p:cNvPr id="268" name="l5-accept">
            <a:extLst xmlns:a="http://schemas.openxmlformats.org/drawingml/2006/main">
              <a:ext uri="{FF2B5EF4-FFF2-40B4-BE49-F238E27FC236}">
                <a16:creationId xmlns:a16="http://schemas.microsoft.com/office/drawing/2014/main" id="{3DB964E1-47E3-422A-B2B6-9BFD8FC01134}"/>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a:bodyPr>
          <a:lstStyle xmlns:a="http://schemas.openxmlformats.org/drawingml/2006/main"/>
          <a:p xmlns:a="http://schemas.openxmlformats.org/drawingml/2006/main">
            <a:pPr algn="ctr">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A52D99DA-B725-4FC4-8F58-2D38D81C222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81525"/>
          </a:bodyPr>
          <a:lstStyle xmlns:a="http://schemas.openxmlformats.org/drawingml/2006/main"/>
          <a:p xmlns:a="http://schemas.openxmlformats.org/drawingml/2006/main">
            <a:pPr algn="ctr">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338" name=""/>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triangle" w="sm" len="sm"/>
          </a:ln>
        </p:spPr>
      </p:cxnSp>
      <p:cxnSp>
        <p:nvCxnSpPr>
          <p:cNvPr id="339" name=""/>
          <p:cNvCxnSpPr>
            <a:stCxn xmlns:a="http://schemas.openxmlformats.org/drawingml/2006/main" id="263" idx="2"/>
            <a:endCxn xmlns:a="http://schemas.openxmlformats.org/drawingml/2006/main" id="269" idx="1"/>
          </p:cNvCxnSpPr>
          <p:nvPr/>
        </p:nvCxnSpPr>
        <p:spPr>
          <a:xfrm xmlns:a="http://schemas.openxmlformats.org/drawingml/2006/main">
            <a:off x="9820275" y="3305175"/>
            <a:ext cx="561975" cy="9525"/>
          </a:xfrm>
          <a:prstGeom xmlns:a="http://schemas.openxmlformats.org/drawingml/2006/main" prst="bentConnector3">
            <a:avLst>
              <a:gd name="adj1" fmla="val 0"/>
            </a:avLst>
          </a:prstGeom>
          <a:ln xmlns:a="http://schemas.openxmlformats.org/drawingml/2006/main" w="16193">
            <a:solidFill>
              <a:srgbClr val="C94B4B"/>
            </a:solidFill>
            <a:prstDash val="solid"/>
            <a:headEnd type="triangle" w="sm" len="sm"/>
          </a:ln>
        </p:spPr>
      </p:cxnSp>
      <p:sp>
        <p:nvSpPr>
          <p:cNvPr id="272" name="accept-label">
            <a:extLst xmlns:a="http://schemas.openxmlformats.org/drawingml/2006/main">
              <a:ext uri="{FF2B5EF4-FFF2-40B4-BE49-F238E27FC236}">
                <a16:creationId xmlns:a16="http://schemas.microsoft.com/office/drawing/2014/main" id="{FAE1356B-E9EB-41B6-8873-54DBF530B987}"/>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23"/>
          </a:bodyPr>
          <a:lstStyle xmlns:a="http://schemas.openxmlformats.org/drawingml/2006/main"/>
          <a:p xmlns:a="http://schemas.openxmlformats.org/drawingml/2006/main">
            <a:pPr algn="ctr">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D7D6CC0A-E9C4-44AD-AA76-1B3D6FF0A219}"/>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a:bodyPr>
          <a:lstStyle xmlns:a="http://schemas.openxmlformats.org/drawingml/2006/main"/>
          <a:p xmlns:a="http://schemas.openxmlformats.org/drawingml/2006/main">
            <a:pPr algn="ctr">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E6B51A67-6ABA-4200-8601-7A7A91B8B82C}"/>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25713AC4-DA79-4C8D-BCD6-9D8FDFB09AE9}"/>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76F973D3-E717-4BAF-AC8F-D5441954D3B8}"/>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BC1F7613-8787-4E8A-90B5-D198DB2D93C7}"/>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346" name=""/>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47" name=""/>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48" name=""/>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sp>
        <p:nvSpPr>
          <p:cNvPr id="281" name="l7-auth">
            <a:extLst xmlns:a="http://schemas.openxmlformats.org/drawingml/2006/main">
              <a:ext uri="{FF2B5EF4-FFF2-40B4-BE49-F238E27FC236}">
                <a16:creationId xmlns:a16="http://schemas.microsoft.com/office/drawing/2014/main" id="{97520F61-B939-4316-AF70-217D79728F49}"/>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7B72F376-7ADB-487C-AAFC-E0F45FBFB5ED}"/>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7AEB7E-7C63-4179-B6BE-7FD435A81667}"/>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6491"/>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9E0BA32-70DA-4A72-B25C-E00BBB9E2B5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F4F774D-8AD6-4578-A548-0D4201611D80}"/>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354" name=""/>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55" name=""/>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56" name=""/>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57" name=""/>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triangle" w="sm" len="sm"/>
          </a:ln>
        </p:spPr>
      </p:cxnSp>
      <p:cxnSp>
        <p:nvCxnSpPr>
          <p:cNvPr id="358" name=""/>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triangle" w="sm" len="sm"/>
          </a:ln>
        </p:spPr>
      </p:cxnSp>
      <p:cxnSp>
        <p:nvCxnSpPr>
          <p:cNvPr id="359" name=""/>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triangle" w="sm" len="sm"/>
          </a:ln>
        </p:spPr>
      </p:cxnSp>
      <p:cxnSp>
        <p:nvCxnSpPr>
          <p:cNvPr id="360" name=""/>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triangle" w="sm" len="sm"/>
          </a:ln>
        </p:spPr>
      </p:cxnSp>
      <p:sp>
        <p:nvSpPr>
          <p:cNvPr id="293" name="release-boundary-note">
            <a:extLst xmlns:a="http://schemas.openxmlformats.org/drawingml/2006/main">
              <a:ext uri="{FF2B5EF4-FFF2-40B4-BE49-F238E27FC236}">
                <a16:creationId xmlns:a16="http://schemas.microsoft.com/office/drawing/2014/main" id="{D44B82C5-4A89-493B-90FD-8535BC59AA06}"/>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03"/>
          </a:bodyPr>
          <a:lstStyle xmlns:a="http://schemas.openxmlformats.org/drawingml/2006/main"/>
          <a:p xmlns:a="http://schemas.openxmlformats.org/drawingml/2006/main">
            <a:pPr algn="ctr">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bda2e96209f41d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6142aa75073495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bc3ff5ba70b47a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ae5dcff50764f8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330c69280ba4c5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4e8d0ee9011432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a9d64f69abb4ae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bade2d68a7745c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be24c09b472414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4e87f410f1343a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59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7a21a0d99705410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9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d15d738128564de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9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77248119abcc4207">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0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4770f9e756014057">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0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3658033a26247f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202d1b206f246a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accd90a706b4a5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aa55cbc61b2419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396e35e1daf44a7c"/>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3af7c3664844cc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09db1e36935431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312ebb8e81d84c90"/>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d55a14ab920b44af"/>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643"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aa1c646400804c7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44"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0d51d5e77834485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45"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ac93a14da36249e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47"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9fdb49fa44fd453e">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49"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901778075bb4b0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bf60a920c3a43b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b30a90ff50f487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c775f4c43a4449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233665c525541a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6d944b0aab2445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b209aa73c8f439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c76ebd8063483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e907cb30d2b4e7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4f65bea61f0471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d1b5312c1ef485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16b131927334a8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92585b7f914e3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89c1ae7ef11414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75eba9b52e94b6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b16fdda956e4ca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b277dde56294c4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c2933bf96254e2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847d7f593a5e4c55">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1271ea8c80da49c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33df148626f04d60">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62e9930c0894f9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2026-09-24T03:33:28.4830000Z</dcterms:created>
  <dcterms:modified xsi:type="dcterms:W3CDTF">2026-09-24T03:33:28.4830000Z</dcterms:modified>
</coreProperties>
</file>