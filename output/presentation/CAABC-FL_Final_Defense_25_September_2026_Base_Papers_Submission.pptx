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5add8546f14c9d" /><Relationship Type="http://schemas.openxmlformats.org/officeDocument/2006/relationships/extended-properties" Target="/docProps/app.xml" Id="R7a83765c262f469c" /><Relationship Type="http://schemas.openxmlformats.org/officeDocument/2006/relationships/officeDocument" Target="/ppt/presentation.xml" Id="Rcfca279d6ac0471b" /></Relationships>
</file>

<file path=ppt/presentation.xml><?xml version="1.0" encoding="utf-8"?>
<p:presentation xmlns:p="http://schemas.openxmlformats.org/presentationml/2006/main">
  <p:sldMasterIdLst>
    <p:sldMasterId xmlns:r="http://schemas.openxmlformats.org/officeDocument/2006/relationships" id="2147483648" r:id="R7e22e37c2b354a91"/>
  </p:sldMasterIdLst>
  <p:notesMasterIdLst>
    <p:notesMasterId xmlns:r="http://schemas.openxmlformats.org/officeDocument/2006/relationships" r:id="Rbc7080f9d635472f"/>
  </p:notesMasterIdLst>
  <p:sldIdLst>
    <p:sldId xmlns:r="http://schemas.openxmlformats.org/officeDocument/2006/relationships" id="256" r:id="Rf607eca9e39f4988"/>
    <p:sldId xmlns:r="http://schemas.openxmlformats.org/officeDocument/2006/relationships" id="257" r:id="R409d0c03bb6641b4"/>
    <p:sldId xmlns:r="http://schemas.openxmlformats.org/officeDocument/2006/relationships" id="258" r:id="R34ca856227c4425f"/>
    <p:sldId xmlns:r="http://schemas.openxmlformats.org/officeDocument/2006/relationships" id="259" r:id="R0438e3b0dc8b4abb"/>
    <p:sldId xmlns:r="http://schemas.openxmlformats.org/officeDocument/2006/relationships" id="260" r:id="R9a6935c090ed4946"/>
    <p:sldId xmlns:r="http://schemas.openxmlformats.org/officeDocument/2006/relationships" id="261" r:id="R18fc12bfe10e474d"/>
    <p:sldId xmlns:r="http://schemas.openxmlformats.org/officeDocument/2006/relationships" id="262" r:id="Rc4f6939100bf4c92"/>
    <p:sldId xmlns:r="http://schemas.openxmlformats.org/officeDocument/2006/relationships" id="263" r:id="R416f4f5959bd4e22"/>
    <p:sldId xmlns:r="http://schemas.openxmlformats.org/officeDocument/2006/relationships" id="264" r:id="Rafbe4f1213b94969"/>
    <p:sldId xmlns:r="http://schemas.openxmlformats.org/officeDocument/2006/relationships" id="265" r:id="R202990e3977544c5"/>
    <p:sldId xmlns:r="http://schemas.openxmlformats.org/officeDocument/2006/relationships" id="266" r:id="R7f4ddf10986140f9"/>
    <p:sldId xmlns:r="http://schemas.openxmlformats.org/officeDocument/2006/relationships" id="267" r:id="R643aa9a78bd940b4"/>
    <p:sldId xmlns:r="http://schemas.openxmlformats.org/officeDocument/2006/relationships" id="268" r:id="R05f7ff6e8ede474b"/>
    <p:sldId xmlns:r="http://schemas.openxmlformats.org/officeDocument/2006/relationships" id="269" r:id="R8ee6ade6a98642dd"/>
    <p:sldId xmlns:r="http://schemas.openxmlformats.org/officeDocument/2006/relationships" id="270" r:id="Ra21a004dd7c848ee"/>
    <p:sldId xmlns:r="http://schemas.openxmlformats.org/officeDocument/2006/relationships" id="271" r:id="R3d8101b19386489c"/>
    <p:sldId xmlns:r="http://schemas.openxmlformats.org/officeDocument/2006/relationships" id="272" r:id="R549b820c8cbe4338"/>
    <p:sldId xmlns:r="http://schemas.openxmlformats.org/officeDocument/2006/relationships" id="273" r:id="R6b6f2d75193941f1"/>
    <p:sldId xmlns:r="http://schemas.openxmlformats.org/officeDocument/2006/relationships" id="274" r:id="Rb5126b96bf8e4887"/>
    <p:sldId xmlns:r="http://schemas.openxmlformats.org/officeDocument/2006/relationships" id="275" r:id="R08edbb2ae7df4240"/>
    <p:sldId xmlns:r="http://schemas.openxmlformats.org/officeDocument/2006/relationships" id="276" r:id="R07b5b466f6cc4a14"/>
    <p:sldId xmlns:r="http://schemas.openxmlformats.org/officeDocument/2006/relationships" id="277" r:id="Rf555d1a7ff70470c"/>
    <p:sldId xmlns:r="http://schemas.openxmlformats.org/officeDocument/2006/relationships" id="278" r:id="R1027b12750a64480"/>
    <p:sldId xmlns:r="http://schemas.openxmlformats.org/officeDocument/2006/relationships" id="279" r:id="R4f794472829b4456"/>
    <p:sldId xmlns:r="http://schemas.openxmlformats.org/officeDocument/2006/relationships" id="280" r:id="R4cff76bd40264b1d"/>
    <p:sldId xmlns:r="http://schemas.openxmlformats.org/officeDocument/2006/relationships" id="281" r:id="Ra250c3aeafc44bbb"/>
    <p:sldId xmlns:r="http://schemas.openxmlformats.org/officeDocument/2006/relationships" id="282" r:id="Ra4b17455e1924cba"/>
    <p:sldId xmlns:r="http://schemas.openxmlformats.org/officeDocument/2006/relationships" id="283" r:id="R5fad99c0af6d4604"/>
    <p:sldId xmlns:r="http://schemas.openxmlformats.org/officeDocument/2006/relationships" id="284" r:id="Rf3cd9455ad2a4130"/>
    <p:sldId xmlns:r="http://schemas.openxmlformats.org/officeDocument/2006/relationships" id="285" r:id="R8003482e361a4559"/>
    <p:sldId xmlns:r="http://schemas.openxmlformats.org/officeDocument/2006/relationships" id="286" r:id="Rcdf802a361c0459c"/>
    <p:sldId xmlns:r="http://schemas.openxmlformats.org/officeDocument/2006/relationships" id="287" r:id="Rbc4e69055fe24353"/>
    <p:sldId xmlns:r="http://schemas.openxmlformats.org/officeDocument/2006/relationships" id="288" r:id="Rd857475471f340d9"/>
    <p:sldId xmlns:r="http://schemas.openxmlformats.org/officeDocument/2006/relationships" id="289" r:id="R3d683a3fce6f43b8"/>
    <p:sldId xmlns:r="http://schemas.openxmlformats.org/officeDocument/2006/relationships" id="290" r:id="R8b1d6bd47e234490"/>
    <p:sldId xmlns:r="http://schemas.openxmlformats.org/officeDocument/2006/relationships" id="291" r:id="R97a33694c64844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4bd2e19620a454c" /><Relationship Type="http://schemas.openxmlformats.org/officeDocument/2006/relationships/slideMaster" Target="/ppt/slideMasters/slideMaster1.xml" Id="R7e22e37c2b354a91" /><Relationship Type="http://schemas.openxmlformats.org/officeDocument/2006/relationships/notesMaster" Target="/ppt/notesMasters/notesMaster1.xml" Id="Rbc7080f9d635472f" /><Relationship Type="http://schemas.openxmlformats.org/officeDocument/2006/relationships/presProps" Target="/ppt/presProps.xml" Id="R60a20d8b6c654767" /><Relationship Type="http://schemas.openxmlformats.org/officeDocument/2006/relationships/viewProps" Target="/ppt/viewProps.xml" Id="Rc6987f3854154aa0" /><Relationship Type="http://schemas.openxmlformats.org/officeDocument/2006/relationships/tableStyles" Target="/ppt/tableStyles.xml" Id="Ra39e868a3ca04099" /><Relationship Type="http://schemas.openxmlformats.org/officeDocument/2006/relationships/slide" Target="/ppt/slides/slide1.xml" Id="Rf607eca9e39f4988" /><Relationship Type="http://schemas.openxmlformats.org/officeDocument/2006/relationships/slide" Target="/ppt/slides/slide2.xml" Id="R409d0c03bb6641b4" /><Relationship Type="http://schemas.openxmlformats.org/officeDocument/2006/relationships/slide" Target="/ppt/slides/slide3.xml" Id="R34ca856227c4425f" /><Relationship Type="http://schemas.openxmlformats.org/officeDocument/2006/relationships/slide" Target="/ppt/slides/slide4.xml" Id="R0438e3b0dc8b4abb" /><Relationship Type="http://schemas.openxmlformats.org/officeDocument/2006/relationships/slide" Target="/ppt/slides/slide5.xml" Id="R9a6935c090ed4946" /><Relationship Type="http://schemas.openxmlformats.org/officeDocument/2006/relationships/slide" Target="/ppt/slides/slide6.xml" Id="R18fc12bfe10e474d" /><Relationship Type="http://schemas.openxmlformats.org/officeDocument/2006/relationships/slide" Target="/ppt/slides/slide7.xml" Id="Rc4f6939100bf4c92" /><Relationship Type="http://schemas.openxmlformats.org/officeDocument/2006/relationships/slide" Target="/ppt/slides/slide8.xml" Id="R416f4f5959bd4e22" /><Relationship Type="http://schemas.openxmlformats.org/officeDocument/2006/relationships/slide" Target="/ppt/slides/slide9.xml" Id="Rafbe4f1213b94969" /><Relationship Type="http://schemas.openxmlformats.org/officeDocument/2006/relationships/slide" Target="/ppt/slides/slide10.xml" Id="R202990e3977544c5" /><Relationship Type="http://schemas.openxmlformats.org/officeDocument/2006/relationships/slide" Target="/ppt/slides/slide11.xml" Id="R7f4ddf10986140f9" /><Relationship Type="http://schemas.openxmlformats.org/officeDocument/2006/relationships/slide" Target="/ppt/slides/slide12.xml" Id="R643aa9a78bd940b4" /><Relationship Type="http://schemas.openxmlformats.org/officeDocument/2006/relationships/slide" Target="/ppt/slides/slide13.xml" Id="R05f7ff6e8ede474b" /><Relationship Type="http://schemas.openxmlformats.org/officeDocument/2006/relationships/slide" Target="/ppt/slides/slide14.xml" Id="R8ee6ade6a98642dd" /><Relationship Type="http://schemas.openxmlformats.org/officeDocument/2006/relationships/slide" Target="/ppt/slides/slide15.xml" Id="Ra21a004dd7c848ee" /><Relationship Type="http://schemas.openxmlformats.org/officeDocument/2006/relationships/slide" Target="/ppt/slides/slide16.xml" Id="R3d8101b19386489c" /><Relationship Type="http://schemas.openxmlformats.org/officeDocument/2006/relationships/slide" Target="/ppt/slides/slide17.xml" Id="R549b820c8cbe4338" /><Relationship Type="http://schemas.openxmlformats.org/officeDocument/2006/relationships/slide" Target="/ppt/slides/slide18.xml" Id="R6b6f2d75193941f1" /><Relationship Type="http://schemas.openxmlformats.org/officeDocument/2006/relationships/slide" Target="/ppt/slides/slide19.xml" Id="Rb5126b96bf8e4887" /><Relationship Type="http://schemas.openxmlformats.org/officeDocument/2006/relationships/slide" Target="/ppt/slides/slide20.xml" Id="R08edbb2ae7df4240" /><Relationship Type="http://schemas.openxmlformats.org/officeDocument/2006/relationships/slide" Target="/ppt/slides/slide21.xml" Id="R07b5b466f6cc4a14" /><Relationship Type="http://schemas.openxmlformats.org/officeDocument/2006/relationships/slide" Target="/ppt/slides/slide22.xml" Id="Rf555d1a7ff70470c" /><Relationship Type="http://schemas.openxmlformats.org/officeDocument/2006/relationships/slide" Target="/ppt/slides/slide23.xml" Id="R1027b12750a64480" /><Relationship Type="http://schemas.openxmlformats.org/officeDocument/2006/relationships/slide" Target="/ppt/slides/slide24.xml" Id="R4f794472829b4456" /><Relationship Type="http://schemas.openxmlformats.org/officeDocument/2006/relationships/slide" Target="/ppt/slides/slide25.xml" Id="R4cff76bd40264b1d" /><Relationship Type="http://schemas.openxmlformats.org/officeDocument/2006/relationships/slide" Target="/ppt/slides/slide26.xml" Id="Ra250c3aeafc44bbb" /><Relationship Type="http://schemas.openxmlformats.org/officeDocument/2006/relationships/slide" Target="/ppt/slides/slide27.xml" Id="Ra4b17455e1924cba" /><Relationship Type="http://schemas.openxmlformats.org/officeDocument/2006/relationships/slide" Target="/ppt/slides/slide28.xml" Id="R5fad99c0af6d4604" /><Relationship Type="http://schemas.openxmlformats.org/officeDocument/2006/relationships/slide" Target="/ppt/slides/slide29.xml" Id="Rf3cd9455ad2a4130" /><Relationship Type="http://schemas.openxmlformats.org/officeDocument/2006/relationships/slide" Target="/ppt/slides/slide30.xml" Id="R8003482e361a4559" /><Relationship Type="http://schemas.openxmlformats.org/officeDocument/2006/relationships/slide" Target="/ppt/slides/slide31.xml" Id="Rcdf802a361c0459c" /><Relationship Type="http://schemas.openxmlformats.org/officeDocument/2006/relationships/slide" Target="/ppt/slides/slide32.xml" Id="Rbc4e69055fe24353" /><Relationship Type="http://schemas.openxmlformats.org/officeDocument/2006/relationships/slide" Target="/ppt/slides/slide33.xml" Id="Rd857475471f340d9" /><Relationship Type="http://schemas.openxmlformats.org/officeDocument/2006/relationships/slide" Target="/ppt/slides/slide34.xml" Id="R3d683a3fce6f43b8" /><Relationship Type="http://schemas.openxmlformats.org/officeDocument/2006/relationships/slide" Target="/ppt/slides/slide35.xml" Id="R8b1d6bd47e234490" /><Relationship Type="http://schemas.openxmlformats.org/officeDocument/2006/relationships/slide" Target="/ppt/slides/slide36.xml" Id="R97a33694c64844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03b02d36bb48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8eb320b2d34680" /><Relationship Type="http://schemas.openxmlformats.org/officeDocument/2006/relationships/notesMaster" Target="/ppt/notesMasters/notesMaster1.xml" Id="R37d6c9fb5b1445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d33ed96909423d" /><Relationship Type="http://schemas.openxmlformats.org/officeDocument/2006/relationships/notesMaster" Target="/ppt/notesMasters/notesMaster1.xml" Id="R319204a036ac4f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2235d1d61c49f1" /><Relationship Type="http://schemas.openxmlformats.org/officeDocument/2006/relationships/notesMaster" Target="/ppt/notesMasters/notesMaster1.xml" Id="R11994bd0c1504e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1f6098d1464cf8" /><Relationship Type="http://schemas.openxmlformats.org/officeDocument/2006/relationships/notesMaster" Target="/ppt/notesMasters/notesMaster1.xml" Id="Rbd85a79bc91248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dd79d60afd4454" /><Relationship Type="http://schemas.openxmlformats.org/officeDocument/2006/relationships/notesMaster" Target="/ppt/notesMasters/notesMaster1.xml" Id="R0603dee2070745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c2d2f9d55a4e12" /><Relationship Type="http://schemas.openxmlformats.org/officeDocument/2006/relationships/notesMaster" Target="/ppt/notesMasters/notesMaster1.xml" Id="R7cc5b81b107348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3733110c8f4a09" /><Relationship Type="http://schemas.openxmlformats.org/officeDocument/2006/relationships/notesMaster" Target="/ppt/notesMasters/notesMaster1.xml" Id="R0dd9771a78f04f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469e1feb1c40af" /><Relationship Type="http://schemas.openxmlformats.org/officeDocument/2006/relationships/notesMaster" Target="/ppt/notesMasters/notesMaster1.xml" Id="Rd0e06230970242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3d520574d742af" /><Relationship Type="http://schemas.openxmlformats.org/officeDocument/2006/relationships/notesMaster" Target="/ppt/notesMasters/notesMaster1.xml" Id="R6e1455182eff48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7b16ee07ac46ac" /><Relationship Type="http://schemas.openxmlformats.org/officeDocument/2006/relationships/notesMaster" Target="/ppt/notesMasters/notesMaster1.xml" Id="Rad5f47d07cc546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80bb526ff04747" /><Relationship Type="http://schemas.openxmlformats.org/officeDocument/2006/relationships/notesMaster" Target="/ppt/notesMasters/notesMaster1.xml" Id="Rbbf8b0e3e5644a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9dc1697cb04f8f" /><Relationship Type="http://schemas.openxmlformats.org/officeDocument/2006/relationships/notesMaster" Target="/ppt/notesMasters/notesMaster1.xml" Id="R80d70eb80ae24bf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db22ca448644cc" /><Relationship Type="http://schemas.openxmlformats.org/officeDocument/2006/relationships/notesMaster" Target="/ppt/notesMasters/notesMaster1.xml" Id="R699b940e8cff454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d4e17f6959c439c" /><Relationship Type="http://schemas.openxmlformats.org/officeDocument/2006/relationships/notesMaster" Target="/ppt/notesMasters/notesMaster1.xml" Id="R1a910aca1a69417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955c98194174aa4" /><Relationship Type="http://schemas.openxmlformats.org/officeDocument/2006/relationships/notesMaster" Target="/ppt/notesMasters/notesMaster1.xml" Id="R787aff87d812405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902c08ca6bb418d" /><Relationship Type="http://schemas.openxmlformats.org/officeDocument/2006/relationships/notesMaster" Target="/ppt/notesMasters/notesMaster1.xml" Id="R33d3c3cdf6cc443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4a8a3fdad2a4558" /><Relationship Type="http://schemas.openxmlformats.org/officeDocument/2006/relationships/notesMaster" Target="/ppt/notesMasters/notesMaster1.xml" Id="R26186615a550490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79758a14716465c" /><Relationship Type="http://schemas.openxmlformats.org/officeDocument/2006/relationships/notesMaster" Target="/ppt/notesMasters/notesMaster1.xml" Id="R70003dccf1254e3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659d11f376a4594" /><Relationship Type="http://schemas.openxmlformats.org/officeDocument/2006/relationships/notesMaster" Target="/ppt/notesMasters/notesMaster1.xml" Id="Rd6471e10a1d842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85b129831dc432c" /><Relationship Type="http://schemas.openxmlformats.org/officeDocument/2006/relationships/notesMaster" Target="/ppt/notesMasters/notesMaster1.xml" Id="R187aafd4b3e24ae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9a298781a4349c1" /><Relationship Type="http://schemas.openxmlformats.org/officeDocument/2006/relationships/notesMaster" Target="/ppt/notesMasters/notesMaster1.xml" Id="R705ec35c97e649c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4999d14b0c1449e" /><Relationship Type="http://schemas.openxmlformats.org/officeDocument/2006/relationships/notesMaster" Target="/ppt/notesMasters/notesMaster1.xml" Id="R4ee830055f62466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a2788f7475f4d7b" /><Relationship Type="http://schemas.openxmlformats.org/officeDocument/2006/relationships/notesMaster" Target="/ppt/notesMasters/notesMaster1.xml" Id="R9df09b692c254fc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ea33e76a10b4c85" /><Relationship Type="http://schemas.openxmlformats.org/officeDocument/2006/relationships/notesMaster" Target="/ppt/notesMasters/notesMaster1.xml" Id="R2adca96487ed4cd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d858deede0741dc" /><Relationship Type="http://schemas.openxmlformats.org/officeDocument/2006/relationships/notesMaster" Target="/ppt/notesMasters/notesMaster1.xml" Id="Rc18af91cc6f4478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0994f256bad4580" /><Relationship Type="http://schemas.openxmlformats.org/officeDocument/2006/relationships/notesMaster" Target="/ppt/notesMasters/notesMaster1.xml" Id="R334ca064c19e4b7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2a6cb88e5d24f29" /><Relationship Type="http://schemas.openxmlformats.org/officeDocument/2006/relationships/notesMaster" Target="/ppt/notesMasters/notesMaster1.xml" Id="R7630b1285d674bc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a06882519ad4614" /><Relationship Type="http://schemas.openxmlformats.org/officeDocument/2006/relationships/notesMaster" Target="/ppt/notesMasters/notesMaster1.xml" Id="R3cd50df1317447e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a532193b6fa43f8" /><Relationship Type="http://schemas.openxmlformats.org/officeDocument/2006/relationships/notesMaster" Target="/ppt/notesMasters/notesMaster1.xml" Id="R16a28044c12c426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ba5f4d6620740a6" /><Relationship Type="http://schemas.openxmlformats.org/officeDocument/2006/relationships/notesMaster" Target="/ppt/notesMasters/notesMaster1.xml" Id="Rcecc9fc42d3d41c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341d2712cf84349" /><Relationship Type="http://schemas.openxmlformats.org/officeDocument/2006/relationships/notesMaster" Target="/ppt/notesMasters/notesMaster1.xml" Id="Rf0fbe5e813c64f1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da288f8939d4f5a" /><Relationship Type="http://schemas.openxmlformats.org/officeDocument/2006/relationships/notesMaster" Target="/ppt/notesMasters/notesMaster1.xml" Id="R621060134f3e414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8ca50d649864d57" /><Relationship Type="http://schemas.openxmlformats.org/officeDocument/2006/relationships/notesMaster" Target="/ppt/notesMasters/notesMaster1.xml" Id="Reac73cbac38940e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f5e4e7610c2411d" /><Relationship Type="http://schemas.openxmlformats.org/officeDocument/2006/relationships/notesMaster" Target="/ppt/notesMasters/notesMaster1.xml" Id="Rc432363de1f94e4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09a1c4e7ede46b5" /><Relationship Type="http://schemas.openxmlformats.org/officeDocument/2006/relationships/notesMaster" Target="/ppt/notesMasters/notesMaster1.xml" Id="R167c8d54badb4eb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681c97a3c92428b" /><Relationship Type="http://schemas.openxmlformats.org/officeDocument/2006/relationships/notesMaster" Target="/ppt/notesMasters/notesMaster1.xml" Id="Rfe37ca78eafc4f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205bc05c1349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7bc9a2c0ed943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d2d9d63f0f141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f2e68581ef4af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53ad5588afd4a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35f8df76f8e471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ed11cbc86fe45f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59592e9b24947a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b58b615c4b144c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1740a51a73e430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99425a4704b4f18"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4"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c3587f16d242db" /><Relationship Type="http://schemas.openxmlformats.org/officeDocument/2006/relationships/slideLayout" Target="/ppt/slideLayouts/slideLayout1.xml" Id="Ra3ea28f239914fd3" /><Relationship Type="http://schemas.openxmlformats.org/officeDocument/2006/relationships/slideLayout" Target="/ppt/slideLayouts/slideLayout2.xml" Id="Re94ebfa5d5654f95" /><Relationship Type="http://schemas.openxmlformats.org/officeDocument/2006/relationships/slideLayout" Target="/ppt/slideLayouts/slideLayout3.xml" Id="R6cb4b8590c5c417d" /><Relationship Type="http://schemas.openxmlformats.org/officeDocument/2006/relationships/slideLayout" Target="/ppt/slideLayouts/slideLayout4.xml" Id="Rad54bc08c67344a8" /><Relationship Type="http://schemas.openxmlformats.org/officeDocument/2006/relationships/slideLayout" Target="/ppt/slideLayouts/slideLayout5.xml" Id="Rf2337329266e4af3" /><Relationship Type="http://schemas.openxmlformats.org/officeDocument/2006/relationships/slideLayout" Target="/ppt/slideLayouts/slideLayout6.xml" Id="Rd9b65e59138b41d3" /><Relationship Type="http://schemas.openxmlformats.org/officeDocument/2006/relationships/slideLayout" Target="/ppt/slideLayouts/slideLayout7.xml" Id="Rd184524f2d144eea" /><Relationship Type="http://schemas.openxmlformats.org/officeDocument/2006/relationships/slideLayout" Target="/ppt/slideLayouts/slideLayout8.xml" Id="Rb22be838aa6542b8" /><Relationship Type="http://schemas.openxmlformats.org/officeDocument/2006/relationships/slideLayout" Target="/ppt/slideLayouts/slideLayout9.xml" Id="R452051528f4e4aaa" /><Relationship Type="http://schemas.openxmlformats.org/officeDocument/2006/relationships/slideLayout" Target="/ppt/slideLayouts/slideLayout10.xml" Id="Ra95e99b9c92c41d9" /><Relationship Type="http://schemas.openxmlformats.org/officeDocument/2006/relationships/slideLayout" Target="/ppt/slideLayouts/slideLayout11.xml" Id="R3fff9f8baa5b476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3ea28f239914fd3"/>
    <p:sldLayoutId xmlns:r="http://schemas.openxmlformats.org/officeDocument/2006/relationships" id="2147483650" r:id="Re94ebfa5d5654f95"/>
    <p:sldLayoutId xmlns:r="http://schemas.openxmlformats.org/officeDocument/2006/relationships" id="2147483651" r:id="R6cb4b8590c5c417d"/>
    <p:sldLayoutId xmlns:r="http://schemas.openxmlformats.org/officeDocument/2006/relationships" id="2147483652" r:id="Rad54bc08c67344a8"/>
    <p:sldLayoutId xmlns:r="http://schemas.openxmlformats.org/officeDocument/2006/relationships" id="2147483653" r:id="Rf2337329266e4af3"/>
    <p:sldLayoutId xmlns:r="http://schemas.openxmlformats.org/officeDocument/2006/relationships" id="2147483654" r:id="Rd9b65e59138b41d3"/>
    <p:sldLayoutId xmlns:r="http://schemas.openxmlformats.org/officeDocument/2006/relationships" id="2147483655" r:id="Rd184524f2d144eea"/>
    <p:sldLayoutId xmlns:r="http://schemas.openxmlformats.org/officeDocument/2006/relationships" id="2147483656" r:id="Rb22be838aa6542b8"/>
    <p:sldLayoutId xmlns:r="http://schemas.openxmlformats.org/officeDocument/2006/relationships" id="2147483657" r:id="R452051528f4e4aaa"/>
    <p:sldLayoutId xmlns:r="http://schemas.openxmlformats.org/officeDocument/2006/relationships" id="2147483658" r:id="Ra95e99b9c92c41d9"/>
    <p:sldLayoutId xmlns:r="http://schemas.openxmlformats.org/officeDocument/2006/relationships" id="2147483659" r:id="R3fff9f8baa5b4768"/>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a6a2a0f9fb4bf9" /><Relationship Type="http://schemas.openxmlformats.org/officeDocument/2006/relationships/image" Target="/ppt/media/image.png" Id="R955d3efd8b9e4367" /><Relationship Type="http://schemas.openxmlformats.org/officeDocument/2006/relationships/image" Target="/ppt/media/image2.png" Id="Rec426c5ee51b4272" /><Relationship Type="http://schemas.openxmlformats.org/officeDocument/2006/relationships/notesSlide" Target="/ppt/notesSlides/notesSlide1.xml" Id="R28090d91962c44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b4b8e9ea9044f7" /><Relationship Type="http://schemas.openxmlformats.org/officeDocument/2006/relationships/image" Target="/ppt/media/image.jpeg" Id="R3072cb6763864bca" /><Relationship Type="http://schemas.openxmlformats.org/officeDocument/2006/relationships/image" Target="/ppt/media/image3.png" Id="R7f3e8f8a42334c43" /><Relationship Type="http://schemas.openxmlformats.org/officeDocument/2006/relationships/notesSlide" Target="/ppt/notesSlides/notesSlide2.xml" Id="Rc1c33035202c47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805f6a030d24017" /><Relationship Type="http://schemas.openxmlformats.org/officeDocument/2006/relationships/image" Target="/ppt/media/image2.jpeg" Id="R7d7bd876b14243fd" /><Relationship Type="http://schemas.openxmlformats.org/officeDocument/2006/relationships/image" Target="/ppt/media/image2.png" Id="R71ecaa873716473b" /><Relationship Type="http://schemas.openxmlformats.org/officeDocument/2006/relationships/image" Target="/ppt/media/image4.png" Id="R087707393660468a" /><Relationship Type="http://schemas.openxmlformats.org/officeDocument/2006/relationships/image" Target="/ppt/media/image5.png" Id="R3095ea51d0994fd4" /><Relationship Type="http://schemas.openxmlformats.org/officeDocument/2006/relationships/notesSlide" Target="/ppt/notesSlides/notesSlide3.xml" Id="R98fce358eb394d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668d4d4d8c4397" /><Relationship Type="http://schemas.openxmlformats.org/officeDocument/2006/relationships/image" Target="/ppt/media/image2.jpeg" Id="Re09f2afa913a43ab" /><Relationship Type="http://schemas.openxmlformats.org/officeDocument/2006/relationships/image" Target="/ppt/media/image2.png" Id="Rec70c5a687ac4636" /><Relationship Type="http://schemas.openxmlformats.org/officeDocument/2006/relationships/image" Target="/ppt/media/image6.png" Id="R6e4ba5eb74f34c93" /><Relationship Type="http://schemas.openxmlformats.org/officeDocument/2006/relationships/notesSlide" Target="/ppt/notesSlides/notesSlide4.xml" Id="R8574bb967cc345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d08dada32f447f" /><Relationship Type="http://schemas.openxmlformats.org/officeDocument/2006/relationships/image" Target="/ppt/media/image2.jpeg" Id="R4456f6e7369e45b3" /><Relationship Type="http://schemas.openxmlformats.org/officeDocument/2006/relationships/image" Target="/ppt/media/image2.png" Id="R220f64a176f14e3d" /><Relationship Type="http://schemas.openxmlformats.org/officeDocument/2006/relationships/notesSlide" Target="/ppt/notesSlides/notesSlide5.xml" Id="R876dc742602c48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f84bf0ae484885" /><Relationship Type="http://schemas.openxmlformats.org/officeDocument/2006/relationships/image" Target="/ppt/media/image2.jpeg" Id="R7edc82a250414576" /><Relationship Type="http://schemas.openxmlformats.org/officeDocument/2006/relationships/image" Target="/ppt/media/image2.png" Id="R756e676cb3fc4524" /><Relationship Type="http://schemas.openxmlformats.org/officeDocument/2006/relationships/notesSlide" Target="/ppt/notesSlides/notesSlide6.xml" Id="R4b6cb3bd135842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4a9d18aed44dbe" /><Relationship Type="http://schemas.openxmlformats.org/officeDocument/2006/relationships/image" Target="/ppt/media/image2.jpeg" Id="Rd7e4a6747a864e14" /><Relationship Type="http://schemas.openxmlformats.org/officeDocument/2006/relationships/image" Target="/ppt/media/image2.png" Id="R6172625edc194e5f" /><Relationship Type="http://schemas.openxmlformats.org/officeDocument/2006/relationships/chart" Target="/ppt/slides/charts/chart1.xml" Id="Rac92df69f846426b" /><Relationship Type="http://schemas.openxmlformats.org/officeDocument/2006/relationships/notesSlide" Target="/ppt/notesSlides/notesSlide7.xml" Id="Rd7e949e06edf40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37b6b2cb2b4f5d" /><Relationship Type="http://schemas.openxmlformats.org/officeDocument/2006/relationships/image" Target="/ppt/media/image2.jpeg" Id="R06f4057977d0440d" /><Relationship Type="http://schemas.openxmlformats.org/officeDocument/2006/relationships/image" Target="/ppt/media/image2.png" Id="R1f2ad2ca722a4939" /><Relationship Type="http://schemas.openxmlformats.org/officeDocument/2006/relationships/notesSlide" Target="/ppt/notesSlides/notesSlide8.xml" Id="R31f4fd1fe48348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d56d50f7134a55" /><Relationship Type="http://schemas.openxmlformats.org/officeDocument/2006/relationships/image" Target="/ppt/media/image2.jpeg" Id="Ra34dd26032b244e3" /><Relationship Type="http://schemas.openxmlformats.org/officeDocument/2006/relationships/image" Target="/ppt/media/image2.png" Id="R726c4a9b883448ce" /><Relationship Type="http://schemas.openxmlformats.org/officeDocument/2006/relationships/notesSlide" Target="/ppt/notesSlides/notesSlide9.xml" Id="R7a8c82f2d8de49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a5fea2f2d8e424e" /><Relationship Type="http://schemas.openxmlformats.org/officeDocument/2006/relationships/image" Target="/ppt/media/image2.jpeg" Id="R195533b3e2de485e" /><Relationship Type="http://schemas.openxmlformats.org/officeDocument/2006/relationships/image" Target="/ppt/media/image2.png" Id="R4fb11f6409474a47" /><Relationship Type="http://schemas.openxmlformats.org/officeDocument/2006/relationships/image" Target="/ppt/media/image4.png" Id="Rf10146023a544a11" /><Relationship Type="http://schemas.openxmlformats.org/officeDocument/2006/relationships/image" Target="/ppt/media/image7.png" Id="R7bd0550593c34b25" /><Relationship Type="http://schemas.openxmlformats.org/officeDocument/2006/relationships/notesSlide" Target="/ppt/notesSlides/notesSlide10.xml" Id="R1dd18629164d41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2fe13f5efff468a" /><Relationship Type="http://schemas.openxmlformats.org/officeDocument/2006/relationships/image" Target="/ppt/media/image2.jpeg" Id="Raa641b4ab7f44ac8" /><Relationship Type="http://schemas.openxmlformats.org/officeDocument/2006/relationships/image" Target="/ppt/media/image2.png" Id="Ra928bc3387834b03" /><Relationship Type="http://schemas.openxmlformats.org/officeDocument/2006/relationships/notesSlide" Target="/ppt/notesSlides/notesSlide11.xml" Id="R888f376dd1514a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4bcee73224b4ec8" /><Relationship Type="http://schemas.openxmlformats.org/officeDocument/2006/relationships/image" Target="/ppt/media/image3.jpeg" Id="R21d83c076c064827" /><Relationship Type="http://schemas.openxmlformats.org/officeDocument/2006/relationships/image" Target="/ppt/media/image8.png" Id="Rb9223cdd44f94e88" /><Relationship Type="http://schemas.openxmlformats.org/officeDocument/2006/relationships/notesSlide" Target="/ppt/notesSlides/notesSlide12.xml" Id="R2ff283d282744cc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afbd46c352a46e5" /><Relationship Type="http://schemas.openxmlformats.org/officeDocument/2006/relationships/image" Target="/ppt/media/image2.jpeg" Id="R5f08b046a8f549ca" /><Relationship Type="http://schemas.openxmlformats.org/officeDocument/2006/relationships/image" Target="/ppt/media/image2.png" Id="Re5de4e8e00354fb4" /><Relationship Type="http://schemas.openxmlformats.org/officeDocument/2006/relationships/notesSlide" Target="/ppt/notesSlides/notesSlide13.xml" Id="Raa27ea00209841b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1ca25fbd14c4ec1" /><Relationship Type="http://schemas.openxmlformats.org/officeDocument/2006/relationships/image" Target="/ppt/media/image2.jpeg" Id="R3f5a140c113849fb" /><Relationship Type="http://schemas.openxmlformats.org/officeDocument/2006/relationships/image" Target="/ppt/media/image2.png" Id="R9295522178374e23" /><Relationship Type="http://schemas.openxmlformats.org/officeDocument/2006/relationships/notesSlide" Target="/ppt/notesSlides/notesSlide14.xml" Id="Rd5eb2123296a48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e4f4a969141445b6" /><Relationship Type="http://schemas.openxmlformats.org/officeDocument/2006/relationships/image" Target="/ppt/media/image2.jpeg" Id="Rcdc91e6c638e4b04" /><Relationship Type="http://schemas.openxmlformats.org/officeDocument/2006/relationships/image" Target="/ppt/media/image2.png" Id="R4116603d1c3045ca" /><Relationship Type="http://schemas.openxmlformats.org/officeDocument/2006/relationships/image" Target="/ppt/media/image4.png" Id="Rcf37f08ea8b842d0" /><Relationship Type="http://schemas.openxmlformats.org/officeDocument/2006/relationships/image" Target="/ppt/media/image9.png" Id="Rc92b9863259e4aad" /><Relationship Type="http://schemas.openxmlformats.org/officeDocument/2006/relationships/notesSlide" Target="/ppt/notesSlides/notesSlide15.xml" Id="R0ae05f73151744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8b4c5dafafb40f2" /><Relationship Type="http://schemas.openxmlformats.org/officeDocument/2006/relationships/image" Target="/ppt/media/image2.jpeg" Id="R9a9156f7b16f4464" /><Relationship Type="http://schemas.openxmlformats.org/officeDocument/2006/relationships/image" Target="/ppt/media/image2.png" Id="R0ffe32b67b5f4d6d" /><Relationship Type="http://schemas.openxmlformats.org/officeDocument/2006/relationships/image" Target="/ppt/media/image10.png" Id="R06c0c85717304642" /><Relationship Type="http://schemas.openxmlformats.org/officeDocument/2006/relationships/notesSlide" Target="/ppt/notesSlides/notesSlide16.xml" Id="R9981bc9b86f94f7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2f3472017b1439e" /><Relationship Type="http://schemas.openxmlformats.org/officeDocument/2006/relationships/image" Target="/ppt/media/image2.jpeg" Id="Rd859379b470840a8" /><Relationship Type="http://schemas.openxmlformats.org/officeDocument/2006/relationships/image" Target="/ppt/media/image2.png" Id="R20f8e76b2c12403d" /><Relationship Type="http://schemas.openxmlformats.org/officeDocument/2006/relationships/notesSlide" Target="/ppt/notesSlides/notesSlide17.xml" Id="R779c2a74636e486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ded23bafd8343e1" /><Relationship Type="http://schemas.openxmlformats.org/officeDocument/2006/relationships/image" Target="/ppt/media/image2.jpeg" Id="R9e8e329104fd4a2c" /><Relationship Type="http://schemas.openxmlformats.org/officeDocument/2006/relationships/image" Target="/ppt/media/image2.png" Id="Ra4a5e30922394a88" /><Relationship Type="http://schemas.openxmlformats.org/officeDocument/2006/relationships/notesSlide" Target="/ppt/notesSlides/notesSlide18.xml" Id="R6dba87cdf184474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91e823dd4814e2d" /><Relationship Type="http://schemas.openxmlformats.org/officeDocument/2006/relationships/image" Target="/ppt/media/image2.jpeg" Id="R826254f18bc74296" /><Relationship Type="http://schemas.openxmlformats.org/officeDocument/2006/relationships/image" Target="/ppt/media/image2.png" Id="R326537d5e97b4cb9" /><Relationship Type="http://schemas.openxmlformats.org/officeDocument/2006/relationships/notesSlide" Target="/ppt/notesSlides/notesSlide19.xml" Id="Re9368e1248f44e7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6a02fd825ee4590" /><Relationship Type="http://schemas.openxmlformats.org/officeDocument/2006/relationships/image" Target="/ppt/media/image2.jpeg" Id="R1c111d414cf645ae" /><Relationship Type="http://schemas.openxmlformats.org/officeDocument/2006/relationships/image" Target="/ppt/media/image2.png" Id="Re6c92306d9ad4edf" /><Relationship Type="http://schemas.openxmlformats.org/officeDocument/2006/relationships/notesSlide" Target="/ppt/notesSlides/notesSlide20.xml" Id="Rd31ce9b15fce4eb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586d61a2cdb469a" /><Relationship Type="http://schemas.openxmlformats.org/officeDocument/2006/relationships/image" Target="/ppt/media/image2.jpeg" Id="R50e903a5cfc2424d" /><Relationship Type="http://schemas.openxmlformats.org/officeDocument/2006/relationships/image" Target="/ppt/media/image2.png" Id="R114f45e6426b4ca0" /><Relationship Type="http://schemas.openxmlformats.org/officeDocument/2006/relationships/notesSlide" Target="/ppt/notesSlides/notesSlide21.xml" Id="Rd4fc8565ea014e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405d303b367748e5" /><Relationship Type="http://schemas.openxmlformats.org/officeDocument/2006/relationships/image" Target="/ppt/media/image2.jpeg" Id="R10dbc07f997d454d" /><Relationship Type="http://schemas.openxmlformats.org/officeDocument/2006/relationships/image" Target="/ppt/media/image2.png" Id="R8517cb6ff1894e15" /><Relationship Type="http://schemas.openxmlformats.org/officeDocument/2006/relationships/image" Target="/ppt/media/image4.png" Id="Rf1b02b725bff48f9" /><Relationship Type="http://schemas.openxmlformats.org/officeDocument/2006/relationships/image" Target="/ppt/media/image11.png" Id="Rb1a8492f2a2c44aa" /><Relationship Type="http://schemas.openxmlformats.org/officeDocument/2006/relationships/notesSlide" Target="/ppt/notesSlides/notesSlide22.xml" Id="Raeb122eee2c743d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10cba39ccbd4861" /><Relationship Type="http://schemas.openxmlformats.org/officeDocument/2006/relationships/image" Target="/ppt/media/image2.jpeg" Id="Rcaea30b6abc24f18" /><Relationship Type="http://schemas.openxmlformats.org/officeDocument/2006/relationships/image" Target="/ppt/media/image2.png" Id="Refbe803141ff4c64" /><Relationship Type="http://schemas.openxmlformats.org/officeDocument/2006/relationships/notesSlide" Target="/ppt/notesSlides/notesSlide23.xml" Id="R3386fadf64d44cf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3dfa9b3acb3444c" /><Relationship Type="http://schemas.openxmlformats.org/officeDocument/2006/relationships/image" Target="/ppt/media/image2.jpeg" Id="Rf8ede0dcaf0e4ed3" /><Relationship Type="http://schemas.openxmlformats.org/officeDocument/2006/relationships/image" Target="/ppt/media/image2.png" Id="R8060fc26a3a6481e" /><Relationship Type="http://schemas.openxmlformats.org/officeDocument/2006/relationships/chart" Target="/ppt/slides/charts/chart2.xml" Id="R20d7865c9e7c4946" /><Relationship Type="http://schemas.openxmlformats.org/officeDocument/2006/relationships/notesSlide" Target="/ppt/notesSlides/notesSlide24.xml" Id="R8cad9c3f0cd0473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8634226fb164f7f" /><Relationship Type="http://schemas.openxmlformats.org/officeDocument/2006/relationships/image" Target="/ppt/media/image2.jpeg" Id="R83822f5b77c941f4" /><Relationship Type="http://schemas.openxmlformats.org/officeDocument/2006/relationships/image" Target="/ppt/media/image2.png" Id="Ra84a3dd6ec1543fd" /><Relationship Type="http://schemas.openxmlformats.org/officeDocument/2006/relationships/image" Target="/ppt/media/image12.png" Id="R5da47dc946f344ed" /><Relationship Type="http://schemas.openxmlformats.org/officeDocument/2006/relationships/image" Target="/ppt/media/image13.png" Id="R70895e90625845a1" /><Relationship Type="http://schemas.openxmlformats.org/officeDocument/2006/relationships/notesSlide" Target="/ppt/notesSlides/notesSlide25.xml" Id="R877177dc3af1449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1ee3af9b6fc549ff" /><Relationship Type="http://schemas.openxmlformats.org/officeDocument/2006/relationships/image" Target="/ppt/media/image2.jpeg" Id="R7cf904d705fc461d" /><Relationship Type="http://schemas.openxmlformats.org/officeDocument/2006/relationships/image" Target="/ppt/media/image2.png" Id="R68f5f526d4de4272" /><Relationship Type="http://schemas.openxmlformats.org/officeDocument/2006/relationships/image" Target="/ppt/media/image4.png" Id="R3b9843094f874e67" /><Relationship Type="http://schemas.openxmlformats.org/officeDocument/2006/relationships/image" Target="/ppt/media/image14.png" Id="R65b5cf94635e4d53" /><Relationship Type="http://schemas.openxmlformats.org/officeDocument/2006/relationships/notesSlide" Target="/ppt/notesSlides/notesSlide26.xml" Id="R362ee366396449e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c2ed06f0be64224" /><Relationship Type="http://schemas.openxmlformats.org/officeDocument/2006/relationships/image" Target="/ppt/media/image2.jpeg" Id="R324332a059fc496d" /><Relationship Type="http://schemas.openxmlformats.org/officeDocument/2006/relationships/image" Target="/ppt/media/image2.png" Id="R4fe7270e464e461a" /><Relationship Type="http://schemas.openxmlformats.org/officeDocument/2006/relationships/notesSlide" Target="/ppt/notesSlides/notesSlide27.xml" Id="R0f42f45c9def4a6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03661bd39c045c8" /><Relationship Type="http://schemas.openxmlformats.org/officeDocument/2006/relationships/image" Target="/ppt/media/image2.jpeg" Id="Raf0ba230b70d49f0" /><Relationship Type="http://schemas.openxmlformats.org/officeDocument/2006/relationships/image" Target="/ppt/media/image2.png" Id="R85c5391a4e194e4e" /><Relationship Type="http://schemas.openxmlformats.org/officeDocument/2006/relationships/notesSlide" Target="/ppt/notesSlides/notesSlide28.xml" Id="Re9b9b7799df7425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e652096372c4863" /><Relationship Type="http://schemas.openxmlformats.org/officeDocument/2006/relationships/image" Target="/ppt/media/image2.jpeg" Id="R4003ed0e36fa4e44" /><Relationship Type="http://schemas.openxmlformats.org/officeDocument/2006/relationships/image" Target="/ppt/media/image2.png" Id="R9a09964a6153409b" /><Relationship Type="http://schemas.openxmlformats.org/officeDocument/2006/relationships/notesSlide" Target="/ppt/notesSlides/notesSlide29.xml" Id="R21268b29ca18470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9677e8f8806400e" /><Relationship Type="http://schemas.openxmlformats.org/officeDocument/2006/relationships/image" Target="/ppt/media/image2.jpeg" Id="R003e4b26702c4337" /><Relationship Type="http://schemas.openxmlformats.org/officeDocument/2006/relationships/image" Target="/ppt/media/image2.png" Id="R19d733d1cc8b4bfd" /><Relationship Type="http://schemas.openxmlformats.org/officeDocument/2006/relationships/notesSlide" Target="/ppt/notesSlides/notesSlide30.xml" Id="R6f1f2b8b909f4f6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2c1162a83ef429c" /><Relationship Type="http://schemas.openxmlformats.org/officeDocument/2006/relationships/image" Target="/ppt/media/image2.jpeg" Id="Rce7618eef5ce44da" /><Relationship Type="http://schemas.openxmlformats.org/officeDocument/2006/relationships/image" Target="/ppt/media/image2.png" Id="R2dfad2879d3541b2" /><Relationship Type="http://schemas.openxmlformats.org/officeDocument/2006/relationships/notesSlide" Target="/ppt/notesSlides/notesSlide31.xml" Id="R4f27140fb27b447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a982622bdf44d9b" /><Relationship Type="http://schemas.openxmlformats.org/officeDocument/2006/relationships/image" Target="/ppt/media/image2.jpeg" Id="Rbed4167275cf4d9e" /><Relationship Type="http://schemas.openxmlformats.org/officeDocument/2006/relationships/image" Target="/ppt/media/image2.png" Id="Rb6f327ee962a474a" /><Relationship Type="http://schemas.openxmlformats.org/officeDocument/2006/relationships/notesSlide" Target="/ppt/notesSlides/notesSlide32.xml" Id="R9cba165b330f430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bab6a984e3b4412" /><Relationship Type="http://schemas.openxmlformats.org/officeDocument/2006/relationships/image" Target="/ppt/media/image2.jpeg" Id="Rc1e1e93dd9d34f81" /><Relationship Type="http://schemas.openxmlformats.org/officeDocument/2006/relationships/image" Target="/ppt/media/image2.png" Id="R316ff22ce1c94fa0" /><Relationship Type="http://schemas.openxmlformats.org/officeDocument/2006/relationships/notesSlide" Target="/ppt/notesSlides/notesSlide33.xml" Id="R106ccf6922e0482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3683dcf66424587" /><Relationship Type="http://schemas.openxmlformats.org/officeDocument/2006/relationships/image" Target="/ppt/media/image2.jpeg" Id="R5561f7e7e2db4c38" /><Relationship Type="http://schemas.openxmlformats.org/officeDocument/2006/relationships/image" Target="/ppt/media/image2.png" Id="R4411862bcb314e38" /><Relationship Type="http://schemas.openxmlformats.org/officeDocument/2006/relationships/notesSlide" Target="/ppt/notesSlides/notesSlide34.xml" Id="R06866e86a09d48d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cf973881ee14c15" /><Relationship Type="http://schemas.openxmlformats.org/officeDocument/2006/relationships/image" Target="/ppt/media/image2.jpeg" Id="Rd53ed5814f664df0" /><Relationship Type="http://schemas.openxmlformats.org/officeDocument/2006/relationships/image" Target="/ppt/media/image2.png" Id="R4f34574f9a8948f9" /><Relationship Type="http://schemas.openxmlformats.org/officeDocument/2006/relationships/image" Target="/ppt/media/image15.png" Id="R3d4e6f49c5f04fd7" /><Relationship Type="http://schemas.openxmlformats.org/officeDocument/2006/relationships/notesSlide" Target="/ppt/notesSlides/notesSlide35.xml" Id="R3a215714d8a84b8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0582eadcfc234177" /><Relationship Type="http://schemas.openxmlformats.org/officeDocument/2006/relationships/image" Target="/ppt/media/image2.jpeg" Id="R4a32826b4e5040ac" /><Relationship Type="http://schemas.openxmlformats.org/officeDocument/2006/relationships/image" Target="/ppt/media/image.gif" Id="R7a7fd4da60fa4858" /><Relationship Type="http://schemas.openxmlformats.org/officeDocument/2006/relationships/image" Target="/ppt/media/image2.png" Id="R7842b25f901c4aea" /><Relationship Type="http://schemas.openxmlformats.org/officeDocument/2006/relationships/notesSlide" Target="/ppt/notesSlides/notesSlide36.xml" Id="Rb08f13bc7d6b4270"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955d3efd8b9e4367">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ec426c5ee51b4272">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072cb6763864bca"/>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f3e8f8a42334c43"/>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7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7d7bd876b14243f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8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71ecaa873716473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8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087707393660468a">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8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3095ea51d0994fd4">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8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09f2afa913a43a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c70c5a687ac463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6e4ba5eb74f34c93"/>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456f6e7369e45b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20f64a176f14e3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edc82a25041457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56e676cb3fc452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7e4a6747a864e1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172625edc194e5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ac92df69f846426b"/>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6f4057977d0440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f2ad2ca722a493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34dd26032b244e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26c4a9b883448c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4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195533b3e2de485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5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4fb11f6409474a4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5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f10146023a544a11">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5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7bd0550593c34b25">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5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a641b4ab7f44ac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928bc3387834b0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6"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title-cover-1">
            <a:extLst xmlns:a="http://schemas.openxmlformats.org/drawingml/2006/main">
              <a:ext uri="{FF2B5EF4-FFF2-40B4-BE49-F238E27FC236}">
                <a16:creationId xmlns:a16="http://schemas.microsoft.com/office/drawing/2014/main" id="{99006495-7A98-491F-9CF1-B0F1537B2B0B}"/>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related-study-top-rule-1">
            <a:extLst xmlns:a="http://schemas.openxmlformats.org/drawingml/2006/main">
              <a:ext uri="{FF2B5EF4-FFF2-40B4-BE49-F238E27FC236}">
                <a16:creationId xmlns:a16="http://schemas.microsoft.com/office/drawing/2014/main" id="{969E5984-5B96-488F-BC13-59841D9B0AFE}"/>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32" name="related-study-title-1">
            <a:extLst xmlns:a="http://schemas.openxmlformats.org/drawingml/2006/main">
              <a:ext uri="{FF2B5EF4-FFF2-40B4-BE49-F238E27FC236}">
                <a16:creationId xmlns:a16="http://schemas.microsoft.com/office/drawing/2014/main" id="{C699B479-4E30-4E03-BE46-2B2C03152D9F}"/>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(1/3)</a:t>
            </a:r>
          </a:p>
        </p:txBody>
      </p:sp>
      <p:sp>
        <p:nvSpPr>
          <p:cNvPr id="233" name="related-study-cover-1">
            <a:extLst xmlns:a="http://schemas.openxmlformats.org/drawingml/2006/main">
              <a:ext uri="{FF2B5EF4-FFF2-40B4-BE49-F238E27FC236}">
                <a16:creationId xmlns:a16="http://schemas.microsoft.com/office/drawing/2014/main" id="{BA70257B-52B9-4521-9AD4-06AA0B025CD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4" name="paper-title-1">
            <a:extLst xmlns:a="http://schemas.openxmlformats.org/drawingml/2006/main">
              <a:ext uri="{FF2B5EF4-FFF2-40B4-BE49-F238E27FC236}">
                <a16:creationId xmlns:a16="http://schemas.microsoft.com/office/drawing/2014/main" id="{2917B3A7-A65B-41AD-A896-BC0B3E1FDD25}"/>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5" name="paper-summary-1">
            <a:extLst xmlns:a="http://schemas.openxmlformats.org/drawingml/2006/main">
              <a:ext uri="{FF2B5EF4-FFF2-40B4-BE49-F238E27FC236}">
                <a16:creationId xmlns:a16="http://schemas.microsoft.com/office/drawing/2014/main" id="{E75E5C63-3B03-4F02-9029-377EEF427B98}"/>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6" name="paper-source-1">
            <a:extLst xmlns:a="http://schemas.openxmlformats.org/drawingml/2006/main">
              <a:ext uri="{FF2B5EF4-FFF2-40B4-BE49-F238E27FC236}">
                <a16:creationId xmlns:a16="http://schemas.microsoft.com/office/drawing/2014/main" id="{841E84C3-AA3B-457F-A83C-C6AD117686E9}"/>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7" name="ddfed-strengths-heading">
            <a:extLst xmlns:a="http://schemas.openxmlformats.org/drawingml/2006/main">
              <a:ext uri="{FF2B5EF4-FFF2-40B4-BE49-F238E27FC236}">
                <a16:creationId xmlns:a16="http://schemas.microsoft.com/office/drawing/2014/main" id="{368453F3-CC22-4D0E-B841-E77DEEE2545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8" name="ddfed-strengths-bullets">
            <a:extLst xmlns:a="http://schemas.openxmlformats.org/drawingml/2006/main">
              <a:ext uri="{FF2B5EF4-FFF2-40B4-BE49-F238E27FC236}">
                <a16:creationId xmlns:a16="http://schemas.microsoft.com/office/drawing/2014/main" id="{B5276200-0C30-484C-9AFA-AB28A6F32E5D}"/>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9" name="ddfed-limits-heading">
            <a:extLst xmlns:a="http://schemas.openxmlformats.org/drawingml/2006/main">
              <a:ext uri="{FF2B5EF4-FFF2-40B4-BE49-F238E27FC236}">
                <a16:creationId xmlns:a16="http://schemas.microsoft.com/office/drawing/2014/main" id="{05A363CD-9930-4532-9E2A-6E049A224560}"/>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40" name="ddfed-limits-bullets">
            <a:extLst xmlns:a="http://schemas.openxmlformats.org/drawingml/2006/main">
              <a:ext uri="{FF2B5EF4-FFF2-40B4-BE49-F238E27FC236}">
                <a16:creationId xmlns:a16="http://schemas.microsoft.com/office/drawing/2014/main" id="{FF91CF51-973C-4525-A0BD-1A50223C2FF7}"/>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41" name="ddfed-flow-title">
            <a:extLst xmlns:a="http://schemas.openxmlformats.org/drawingml/2006/main">
              <a:ext uri="{FF2B5EF4-FFF2-40B4-BE49-F238E27FC236}">
                <a16:creationId xmlns:a16="http://schemas.microsoft.com/office/drawing/2014/main" id="{E3781CDC-48F7-4A19-A1A9-04E0D0C5BA85}"/>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42" name="ddfed-box-1">
            <a:extLst xmlns:a="http://schemas.openxmlformats.org/drawingml/2006/main">
              <a:ext uri="{FF2B5EF4-FFF2-40B4-BE49-F238E27FC236}">
                <a16:creationId xmlns:a16="http://schemas.microsoft.com/office/drawing/2014/main" id="{CE1F4AC4-DD2F-4B75-AC83-3876ACAD766F}"/>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3" name="ddfed-arrow-1">
            <a:extLst xmlns:a="http://schemas.openxmlformats.org/drawingml/2006/main">
              <a:ext uri="{FF2B5EF4-FFF2-40B4-BE49-F238E27FC236}">
                <a16:creationId xmlns:a16="http://schemas.microsoft.com/office/drawing/2014/main" id="{DE4D249C-E2F0-4D9D-8C6A-FA7FC4C76E9E}"/>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4" name="ddfed-box-2">
            <a:extLst xmlns:a="http://schemas.openxmlformats.org/drawingml/2006/main">
              <a:ext uri="{FF2B5EF4-FFF2-40B4-BE49-F238E27FC236}">
                <a16:creationId xmlns:a16="http://schemas.microsoft.com/office/drawing/2014/main" id="{D9051B66-6100-4038-AB14-B31D099FA068}"/>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5" name="ddfed-arrow-2">
            <a:extLst xmlns:a="http://schemas.openxmlformats.org/drawingml/2006/main">
              <a:ext uri="{FF2B5EF4-FFF2-40B4-BE49-F238E27FC236}">
                <a16:creationId xmlns:a16="http://schemas.microsoft.com/office/drawing/2014/main" id="{66FFE9D6-35BE-42A4-86BA-C33AEA61378D}"/>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6" name="ddfed-box-3">
            <a:extLst xmlns:a="http://schemas.openxmlformats.org/drawingml/2006/main">
              <a:ext uri="{FF2B5EF4-FFF2-40B4-BE49-F238E27FC236}">
                <a16:creationId xmlns:a16="http://schemas.microsoft.com/office/drawing/2014/main" id="{EF53CD81-D4DA-4AF4-BAF9-124F297ACEAE}"/>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7" name="ddfed-arrow-3">
            <a:extLst xmlns:a="http://schemas.openxmlformats.org/drawingml/2006/main">
              <a:ext uri="{FF2B5EF4-FFF2-40B4-BE49-F238E27FC236}">
                <a16:creationId xmlns:a16="http://schemas.microsoft.com/office/drawing/2014/main" id="{1E163D0A-79DC-4AB0-A6C4-E5E6678227E1}"/>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8" name="ddfed-box-4">
            <a:extLst xmlns:a="http://schemas.openxmlformats.org/drawingml/2006/main">
              <a:ext uri="{FF2B5EF4-FFF2-40B4-BE49-F238E27FC236}">
                <a16:creationId xmlns:a16="http://schemas.microsoft.com/office/drawing/2014/main" id="{F691982A-3AF6-45D3-AA8C-50D37364D627}"/>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9" name="ddfed-diagram-caption">
            <a:extLst xmlns:a="http://schemas.openxmlformats.org/drawingml/2006/main">
              <a:ext uri="{FF2B5EF4-FFF2-40B4-BE49-F238E27FC236}">
                <a16:creationId xmlns:a16="http://schemas.microsoft.com/office/drawing/2014/main" id="{101B069C-F169-46D7-808B-67BE2FF7BF45}"/>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1d83c076c064827"/>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b9223cdd44f94e88"/>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5"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B91CCAA5-AD97-4F7C-A52F-6B5BF68A7750}"/>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3CA4B5E3-3433-4438-9418-AC7A433F3ACF}"/>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E3644219-5AB1-4DBC-8713-5B184E883CCB}"/>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33A814B9-CD65-4471-AE95-8895004CCA2B}"/>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DFB1F1F9-9498-406F-8A55-CFBF421F537C}"/>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DBF8D861-BFDF-4B5A-BF8D-FA16C821570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E3D6EDCE-C587-4F98-99F0-27B47BC3E3BA}"/>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4CBFD192-CEB8-452A-BEF2-713334B87FBB}"/>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89BB1BC3-13A3-44D9-9866-AC1C6B2FBE40}"/>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B389FCFA-81F4-4B42-AFEC-0BB0469A97A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6C373F47-BE76-427A-9EA0-9CD704549B4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C1BE48CD-C897-4B4C-9682-0D44C11D5924}"/>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DF736916-169D-4F05-ABA4-FDB1C334B7D8}"/>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3164F717-520E-459F-A15D-5433BA485FBA}"/>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B8EC9629-DE2C-44E3-9ED9-F4DA0AA9499F}"/>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4D9F1ED9-A0E3-41A3-B8C8-0063294F00FB}"/>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ADF5C887-63BA-427A-A46B-F5BDA04DB3F3}"/>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88E548AA-7FB8-4E9C-A94B-E02D241CF7DC}"/>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67E66652-7601-4A0F-A53B-B8998D52349E}"/>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84B14C97-DADA-443B-AFA5-88F6DBB7E516}"/>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f08b046a8f549c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5de4e8e00354fb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5"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title-cover-3">
            <a:extLst xmlns:a="http://schemas.openxmlformats.org/drawingml/2006/main">
              <a:ext uri="{FF2B5EF4-FFF2-40B4-BE49-F238E27FC236}">
                <a16:creationId xmlns:a16="http://schemas.microsoft.com/office/drawing/2014/main" id="{AF173D02-20A7-476A-8512-237D13CDC7C6}"/>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related-study-top-rule-3">
            <a:extLst xmlns:a="http://schemas.openxmlformats.org/drawingml/2006/main">
              <a:ext uri="{FF2B5EF4-FFF2-40B4-BE49-F238E27FC236}">
                <a16:creationId xmlns:a16="http://schemas.microsoft.com/office/drawing/2014/main" id="{2865E916-E8A2-488A-964E-CBD65A359755}"/>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32" name="related-study-title-3">
            <a:extLst xmlns:a="http://schemas.openxmlformats.org/drawingml/2006/main">
              <a:ext uri="{FF2B5EF4-FFF2-40B4-BE49-F238E27FC236}">
                <a16:creationId xmlns:a16="http://schemas.microsoft.com/office/drawing/2014/main" id="{E114717F-7B9D-4133-B042-9EAA4F3CB3EF}"/>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(3/3)</a:t>
            </a:r>
          </a:p>
        </p:txBody>
      </p:sp>
      <p:sp>
        <p:nvSpPr>
          <p:cNvPr id="233" name="related-study-cover-3">
            <a:extLst xmlns:a="http://schemas.openxmlformats.org/drawingml/2006/main">
              <a:ext uri="{FF2B5EF4-FFF2-40B4-BE49-F238E27FC236}">
                <a16:creationId xmlns:a16="http://schemas.microsoft.com/office/drawing/2014/main" id="{6741351D-F65B-46BE-A3A0-FFA5597DEF5E}"/>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4" name="paper-title-3">
            <a:extLst xmlns:a="http://schemas.openxmlformats.org/drawingml/2006/main">
              <a:ext uri="{FF2B5EF4-FFF2-40B4-BE49-F238E27FC236}">
                <a16:creationId xmlns:a16="http://schemas.microsoft.com/office/drawing/2014/main" id="{F6020808-24C6-4D7A-93CA-04A46D0A576A}"/>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5" name="paper-summary-3">
            <a:extLst xmlns:a="http://schemas.openxmlformats.org/drawingml/2006/main">
              <a:ext uri="{FF2B5EF4-FFF2-40B4-BE49-F238E27FC236}">
                <a16:creationId xmlns:a16="http://schemas.microsoft.com/office/drawing/2014/main" id="{14F31AF3-ED49-40D5-95AF-C879D824B01C}"/>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6" name="paper-source-3">
            <a:extLst xmlns:a="http://schemas.openxmlformats.org/drawingml/2006/main">
              <a:ext uri="{FF2B5EF4-FFF2-40B4-BE49-F238E27FC236}">
                <a16:creationId xmlns:a16="http://schemas.microsoft.com/office/drawing/2014/main" id="{6A111D00-6BE3-42E0-9080-6180853C6A2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7" name="preamble-strengths-heading">
            <a:extLst xmlns:a="http://schemas.openxmlformats.org/drawingml/2006/main">
              <a:ext uri="{FF2B5EF4-FFF2-40B4-BE49-F238E27FC236}">
                <a16:creationId xmlns:a16="http://schemas.microsoft.com/office/drawing/2014/main" id="{E584E96E-0F8A-4688-AEE5-3D08561BFC9B}"/>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8" name="preamble-strengths-bullets">
            <a:extLst xmlns:a="http://schemas.openxmlformats.org/drawingml/2006/main">
              <a:ext uri="{FF2B5EF4-FFF2-40B4-BE49-F238E27FC236}">
                <a16:creationId xmlns:a16="http://schemas.microsoft.com/office/drawing/2014/main" id="{150A2B12-1166-4414-AE7E-0C77B02F3DB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9" name="preamble-limits-heading">
            <a:extLst xmlns:a="http://schemas.openxmlformats.org/drawingml/2006/main">
              <a:ext uri="{FF2B5EF4-FFF2-40B4-BE49-F238E27FC236}">
                <a16:creationId xmlns:a16="http://schemas.microsoft.com/office/drawing/2014/main" id="{05E26B2C-131A-465B-8ED9-4ECE8F513091}"/>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40" name="preamble-limits-bullets">
            <a:extLst xmlns:a="http://schemas.openxmlformats.org/drawingml/2006/main">
              <a:ext uri="{FF2B5EF4-FFF2-40B4-BE49-F238E27FC236}">
                <a16:creationId xmlns:a16="http://schemas.microsoft.com/office/drawing/2014/main" id="{B4DD7D23-D23A-4DF1-A8F1-7D2B86620C6D}"/>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41" name="preamble-flow-title">
            <a:extLst xmlns:a="http://schemas.openxmlformats.org/drawingml/2006/main">
              <a:ext uri="{FF2B5EF4-FFF2-40B4-BE49-F238E27FC236}">
                <a16:creationId xmlns:a16="http://schemas.microsoft.com/office/drawing/2014/main" id="{9276CF75-8E7B-4985-9C78-E3AD1FE96452}"/>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42" name="preamble-box-1">
            <a:extLst xmlns:a="http://schemas.openxmlformats.org/drawingml/2006/main">
              <a:ext uri="{FF2B5EF4-FFF2-40B4-BE49-F238E27FC236}">
                <a16:creationId xmlns:a16="http://schemas.microsoft.com/office/drawing/2014/main" id="{12B8BB3D-69FA-48C3-B89F-488CFF9FC619}"/>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3" name="preamble-arrow-split">
            <a:extLst xmlns:a="http://schemas.openxmlformats.org/drawingml/2006/main">
              <a:ext uri="{FF2B5EF4-FFF2-40B4-BE49-F238E27FC236}">
                <a16:creationId xmlns:a16="http://schemas.microsoft.com/office/drawing/2014/main" id="{FA09CF20-0266-4431-B378-D38B60CF2FFD}"/>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2a">
            <a:extLst xmlns:a="http://schemas.openxmlformats.org/drawingml/2006/main">
              <a:ext uri="{FF2B5EF4-FFF2-40B4-BE49-F238E27FC236}">
                <a16:creationId xmlns:a16="http://schemas.microsoft.com/office/drawing/2014/main" id="{EF6E5257-1A3A-48AB-9EC7-611FAC4C2A84}"/>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5" name="preamble-box-2b">
            <a:extLst xmlns:a="http://schemas.openxmlformats.org/drawingml/2006/main">
              <a:ext uri="{FF2B5EF4-FFF2-40B4-BE49-F238E27FC236}">
                <a16:creationId xmlns:a16="http://schemas.microsoft.com/office/drawing/2014/main" id="{FE311BDA-997A-4099-AF54-588DEDADB017}"/>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6" name="preamble-arrow-merge">
            <a:extLst xmlns:a="http://schemas.openxmlformats.org/drawingml/2006/main">
              <a:ext uri="{FF2B5EF4-FFF2-40B4-BE49-F238E27FC236}">
                <a16:creationId xmlns:a16="http://schemas.microsoft.com/office/drawing/2014/main" id="{7CC97C92-C28C-4044-8F0D-6E26522E71EB}"/>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7" name="preamble-box-3">
            <a:extLst xmlns:a="http://schemas.openxmlformats.org/drawingml/2006/main">
              <a:ext uri="{FF2B5EF4-FFF2-40B4-BE49-F238E27FC236}">
                <a16:creationId xmlns:a16="http://schemas.microsoft.com/office/drawing/2014/main" id="{D763D3D0-4876-4897-BA6E-B3959AD4D343}"/>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8" name="preamble-diagram-caption">
            <a:extLst xmlns:a="http://schemas.openxmlformats.org/drawingml/2006/main">
              <a:ext uri="{FF2B5EF4-FFF2-40B4-BE49-F238E27FC236}">
                <a16:creationId xmlns:a16="http://schemas.microsoft.com/office/drawing/2014/main" id="{800023B0-1C16-4A34-935F-E6E6E06D573E}"/>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f5a140c113849f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295522178374e2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463"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cdc91e6c638e4b0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64"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4116603d1c3045c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65"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cf37f08ea8b842d0">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67"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c92b9863259e4aad">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cxnSp>
        <p:nvCxnSpPr>
          <p:cNvPr id="47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a9156f7b16f446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ffe32b67b5f4d6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06c0c85717304642"/>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859379b470840a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0f8e76b2c12403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e8e329104fd4a2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4a5e30922394a8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26254f18bc7429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26537d5e97b4cb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c111d414cf645a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6c92306d9ad4ed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0e903a5cfc2424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14f45e6426b4ca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56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10dbc07f997d454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6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8517cb6ff1894e1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6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f1b02b725bff48f9">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7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b1a8492f2a2c44aa">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7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aea30b6abc24f1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fbe803141ff4c6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8ede0dcaf0e4ed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060fc26a3a6481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20d7865c9e7c4946"/>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3822f5b77c941f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84a3dd6ec1543f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5da47dc946f344ed"/>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70895e90625845a1"/>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610"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7cf904d705fc461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1"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68f5f526d4de427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12"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3b9843094f874e67">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14"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65b5cf94635e4d53">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16"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24332a059fc496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fe7270e464e461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f0ba230b70d49f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5c5391a4e194e4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003ed0e36fa4e4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a09964a6153409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03e4b26702c433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9d733d1cc8b4bf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e7618eef5ce44d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dfad2879d3541b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ed4167275cf4d9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6f327ee962a474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1e1e93dd9d34f8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16ff22ce1c94fa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561f7e7e2db4c3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411862bcb314e3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53ed5814f664df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f34574f9a8948f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3d4e6f49c5f04fd7">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4a32826b4e5040a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7a7fd4da60fa4858">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842b25f901c4ae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2026-09-24T02:13:23.5470000Z</dcterms:created>
  <dcterms:modified xsi:type="dcterms:W3CDTF">2026-09-24T02:13:23.5470000Z</dcterms:modified>
</coreProperties>
</file>