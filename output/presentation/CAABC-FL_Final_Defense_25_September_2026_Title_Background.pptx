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b62c8ec0624118" /><Relationship Type="http://schemas.openxmlformats.org/officeDocument/2006/relationships/extended-properties" Target="/docProps/app.xml" Id="Re8c97b4cecf04eff" /><Relationship Type="http://schemas.openxmlformats.org/officeDocument/2006/relationships/officeDocument" Target="/ppt/presentation.xml" Id="Rba58ab1fb8ed48a3" /></Relationships>
</file>

<file path=ppt/presentation.xml><?xml version="1.0" encoding="utf-8"?>
<p:presentation xmlns:p="http://schemas.openxmlformats.org/presentationml/2006/main">
  <p:sldMasterIdLst>
    <p:sldMasterId xmlns:r="http://schemas.openxmlformats.org/officeDocument/2006/relationships" id="2147483648" r:id="R2e857d7ab34e4650"/>
  </p:sldMasterIdLst>
  <p:notesMasterIdLst>
    <p:notesMasterId xmlns:r="http://schemas.openxmlformats.org/officeDocument/2006/relationships" r:id="Ra40eb70de2e2440d"/>
  </p:notesMasterIdLst>
  <p:sldIdLst>
    <p:sldId xmlns:r="http://schemas.openxmlformats.org/officeDocument/2006/relationships" id="256" r:id="Rf70617f67dde453d"/>
    <p:sldId xmlns:r="http://schemas.openxmlformats.org/officeDocument/2006/relationships" id="257" r:id="R3bb380020aa744f0"/>
    <p:sldId xmlns:r="http://schemas.openxmlformats.org/officeDocument/2006/relationships" id="258" r:id="Rb3facb561a104c71"/>
    <p:sldId xmlns:r="http://schemas.openxmlformats.org/officeDocument/2006/relationships" id="259" r:id="R3fd082358f9847ef"/>
    <p:sldId xmlns:r="http://schemas.openxmlformats.org/officeDocument/2006/relationships" id="260" r:id="R4c8b6820431a4c2f"/>
    <p:sldId xmlns:r="http://schemas.openxmlformats.org/officeDocument/2006/relationships" id="261" r:id="R3796c9963b7d49f0"/>
    <p:sldId xmlns:r="http://schemas.openxmlformats.org/officeDocument/2006/relationships" id="262" r:id="Rd8b3969551af4ea7"/>
    <p:sldId xmlns:r="http://schemas.openxmlformats.org/officeDocument/2006/relationships" id="263" r:id="R235b5abae9134b87"/>
    <p:sldId xmlns:r="http://schemas.openxmlformats.org/officeDocument/2006/relationships" id="264" r:id="Rcb109779896b456e"/>
    <p:sldId xmlns:r="http://schemas.openxmlformats.org/officeDocument/2006/relationships" id="265" r:id="R0f3b140e3e7147ad"/>
    <p:sldId xmlns:r="http://schemas.openxmlformats.org/officeDocument/2006/relationships" id="266" r:id="R510f6b235d364ce1"/>
    <p:sldId xmlns:r="http://schemas.openxmlformats.org/officeDocument/2006/relationships" id="267" r:id="Racbb665e9eb64354"/>
    <p:sldId xmlns:r="http://schemas.openxmlformats.org/officeDocument/2006/relationships" id="268" r:id="Rac31c7dad3a14bf3"/>
    <p:sldId xmlns:r="http://schemas.openxmlformats.org/officeDocument/2006/relationships" id="269" r:id="Rd5c3b2f4596b4429"/>
    <p:sldId xmlns:r="http://schemas.openxmlformats.org/officeDocument/2006/relationships" id="270" r:id="R79c30480a9694137"/>
    <p:sldId xmlns:r="http://schemas.openxmlformats.org/officeDocument/2006/relationships" id="271" r:id="R56da8c92289f409c"/>
    <p:sldId xmlns:r="http://schemas.openxmlformats.org/officeDocument/2006/relationships" id="272" r:id="R09b07163de664474"/>
    <p:sldId xmlns:r="http://schemas.openxmlformats.org/officeDocument/2006/relationships" id="273" r:id="Rc8b1a1fe2f284261"/>
    <p:sldId xmlns:r="http://schemas.openxmlformats.org/officeDocument/2006/relationships" id="274" r:id="Re4115956b009452d"/>
    <p:sldId xmlns:r="http://schemas.openxmlformats.org/officeDocument/2006/relationships" id="275" r:id="R05347c5decc4494a"/>
    <p:sldId xmlns:r="http://schemas.openxmlformats.org/officeDocument/2006/relationships" id="276" r:id="R06ba36365dd44a44"/>
    <p:sldId xmlns:r="http://schemas.openxmlformats.org/officeDocument/2006/relationships" id="277" r:id="Rc57b1238bcdd487b"/>
    <p:sldId xmlns:r="http://schemas.openxmlformats.org/officeDocument/2006/relationships" id="278" r:id="Rf109a7ab78684813"/>
    <p:sldId xmlns:r="http://schemas.openxmlformats.org/officeDocument/2006/relationships" id="279" r:id="R04f4fd676877498b"/>
    <p:sldId xmlns:r="http://schemas.openxmlformats.org/officeDocument/2006/relationships" id="280" r:id="R20c92b4063324cf9"/>
    <p:sldId xmlns:r="http://schemas.openxmlformats.org/officeDocument/2006/relationships" id="281" r:id="Rcbe9c556cb9f4de7"/>
    <p:sldId xmlns:r="http://schemas.openxmlformats.org/officeDocument/2006/relationships" id="282" r:id="Rb202fc3033a44f90"/>
    <p:sldId xmlns:r="http://schemas.openxmlformats.org/officeDocument/2006/relationships" id="283" r:id="R771d4a2fb0354a76"/>
    <p:sldId xmlns:r="http://schemas.openxmlformats.org/officeDocument/2006/relationships" id="284" r:id="R774b42c127a04f2d"/>
    <p:sldId xmlns:r="http://schemas.openxmlformats.org/officeDocument/2006/relationships" id="285" r:id="R36f21b88860840a6"/>
    <p:sldId xmlns:r="http://schemas.openxmlformats.org/officeDocument/2006/relationships" id="286" r:id="R116d7b4c80aa4b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bcd7afd3d814bb3" /><Relationship Type="http://schemas.openxmlformats.org/officeDocument/2006/relationships/slideMaster" Target="/ppt/slideMasters/slideMaster1.xml" Id="R2e857d7ab34e4650" /><Relationship Type="http://schemas.openxmlformats.org/officeDocument/2006/relationships/notesMaster" Target="/ppt/notesMasters/notesMaster1.xml" Id="Ra40eb70de2e2440d" /><Relationship Type="http://schemas.openxmlformats.org/officeDocument/2006/relationships/presProps" Target="/ppt/presProps.xml" Id="Rf944965b211e4c28" /><Relationship Type="http://schemas.openxmlformats.org/officeDocument/2006/relationships/viewProps" Target="/ppt/viewProps.xml" Id="R137b982a2c6e4e51" /><Relationship Type="http://schemas.openxmlformats.org/officeDocument/2006/relationships/tableStyles" Target="/ppt/tableStyles.xml" Id="R6fd3caf5a7424861" /><Relationship Type="http://schemas.openxmlformats.org/officeDocument/2006/relationships/slide" Target="/ppt/slides/slide1.xml" Id="Rf70617f67dde453d" /><Relationship Type="http://schemas.openxmlformats.org/officeDocument/2006/relationships/slide" Target="/ppt/slides/slide2.xml" Id="R3bb380020aa744f0" /><Relationship Type="http://schemas.openxmlformats.org/officeDocument/2006/relationships/slide" Target="/ppt/slides/slide3.xml" Id="Rb3facb561a104c71" /><Relationship Type="http://schemas.openxmlformats.org/officeDocument/2006/relationships/slide" Target="/ppt/slides/slide4.xml" Id="R3fd082358f9847ef" /><Relationship Type="http://schemas.openxmlformats.org/officeDocument/2006/relationships/slide" Target="/ppt/slides/slide5.xml" Id="R4c8b6820431a4c2f" /><Relationship Type="http://schemas.openxmlformats.org/officeDocument/2006/relationships/slide" Target="/ppt/slides/slide6.xml" Id="R3796c9963b7d49f0" /><Relationship Type="http://schemas.openxmlformats.org/officeDocument/2006/relationships/slide" Target="/ppt/slides/slide7.xml" Id="Rd8b3969551af4ea7" /><Relationship Type="http://schemas.openxmlformats.org/officeDocument/2006/relationships/slide" Target="/ppt/slides/slide8.xml" Id="R235b5abae9134b87" /><Relationship Type="http://schemas.openxmlformats.org/officeDocument/2006/relationships/slide" Target="/ppt/slides/slide9.xml" Id="Rcb109779896b456e" /><Relationship Type="http://schemas.openxmlformats.org/officeDocument/2006/relationships/slide" Target="/ppt/slides/slide10.xml" Id="R0f3b140e3e7147ad" /><Relationship Type="http://schemas.openxmlformats.org/officeDocument/2006/relationships/slide" Target="/ppt/slides/slide11.xml" Id="R510f6b235d364ce1" /><Relationship Type="http://schemas.openxmlformats.org/officeDocument/2006/relationships/slide" Target="/ppt/slides/slide12.xml" Id="Racbb665e9eb64354" /><Relationship Type="http://schemas.openxmlformats.org/officeDocument/2006/relationships/slide" Target="/ppt/slides/slide13.xml" Id="Rac31c7dad3a14bf3" /><Relationship Type="http://schemas.openxmlformats.org/officeDocument/2006/relationships/slide" Target="/ppt/slides/slide14.xml" Id="Rd5c3b2f4596b4429" /><Relationship Type="http://schemas.openxmlformats.org/officeDocument/2006/relationships/slide" Target="/ppt/slides/slide15.xml" Id="R79c30480a9694137" /><Relationship Type="http://schemas.openxmlformats.org/officeDocument/2006/relationships/slide" Target="/ppt/slides/slide16.xml" Id="R56da8c92289f409c" /><Relationship Type="http://schemas.openxmlformats.org/officeDocument/2006/relationships/slide" Target="/ppt/slides/slide17.xml" Id="R09b07163de664474" /><Relationship Type="http://schemas.openxmlformats.org/officeDocument/2006/relationships/slide" Target="/ppt/slides/slide18.xml" Id="Rc8b1a1fe2f284261" /><Relationship Type="http://schemas.openxmlformats.org/officeDocument/2006/relationships/slide" Target="/ppt/slides/slide19.xml" Id="Re4115956b009452d" /><Relationship Type="http://schemas.openxmlformats.org/officeDocument/2006/relationships/slide" Target="/ppt/slides/slide20.xml" Id="R05347c5decc4494a" /><Relationship Type="http://schemas.openxmlformats.org/officeDocument/2006/relationships/slide" Target="/ppt/slides/slide21.xml" Id="R06ba36365dd44a44" /><Relationship Type="http://schemas.openxmlformats.org/officeDocument/2006/relationships/slide" Target="/ppt/slides/slide22.xml" Id="Rc57b1238bcdd487b" /><Relationship Type="http://schemas.openxmlformats.org/officeDocument/2006/relationships/slide" Target="/ppt/slides/slide23.xml" Id="Rf109a7ab78684813" /><Relationship Type="http://schemas.openxmlformats.org/officeDocument/2006/relationships/slide" Target="/ppt/slides/slide24.xml" Id="R04f4fd676877498b" /><Relationship Type="http://schemas.openxmlformats.org/officeDocument/2006/relationships/slide" Target="/ppt/slides/slide25.xml" Id="R20c92b4063324cf9" /><Relationship Type="http://schemas.openxmlformats.org/officeDocument/2006/relationships/slide" Target="/ppt/slides/slide26.xml" Id="Rcbe9c556cb9f4de7" /><Relationship Type="http://schemas.openxmlformats.org/officeDocument/2006/relationships/slide" Target="/ppt/slides/slide27.xml" Id="Rb202fc3033a44f90" /><Relationship Type="http://schemas.openxmlformats.org/officeDocument/2006/relationships/slide" Target="/ppt/slides/slide28.xml" Id="R771d4a2fb0354a76" /><Relationship Type="http://schemas.openxmlformats.org/officeDocument/2006/relationships/slide" Target="/ppt/slides/slide29.xml" Id="R774b42c127a04f2d" /><Relationship Type="http://schemas.openxmlformats.org/officeDocument/2006/relationships/slide" Target="/ppt/slides/slide30.xml" Id="R36f21b88860840a6" /><Relationship Type="http://schemas.openxmlformats.org/officeDocument/2006/relationships/slide" Target="/ppt/slides/slide31.xml" Id="R116d7b4c80aa4b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219d815fe942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32f2d096c249cd" /><Relationship Type="http://schemas.openxmlformats.org/officeDocument/2006/relationships/notesMaster" Target="/ppt/notesMasters/notesMaster1.xml" Id="R51667abab9f744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b1a0131c3742e4" /><Relationship Type="http://schemas.openxmlformats.org/officeDocument/2006/relationships/notesMaster" Target="/ppt/notesMasters/notesMaster1.xml" Id="R47218ffdb43541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0287a76bdf46aa" /><Relationship Type="http://schemas.openxmlformats.org/officeDocument/2006/relationships/notesMaster" Target="/ppt/notesMasters/notesMaster1.xml" Id="Ra17282e1148a45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2028ba81084ac6" /><Relationship Type="http://schemas.openxmlformats.org/officeDocument/2006/relationships/notesMaster" Target="/ppt/notesMasters/notesMaster1.xml" Id="R2c26c6610f6e45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541cf2866f4730" /><Relationship Type="http://schemas.openxmlformats.org/officeDocument/2006/relationships/notesMaster" Target="/ppt/notesMasters/notesMaster1.xml" Id="Ra40041029fbb42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044ba173444e72" /><Relationship Type="http://schemas.openxmlformats.org/officeDocument/2006/relationships/notesMaster" Target="/ppt/notesMasters/notesMaster1.xml" Id="R0688e6db709c4e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74f35b85c94117" /><Relationship Type="http://schemas.openxmlformats.org/officeDocument/2006/relationships/notesMaster" Target="/ppt/notesMasters/notesMaster1.xml" Id="R4c2a9b10236248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3cfac6afb44875" /><Relationship Type="http://schemas.openxmlformats.org/officeDocument/2006/relationships/notesMaster" Target="/ppt/notesMasters/notesMaster1.xml" Id="Rce3ee2e7b91341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7f219c51e946e3" /><Relationship Type="http://schemas.openxmlformats.org/officeDocument/2006/relationships/notesMaster" Target="/ppt/notesMasters/notesMaster1.xml" Id="R94c950fb290242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f93380aacb4076" /><Relationship Type="http://schemas.openxmlformats.org/officeDocument/2006/relationships/notesMaster" Target="/ppt/notesMasters/notesMaster1.xml" Id="Rb2a53900a43246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686dfcc81d486d" /><Relationship Type="http://schemas.openxmlformats.org/officeDocument/2006/relationships/notesMaster" Target="/ppt/notesMasters/notesMaster1.xml" Id="R1b6fa7a98b284a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82f8444f2a4b72" /><Relationship Type="http://schemas.openxmlformats.org/officeDocument/2006/relationships/notesMaster" Target="/ppt/notesMasters/notesMaster1.xml" Id="R67bffa7b191b42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864b5fd47e4cee" /><Relationship Type="http://schemas.openxmlformats.org/officeDocument/2006/relationships/notesMaster" Target="/ppt/notesMasters/notesMaster1.xml" Id="Rbd749527dcd745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879a1b6bdb4d24" /><Relationship Type="http://schemas.openxmlformats.org/officeDocument/2006/relationships/notesMaster" Target="/ppt/notesMasters/notesMaster1.xml" Id="Rf07b4ec105a543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c0ec0ba5ae4c23" /><Relationship Type="http://schemas.openxmlformats.org/officeDocument/2006/relationships/notesMaster" Target="/ppt/notesMasters/notesMaster1.xml" Id="Rd971ddd6457643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ec1d182a8d45b3" /><Relationship Type="http://schemas.openxmlformats.org/officeDocument/2006/relationships/notesMaster" Target="/ppt/notesMasters/notesMaster1.xml" Id="R3b9e860dece148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fb5a7e4fde458d" /><Relationship Type="http://schemas.openxmlformats.org/officeDocument/2006/relationships/notesMaster" Target="/ppt/notesMasters/notesMaster1.xml" Id="Re93e25da57f14d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94e9ec698c44427" /><Relationship Type="http://schemas.openxmlformats.org/officeDocument/2006/relationships/notesMaster" Target="/ppt/notesMasters/notesMaster1.xml" Id="Raaebf638f76745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3b46197f224bc8" /><Relationship Type="http://schemas.openxmlformats.org/officeDocument/2006/relationships/notesMaster" Target="/ppt/notesMasters/notesMaster1.xml" Id="R35bb2363b48a47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a24f3339e24db0" /><Relationship Type="http://schemas.openxmlformats.org/officeDocument/2006/relationships/notesMaster" Target="/ppt/notesMasters/notesMaster1.xml" Id="Rc553f604cf3b4f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de41e2ee6a48a9" /><Relationship Type="http://schemas.openxmlformats.org/officeDocument/2006/relationships/notesMaster" Target="/ppt/notesMasters/notesMaster1.xml" Id="R7068d2fd99834f4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ce977322ad4adf" /><Relationship Type="http://schemas.openxmlformats.org/officeDocument/2006/relationships/notesMaster" Target="/ppt/notesMasters/notesMaster1.xml" Id="Rb4dca717983546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4257ae4ad184b40" /><Relationship Type="http://schemas.openxmlformats.org/officeDocument/2006/relationships/notesMaster" Target="/ppt/notesMasters/notesMaster1.xml" Id="Ra34f7347e24b4d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38755a2077740ea" /><Relationship Type="http://schemas.openxmlformats.org/officeDocument/2006/relationships/notesMaster" Target="/ppt/notesMasters/notesMaster1.xml" Id="R0cb2a6a3ee6b440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eeb83bd99f94d9b" /><Relationship Type="http://schemas.openxmlformats.org/officeDocument/2006/relationships/notesMaster" Target="/ppt/notesMasters/notesMaster1.xml" Id="Rc9c190676b8a4a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c1c539d47a4679" /><Relationship Type="http://schemas.openxmlformats.org/officeDocument/2006/relationships/notesMaster" Target="/ppt/notesMasters/notesMaster1.xml" Id="Rda641ce339e94b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a9a56a2242d4285" /><Relationship Type="http://schemas.openxmlformats.org/officeDocument/2006/relationships/notesMaster" Target="/ppt/notesMasters/notesMaster1.xml" Id="Ra18ba73b21234dc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aa67889b4e4fe0" /><Relationship Type="http://schemas.openxmlformats.org/officeDocument/2006/relationships/notesMaster" Target="/ppt/notesMasters/notesMaster1.xml" Id="R87d5490234ed402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8ba356e9e04e0a" /><Relationship Type="http://schemas.openxmlformats.org/officeDocument/2006/relationships/notesMaster" Target="/ppt/notesMasters/notesMaster1.xml" Id="Rfd3eb1b8c42947a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187a46b9c8d4be7" /><Relationship Type="http://schemas.openxmlformats.org/officeDocument/2006/relationships/notesMaster" Target="/ppt/notesMasters/notesMaster1.xml" Id="Rf4c42eb48f374a3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d34f57279744dcd" /><Relationship Type="http://schemas.openxmlformats.org/officeDocument/2006/relationships/notesMaster" Target="/ppt/notesMasters/notesMaster1.xml" Id="R9580211de8b743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495f9be8b24c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6265838e444c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063701d2e941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86c8d76bf448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d9f3a45dc243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75ae447355420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a54ba5fd5c3463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5b3b38a9e684d4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b56ad3c860e439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07bd96bc1bd4b4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3ae601060dd4ee8"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9"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6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e0ba72877e451c" /><Relationship Type="http://schemas.openxmlformats.org/officeDocument/2006/relationships/slideLayout" Target="/ppt/slideLayouts/slideLayout1.xml" Id="R034c115e53d54867" /><Relationship Type="http://schemas.openxmlformats.org/officeDocument/2006/relationships/slideLayout" Target="/ppt/slideLayouts/slideLayout2.xml" Id="R3b5a51fb587d42aa" /><Relationship Type="http://schemas.openxmlformats.org/officeDocument/2006/relationships/slideLayout" Target="/ppt/slideLayouts/slideLayout3.xml" Id="Rd6405a1e326d44e4" /><Relationship Type="http://schemas.openxmlformats.org/officeDocument/2006/relationships/slideLayout" Target="/ppt/slideLayouts/slideLayout4.xml" Id="R829034c643014bbd" /><Relationship Type="http://schemas.openxmlformats.org/officeDocument/2006/relationships/slideLayout" Target="/ppt/slideLayouts/slideLayout5.xml" Id="Rdefba3332e2140d5" /><Relationship Type="http://schemas.openxmlformats.org/officeDocument/2006/relationships/slideLayout" Target="/ppt/slideLayouts/slideLayout6.xml" Id="R70f118de1c8d4852" /><Relationship Type="http://schemas.openxmlformats.org/officeDocument/2006/relationships/slideLayout" Target="/ppt/slideLayouts/slideLayout7.xml" Id="Rfa08c597838846a5" /><Relationship Type="http://schemas.openxmlformats.org/officeDocument/2006/relationships/slideLayout" Target="/ppt/slideLayouts/slideLayout8.xml" Id="R20864b0946764594" /><Relationship Type="http://schemas.openxmlformats.org/officeDocument/2006/relationships/slideLayout" Target="/ppt/slideLayouts/slideLayout9.xml" Id="R647568ef10b849b7" /><Relationship Type="http://schemas.openxmlformats.org/officeDocument/2006/relationships/slideLayout" Target="/ppt/slideLayouts/slideLayout10.xml" Id="Rdcf6d03233764188" /><Relationship Type="http://schemas.openxmlformats.org/officeDocument/2006/relationships/slideLayout" Target="/ppt/slideLayouts/slideLayout11.xml" Id="R5fe4f1c6dbd24ac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34c115e53d54867"/>
    <p:sldLayoutId xmlns:r="http://schemas.openxmlformats.org/officeDocument/2006/relationships" id="2147483650" r:id="R3b5a51fb587d42aa"/>
    <p:sldLayoutId xmlns:r="http://schemas.openxmlformats.org/officeDocument/2006/relationships" id="2147483651" r:id="Rd6405a1e326d44e4"/>
    <p:sldLayoutId xmlns:r="http://schemas.openxmlformats.org/officeDocument/2006/relationships" id="2147483652" r:id="R829034c643014bbd"/>
    <p:sldLayoutId xmlns:r="http://schemas.openxmlformats.org/officeDocument/2006/relationships" id="2147483653" r:id="Rdefba3332e2140d5"/>
    <p:sldLayoutId xmlns:r="http://schemas.openxmlformats.org/officeDocument/2006/relationships" id="2147483654" r:id="R70f118de1c8d4852"/>
    <p:sldLayoutId xmlns:r="http://schemas.openxmlformats.org/officeDocument/2006/relationships" id="2147483655" r:id="Rfa08c597838846a5"/>
    <p:sldLayoutId xmlns:r="http://schemas.openxmlformats.org/officeDocument/2006/relationships" id="2147483656" r:id="R20864b0946764594"/>
    <p:sldLayoutId xmlns:r="http://schemas.openxmlformats.org/officeDocument/2006/relationships" id="2147483657" r:id="R647568ef10b849b7"/>
    <p:sldLayoutId xmlns:r="http://schemas.openxmlformats.org/officeDocument/2006/relationships" id="2147483658" r:id="Rdcf6d03233764188"/>
    <p:sldLayoutId xmlns:r="http://schemas.openxmlformats.org/officeDocument/2006/relationships" id="2147483659" r:id="R5fe4f1c6dbd24ac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45e4b1b2e74888" /><Relationship Type="http://schemas.openxmlformats.org/officeDocument/2006/relationships/image" Target="/ppt/media/image.png" Id="R3688f454e75c4fd2" /><Relationship Type="http://schemas.openxmlformats.org/officeDocument/2006/relationships/image" Target="/ppt/media/image2.png" Id="R9faa0407cf164e1e" /><Relationship Type="http://schemas.openxmlformats.org/officeDocument/2006/relationships/notesSlide" Target="/ppt/notesSlides/notesSlide1.xml" Id="R471023c707d74f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16b23bf0944837" /><Relationship Type="http://schemas.openxmlformats.org/officeDocument/2006/relationships/image" Target="/ppt/media/image.jpeg" Id="R50f6d5c2d07d44ac" /><Relationship Type="http://schemas.openxmlformats.org/officeDocument/2006/relationships/image" Target="/ppt/media/image3.png" Id="R4e4e02b2affe4536" /><Relationship Type="http://schemas.openxmlformats.org/officeDocument/2006/relationships/notesSlide" Target="/ppt/notesSlides/notesSlide2.xml" Id="Rb8b036dfb75743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beb96b104e14e1b" /><Relationship Type="http://schemas.openxmlformats.org/officeDocument/2006/relationships/image" Target="/ppt/media/image2.jpeg" Id="R3cd1497419714278" /><Relationship Type="http://schemas.openxmlformats.org/officeDocument/2006/relationships/image" Target="/ppt/media/image2.png" Id="R5c7409aeb5044282" /><Relationship Type="http://schemas.openxmlformats.org/officeDocument/2006/relationships/image" Target="/ppt/media/image4.png" Id="Rf9a1bf352085498f" /><Relationship Type="http://schemas.openxmlformats.org/officeDocument/2006/relationships/image" Target="/ppt/media/image5.png" Id="R13f8f8fcb3b24047" /><Relationship Type="http://schemas.openxmlformats.org/officeDocument/2006/relationships/notesSlide" Target="/ppt/notesSlides/notesSlide3.xml" Id="Rbd9dd4dfa2f64c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994f5c11e14f21" /><Relationship Type="http://schemas.openxmlformats.org/officeDocument/2006/relationships/image" Target="/ppt/media/image2.jpeg" Id="R6e44956c342049ab" /><Relationship Type="http://schemas.openxmlformats.org/officeDocument/2006/relationships/image" Target="/ppt/media/image2.png" Id="R7ecb87ba7ed344bc" /><Relationship Type="http://schemas.openxmlformats.org/officeDocument/2006/relationships/notesSlide" Target="/ppt/notesSlides/notesSlide4.xml" Id="R7ac0f8255dfd4e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3e03143e78468c" /><Relationship Type="http://schemas.openxmlformats.org/officeDocument/2006/relationships/image" Target="/ppt/media/image2.jpeg" Id="R653139c6ff4345e2" /><Relationship Type="http://schemas.openxmlformats.org/officeDocument/2006/relationships/image" Target="/ppt/media/image2.png" Id="R8c4aa65c40894881" /><Relationship Type="http://schemas.openxmlformats.org/officeDocument/2006/relationships/notesSlide" Target="/ppt/notesSlides/notesSlide5.xml" Id="Rd681aeb3e3b14b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4dcf24b3864ff7" /><Relationship Type="http://schemas.openxmlformats.org/officeDocument/2006/relationships/image" Target="/ppt/media/image2.jpeg" Id="R410368f9bb4e4e7f" /><Relationship Type="http://schemas.openxmlformats.org/officeDocument/2006/relationships/image" Target="/ppt/media/image2.png" Id="R6139b02beddf46d3" /><Relationship Type="http://schemas.openxmlformats.org/officeDocument/2006/relationships/notesSlide" Target="/ppt/notesSlides/notesSlide6.xml" Id="R7e9b2a92613949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89f996c9ae4d93" /><Relationship Type="http://schemas.openxmlformats.org/officeDocument/2006/relationships/image" Target="/ppt/media/image2.jpeg" Id="Rc696319236a548be" /><Relationship Type="http://schemas.openxmlformats.org/officeDocument/2006/relationships/image" Target="/ppt/media/image2.png" Id="Rc2474dd01ea542c0" /><Relationship Type="http://schemas.openxmlformats.org/officeDocument/2006/relationships/notesSlide" Target="/ppt/notesSlides/notesSlide7.xml" Id="Rb070dd2d4b1840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01660d590a74443" /><Relationship Type="http://schemas.openxmlformats.org/officeDocument/2006/relationships/image" Target="/ppt/media/image2.jpeg" Id="Rcc055e823a234e1c" /><Relationship Type="http://schemas.openxmlformats.org/officeDocument/2006/relationships/image" Target="/ppt/media/image2.png" Id="R81d8f02e548c40d8" /><Relationship Type="http://schemas.openxmlformats.org/officeDocument/2006/relationships/image" Target="/ppt/media/image4.png" Id="R570e1580cdf34c10" /><Relationship Type="http://schemas.openxmlformats.org/officeDocument/2006/relationships/image" Target="/ppt/media/image6.png" Id="Rce4269166f4646b3" /><Relationship Type="http://schemas.openxmlformats.org/officeDocument/2006/relationships/notesSlide" Target="/ppt/notesSlides/notesSlide8.xml" Id="R16128ab5755a4b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2e0d9cda834927" /><Relationship Type="http://schemas.openxmlformats.org/officeDocument/2006/relationships/image" Target="/ppt/media/image2.jpeg" Id="Rc35d4552e87e46de" /><Relationship Type="http://schemas.openxmlformats.org/officeDocument/2006/relationships/image" Target="/ppt/media/image2.png" Id="Re9010184361e4390" /><Relationship Type="http://schemas.openxmlformats.org/officeDocument/2006/relationships/notesSlide" Target="/ppt/notesSlides/notesSlide9.xml" Id="Rf08421d2b4c448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fe2a46091e4f5a" /><Relationship Type="http://schemas.openxmlformats.org/officeDocument/2006/relationships/image" Target="/ppt/media/image3.jpeg" Id="R78b916c9847449cd" /><Relationship Type="http://schemas.openxmlformats.org/officeDocument/2006/relationships/image" Target="/ppt/media/image7.png" Id="R1725b6a99caa406d" /><Relationship Type="http://schemas.openxmlformats.org/officeDocument/2006/relationships/notesSlide" Target="/ppt/notesSlides/notesSlide10.xml" Id="Rd6d707c0407240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354cedc901441a" /><Relationship Type="http://schemas.openxmlformats.org/officeDocument/2006/relationships/image" Target="/ppt/media/image2.jpeg" Id="R20e732bf091d4c8b" /><Relationship Type="http://schemas.openxmlformats.org/officeDocument/2006/relationships/image" Target="/ppt/media/image2.png" Id="R17717f1cff1d462b" /><Relationship Type="http://schemas.openxmlformats.org/officeDocument/2006/relationships/notesSlide" Target="/ppt/notesSlides/notesSlide11.xml" Id="Rfb4b03253e0f4e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0bd92c4df74744" /><Relationship Type="http://schemas.openxmlformats.org/officeDocument/2006/relationships/image" Target="/ppt/media/image2.jpeg" Id="Re5685b7c1acf43da" /><Relationship Type="http://schemas.openxmlformats.org/officeDocument/2006/relationships/image" Target="/ppt/media/image2.png" Id="Rbd0335bb70f74aa8" /><Relationship Type="http://schemas.openxmlformats.org/officeDocument/2006/relationships/notesSlide" Target="/ppt/notesSlides/notesSlide12.xml" Id="Rde707fb7bcfd46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6387f4c4a4a4e93" /><Relationship Type="http://schemas.openxmlformats.org/officeDocument/2006/relationships/image" Target="/ppt/media/image2.jpeg" Id="Raefcd269e9114bb9" /><Relationship Type="http://schemas.openxmlformats.org/officeDocument/2006/relationships/image" Target="/ppt/media/image2.png" Id="Raf6c739624204cf4" /><Relationship Type="http://schemas.openxmlformats.org/officeDocument/2006/relationships/image" Target="/ppt/media/image4.png" Id="R0bad69586e274085" /><Relationship Type="http://schemas.openxmlformats.org/officeDocument/2006/relationships/image" Target="/ppt/media/image8.png" Id="R4cede28793b3483e" /><Relationship Type="http://schemas.openxmlformats.org/officeDocument/2006/relationships/notesSlide" Target="/ppt/notesSlides/notesSlide13.xml" Id="R006218067b4d4d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b1f96408a145a8" /><Relationship Type="http://schemas.openxmlformats.org/officeDocument/2006/relationships/image" Target="/ppt/media/image2.jpeg" Id="R9e96bbc4e1724702" /><Relationship Type="http://schemas.openxmlformats.org/officeDocument/2006/relationships/image" Target="/ppt/media/image2.png" Id="R49f4f1cd979740e1" /><Relationship Type="http://schemas.openxmlformats.org/officeDocument/2006/relationships/image" Target="/ppt/media/image9.png" Id="Re352d78169b64063" /><Relationship Type="http://schemas.openxmlformats.org/officeDocument/2006/relationships/notesSlide" Target="/ppt/notesSlides/notesSlide14.xml" Id="R084f79d3b0f942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c97a0b80764d47" /><Relationship Type="http://schemas.openxmlformats.org/officeDocument/2006/relationships/image" Target="/ppt/media/image2.jpeg" Id="Ra6b219ffe75744a8" /><Relationship Type="http://schemas.openxmlformats.org/officeDocument/2006/relationships/image" Target="/ppt/media/image2.png" Id="R4e21ba3b533a4458" /><Relationship Type="http://schemas.openxmlformats.org/officeDocument/2006/relationships/notesSlide" Target="/ppt/notesSlides/notesSlide15.xml" Id="Re926617170e443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9a064cfc084b5a" /><Relationship Type="http://schemas.openxmlformats.org/officeDocument/2006/relationships/image" Target="/ppt/media/image2.jpeg" Id="Race176038cc64ceb" /><Relationship Type="http://schemas.openxmlformats.org/officeDocument/2006/relationships/image" Target="/ppt/media/image2.png" Id="R098eb8cf795a4a8c" /><Relationship Type="http://schemas.openxmlformats.org/officeDocument/2006/relationships/notesSlide" Target="/ppt/notesSlides/notesSlide16.xml" Id="Re6114ee26b9442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cf11b21ab14b1c" /><Relationship Type="http://schemas.openxmlformats.org/officeDocument/2006/relationships/image" Target="/ppt/media/image2.jpeg" Id="Rc5746acfa0a545f7" /><Relationship Type="http://schemas.openxmlformats.org/officeDocument/2006/relationships/image" Target="/ppt/media/image2.png" Id="R362271870a3546be" /><Relationship Type="http://schemas.openxmlformats.org/officeDocument/2006/relationships/notesSlide" Target="/ppt/notesSlides/notesSlide17.xml" Id="R57cc4fdf23af4f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fddce02ea2049cc" /><Relationship Type="http://schemas.openxmlformats.org/officeDocument/2006/relationships/image" Target="/ppt/media/image2.jpeg" Id="Rcd4edd69d6cc41eb" /><Relationship Type="http://schemas.openxmlformats.org/officeDocument/2006/relationships/image" Target="/ppt/media/image2.png" Id="R3c4e838614ef4c57" /><Relationship Type="http://schemas.openxmlformats.org/officeDocument/2006/relationships/notesSlide" Target="/ppt/notesSlides/notesSlide18.xml" Id="R82ddc950e9aa40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cd26a8fc599475e" /><Relationship Type="http://schemas.openxmlformats.org/officeDocument/2006/relationships/image" Target="/ppt/media/image2.jpeg" Id="R814d9a9b51534697" /><Relationship Type="http://schemas.openxmlformats.org/officeDocument/2006/relationships/image" Target="/ppt/media/image2.png" Id="R03def8cc6f624922" /><Relationship Type="http://schemas.openxmlformats.org/officeDocument/2006/relationships/image" Target="/ppt/media/image4.png" Id="R185bf6a84b04442b" /><Relationship Type="http://schemas.openxmlformats.org/officeDocument/2006/relationships/image" Target="/ppt/media/image10.png" Id="Rb31be4b865fb49eb" /><Relationship Type="http://schemas.openxmlformats.org/officeDocument/2006/relationships/notesSlide" Target="/ppt/notesSlides/notesSlide19.xml" Id="R1377172bd60f41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cf945d38f04229" /><Relationship Type="http://schemas.openxmlformats.org/officeDocument/2006/relationships/image" Target="/ppt/media/image2.jpeg" Id="R3b9e4e95fa1248b2" /><Relationship Type="http://schemas.openxmlformats.org/officeDocument/2006/relationships/image" Target="/ppt/media/image2.png" Id="R44aba4f5652044b8" /><Relationship Type="http://schemas.openxmlformats.org/officeDocument/2006/relationships/notesSlide" Target="/ppt/notesSlides/notesSlide20.xml" Id="Rfb1f45f044fd4d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e0839daf517465b" /><Relationship Type="http://schemas.openxmlformats.org/officeDocument/2006/relationships/image" Target="/ppt/media/image2.jpeg" Id="R3cb19abbb0174a08" /><Relationship Type="http://schemas.openxmlformats.org/officeDocument/2006/relationships/image" Target="/ppt/media/image2.png" Id="R0dc41fbc3f0848b7" /><Relationship Type="http://schemas.openxmlformats.org/officeDocument/2006/relationships/chart" Target="/ppt/slides/charts/chart1.xml" Id="Rca3a1caf5a584ca6" /><Relationship Type="http://schemas.openxmlformats.org/officeDocument/2006/relationships/notesSlide" Target="/ppt/notesSlides/notesSlide21.xml" Id="R0318dfb1ff7c41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07f406d92984ce9" /><Relationship Type="http://schemas.openxmlformats.org/officeDocument/2006/relationships/image" Target="/ppt/media/image2.jpeg" Id="Rc2556ba685fa4cc7" /><Relationship Type="http://schemas.openxmlformats.org/officeDocument/2006/relationships/image" Target="/ppt/media/image2.png" Id="Rbabe75dc3bb44f61" /><Relationship Type="http://schemas.openxmlformats.org/officeDocument/2006/relationships/image" Target="/ppt/media/image11.png" Id="R72f39e3358e44187" /><Relationship Type="http://schemas.openxmlformats.org/officeDocument/2006/relationships/image" Target="/ppt/media/image12.png" Id="Rc6705a7a56ab4b8b" /><Relationship Type="http://schemas.openxmlformats.org/officeDocument/2006/relationships/notesSlide" Target="/ppt/notesSlides/notesSlide22.xml" Id="R290b58ec1a5446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074e39128e8455a" /><Relationship Type="http://schemas.openxmlformats.org/officeDocument/2006/relationships/image" Target="/ppt/media/image2.jpeg" Id="Rb802a38e6b3c48ea" /><Relationship Type="http://schemas.openxmlformats.org/officeDocument/2006/relationships/image" Target="/ppt/media/image2.png" Id="R7144cb75e0e6461c" /><Relationship Type="http://schemas.openxmlformats.org/officeDocument/2006/relationships/image" Target="/ppt/media/image4.png" Id="R3c108e735eb3445e" /><Relationship Type="http://schemas.openxmlformats.org/officeDocument/2006/relationships/image" Target="/ppt/media/image13.png" Id="R0da5751db8d84840" /><Relationship Type="http://schemas.openxmlformats.org/officeDocument/2006/relationships/notesSlide" Target="/ppt/notesSlides/notesSlide23.xml" Id="R80278c9c40514a0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d66b3387d92443d" /><Relationship Type="http://schemas.openxmlformats.org/officeDocument/2006/relationships/image" Target="/ppt/media/image2.jpeg" Id="R89154479ab754ff7" /><Relationship Type="http://schemas.openxmlformats.org/officeDocument/2006/relationships/image" Target="/ppt/media/image2.png" Id="Ra9896cf2de39473a" /><Relationship Type="http://schemas.openxmlformats.org/officeDocument/2006/relationships/notesSlide" Target="/ppt/notesSlides/notesSlide24.xml" Id="Rb552fb0ad0494a9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db8fcc76b724cd9" /><Relationship Type="http://schemas.openxmlformats.org/officeDocument/2006/relationships/image" Target="/ppt/media/image2.jpeg" Id="R583457d185884f6f" /><Relationship Type="http://schemas.openxmlformats.org/officeDocument/2006/relationships/image" Target="/ppt/media/image2.png" Id="R16775bdd35274b2c" /><Relationship Type="http://schemas.openxmlformats.org/officeDocument/2006/relationships/notesSlide" Target="/ppt/notesSlides/notesSlide25.xml" Id="R42df5e93251b419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9530fe3e8004fa9" /><Relationship Type="http://schemas.openxmlformats.org/officeDocument/2006/relationships/image" Target="/ppt/media/image2.jpeg" Id="Raaf9f931444f4101" /><Relationship Type="http://schemas.openxmlformats.org/officeDocument/2006/relationships/image" Target="/ppt/media/image2.png" Id="Rbf424f032fcf4afb" /><Relationship Type="http://schemas.openxmlformats.org/officeDocument/2006/relationships/notesSlide" Target="/ppt/notesSlides/notesSlide26.xml" Id="R32e538c1a47b44d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b05c99554ac4f5c" /><Relationship Type="http://schemas.openxmlformats.org/officeDocument/2006/relationships/image" Target="/ppt/media/image2.jpeg" Id="R181b36b42af44b43" /><Relationship Type="http://schemas.openxmlformats.org/officeDocument/2006/relationships/image" Target="/ppt/media/image2.png" Id="R29a88d0389d64e9c" /><Relationship Type="http://schemas.openxmlformats.org/officeDocument/2006/relationships/notesSlide" Target="/ppt/notesSlides/notesSlide27.xml" Id="Re43cc03d7d224b7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8fd332b91a84080" /><Relationship Type="http://schemas.openxmlformats.org/officeDocument/2006/relationships/image" Target="/ppt/media/image2.jpeg" Id="Rfb3036a983534a0a" /><Relationship Type="http://schemas.openxmlformats.org/officeDocument/2006/relationships/image" Target="/ppt/media/image2.png" Id="Ra4e546abed4c4c0b" /><Relationship Type="http://schemas.openxmlformats.org/officeDocument/2006/relationships/notesSlide" Target="/ppt/notesSlides/notesSlide28.xml" Id="R3879a04e4be84c4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411f06423f442da" /><Relationship Type="http://schemas.openxmlformats.org/officeDocument/2006/relationships/image" Target="/ppt/media/image2.jpeg" Id="R707e21a00fbc4251" /><Relationship Type="http://schemas.openxmlformats.org/officeDocument/2006/relationships/image" Target="/ppt/media/image2.png" Id="Ra3690a1569d34273" /><Relationship Type="http://schemas.openxmlformats.org/officeDocument/2006/relationships/notesSlide" Target="/ppt/notesSlides/notesSlide29.xml" Id="Rbdb008ba51f643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89cbab192be4492" /><Relationship Type="http://schemas.openxmlformats.org/officeDocument/2006/relationships/image" Target="/ppt/media/image2.jpeg" Id="Rad4180e6784842c3" /><Relationship Type="http://schemas.openxmlformats.org/officeDocument/2006/relationships/image" Target="/ppt/media/image2.png" Id="Ra835d8bd0de047a0" /><Relationship Type="http://schemas.openxmlformats.org/officeDocument/2006/relationships/image" Target="/ppt/media/image14.png" Id="R890e283923ad4cba" /><Relationship Type="http://schemas.openxmlformats.org/officeDocument/2006/relationships/notesSlide" Target="/ppt/notesSlides/notesSlide30.xml" Id="R70ae78908d32493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4eb6d0c6557414b" /><Relationship Type="http://schemas.openxmlformats.org/officeDocument/2006/relationships/image" Target="/ppt/media/image2.jpeg" Id="R44feb41870c64930" /><Relationship Type="http://schemas.openxmlformats.org/officeDocument/2006/relationships/image" Target="/ppt/media/image.gif" Id="Re9ce346d203d4bf7" /><Relationship Type="http://schemas.openxmlformats.org/officeDocument/2006/relationships/image" Target="/ppt/media/image2.png" Id="R2726fbf650e24aec" /><Relationship Type="http://schemas.openxmlformats.org/officeDocument/2006/relationships/notesSlide" Target="/ppt/notesSlides/notesSlide31.xml" Id="R6b1013bbb4f44d0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3688f454e75c4fd2">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9faa0407cf164e1e">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0f6d5c2d07d44a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e4e02b2affe453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2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3cd149741971427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5c7409aeb504428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3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f9a1bf352085498f">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3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13f8f8fcb3b24047">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3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e44956c342049a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ecb87ba7ed344b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3139c6ff4345e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4aa65c408948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0368f9bb4e4e7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139b02beddf46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696319236a548b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2474dd01ea542c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9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cc055e823a234e1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0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81d8f02e548c40d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0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570e1580cdf34c1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0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ce4269166f4646b3">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0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35d4552e87e46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9010184361e43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8b916c9847449c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725b6a99caa406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0e732bf091d4c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7717f1cff1d46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5685b7c1acf43d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0335bb70f74a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98"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aefcd269e9114bb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99"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af6c739624204cf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00"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0bad69586e27408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02"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4cede28793b3483e">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406"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e96bbc4e172470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9f4f1cd979740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e352d78169b64063"/>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6b219ffe75744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21ba3b533a44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ce176038cc64c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8eb8cf795a4a8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5746acfa0a545f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62271870a3546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d4edd69d6cc41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c4e838614ef4c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51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814d9a9b515346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1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03def8cc6f62492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1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185bf6a84b04442b">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2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31be4b865fb49eb">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2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b9e4e95fa1248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4aba4f5652044b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cb19abbb0174a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dc41fbc3f0848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ca3a1caf5a584ca6"/>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2556ba685fa4c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be75dc3bb44f6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72f39e3358e44187"/>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c6705a7a56ab4b8b"/>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55"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b802a38e6b3c48e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56"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7144cb75e0e6461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57"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3c108e735eb3445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59"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0da5751db8d84840">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6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154479ab754ff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896cf2de39473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83457d185884f6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6775bdd35274b2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f9f931444f41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424f032fcf4a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81b36b42af44b4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9a88d0389d64e9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b3036a983534a0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e546abed4c4c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07e21a00fbc42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690a1569d3427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4180e6784842c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35d8bd0de047a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890e283923ad4cba">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44feb41870c649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e9ce346d203d4bf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26fbf650e24a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2026-09-24T00:52:36.0950000Z</dcterms:created>
  <dcterms:modified xsi:type="dcterms:W3CDTF">2026-09-24T00:52:36.0950000Z</dcterms:modified>
</coreProperties>
</file>