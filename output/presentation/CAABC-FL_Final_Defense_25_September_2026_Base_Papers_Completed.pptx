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8ad8317aa64f8d" /><Relationship Type="http://schemas.openxmlformats.org/officeDocument/2006/relationships/extended-properties" Target="/docProps/app.xml" Id="R5e61bef0cbed4b6a" /><Relationship Type="http://schemas.openxmlformats.org/officeDocument/2006/relationships/officeDocument" Target="/ppt/presentation.xml" Id="Rb0669b2f19cd4eac" /></Relationships>
</file>

<file path=ppt/presentation.xml><?xml version="1.0" encoding="utf-8"?>
<p:presentation xmlns:p="http://schemas.openxmlformats.org/presentationml/2006/main">
  <p:sldMasterIdLst>
    <p:sldMasterId xmlns:r="http://schemas.openxmlformats.org/officeDocument/2006/relationships" id="2147483648" r:id="Ra0ecf1e2e2594992"/>
  </p:sldMasterIdLst>
  <p:notesMasterIdLst>
    <p:notesMasterId xmlns:r="http://schemas.openxmlformats.org/officeDocument/2006/relationships" r:id="R187889bccf5644ef"/>
  </p:notesMasterIdLst>
  <p:sldIdLst>
    <p:sldId xmlns:r="http://schemas.openxmlformats.org/officeDocument/2006/relationships" id="256" r:id="Re19568cfa06046b0"/>
    <p:sldId xmlns:r="http://schemas.openxmlformats.org/officeDocument/2006/relationships" id="257" r:id="Re7f61d1e37c5408e"/>
    <p:sldId xmlns:r="http://schemas.openxmlformats.org/officeDocument/2006/relationships" id="258" r:id="R0fb4bf309113441e"/>
    <p:sldId xmlns:r="http://schemas.openxmlformats.org/officeDocument/2006/relationships" id="259" r:id="Rf881c50c40dc4388"/>
    <p:sldId xmlns:r="http://schemas.openxmlformats.org/officeDocument/2006/relationships" id="260" r:id="R397af97797da44fc"/>
    <p:sldId xmlns:r="http://schemas.openxmlformats.org/officeDocument/2006/relationships" id="261" r:id="R1227ce90aa0a4ae7"/>
    <p:sldId xmlns:r="http://schemas.openxmlformats.org/officeDocument/2006/relationships" id="262" r:id="R429adcb60a334543"/>
    <p:sldId xmlns:r="http://schemas.openxmlformats.org/officeDocument/2006/relationships" id="263" r:id="Radc07b60518b4e05"/>
    <p:sldId xmlns:r="http://schemas.openxmlformats.org/officeDocument/2006/relationships" id="264" r:id="R90ba02671e4542e0"/>
    <p:sldId xmlns:r="http://schemas.openxmlformats.org/officeDocument/2006/relationships" id="265" r:id="R20b6f6b046eb48f8"/>
    <p:sldId xmlns:r="http://schemas.openxmlformats.org/officeDocument/2006/relationships" id="266" r:id="R665b1c1079ac4263"/>
    <p:sldId xmlns:r="http://schemas.openxmlformats.org/officeDocument/2006/relationships" id="267" r:id="R985e0485f3ee444f"/>
    <p:sldId xmlns:r="http://schemas.openxmlformats.org/officeDocument/2006/relationships" id="268" r:id="Rdfdb456a2f0744d8"/>
    <p:sldId xmlns:r="http://schemas.openxmlformats.org/officeDocument/2006/relationships" id="269" r:id="R864b9af75cfa4c54"/>
    <p:sldId xmlns:r="http://schemas.openxmlformats.org/officeDocument/2006/relationships" id="270" r:id="R3ec9af38d9304675"/>
    <p:sldId xmlns:r="http://schemas.openxmlformats.org/officeDocument/2006/relationships" id="271" r:id="Rd35186f0ed024623"/>
    <p:sldId xmlns:r="http://schemas.openxmlformats.org/officeDocument/2006/relationships" id="272" r:id="R03ae8b701a4d4168"/>
    <p:sldId xmlns:r="http://schemas.openxmlformats.org/officeDocument/2006/relationships" id="273" r:id="R103b27e2f2924a7e"/>
    <p:sldId xmlns:r="http://schemas.openxmlformats.org/officeDocument/2006/relationships" id="274" r:id="Rd9f72c9dfa824813"/>
    <p:sldId xmlns:r="http://schemas.openxmlformats.org/officeDocument/2006/relationships" id="275" r:id="R5f08ce042ad44731"/>
    <p:sldId xmlns:r="http://schemas.openxmlformats.org/officeDocument/2006/relationships" id="276" r:id="R8b025c9fdbd6428c"/>
    <p:sldId xmlns:r="http://schemas.openxmlformats.org/officeDocument/2006/relationships" id="277" r:id="R2728fa7fd877453b"/>
    <p:sldId xmlns:r="http://schemas.openxmlformats.org/officeDocument/2006/relationships" id="278" r:id="Recf7ff1f3bcc43bd"/>
    <p:sldId xmlns:r="http://schemas.openxmlformats.org/officeDocument/2006/relationships" id="279" r:id="R92e1467608894deb"/>
    <p:sldId xmlns:r="http://schemas.openxmlformats.org/officeDocument/2006/relationships" id="280" r:id="Rdbb617343c2a4c04"/>
    <p:sldId xmlns:r="http://schemas.openxmlformats.org/officeDocument/2006/relationships" id="281" r:id="R90f73e4250bb48ce"/>
    <p:sldId xmlns:r="http://schemas.openxmlformats.org/officeDocument/2006/relationships" id="282" r:id="R1c8fb87660674f17"/>
    <p:sldId xmlns:r="http://schemas.openxmlformats.org/officeDocument/2006/relationships" id="283" r:id="Rc69e8e1fcf0440e1"/>
    <p:sldId xmlns:r="http://schemas.openxmlformats.org/officeDocument/2006/relationships" id="284" r:id="R715b2b78847d4af9"/>
    <p:sldId xmlns:r="http://schemas.openxmlformats.org/officeDocument/2006/relationships" id="285" r:id="Rd07e2a092a244f24"/>
    <p:sldId xmlns:r="http://schemas.openxmlformats.org/officeDocument/2006/relationships" id="286" r:id="R2a7552de791541c7"/>
    <p:sldId xmlns:r="http://schemas.openxmlformats.org/officeDocument/2006/relationships" id="287" r:id="R664ed4c3758342d1"/>
    <p:sldId xmlns:r="http://schemas.openxmlformats.org/officeDocument/2006/relationships" id="288" r:id="R98c5370bf5a148bd"/>
    <p:sldId xmlns:r="http://schemas.openxmlformats.org/officeDocument/2006/relationships" id="289" r:id="R2dd3b88e9d5948ed"/>
    <p:sldId xmlns:r="http://schemas.openxmlformats.org/officeDocument/2006/relationships" id="290" r:id="R5551a63883024093"/>
    <p:sldId xmlns:r="http://schemas.openxmlformats.org/officeDocument/2006/relationships" id="291" r:id="Rf79d853785774d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b1c99d3374f4e54" /><Relationship Type="http://schemas.openxmlformats.org/officeDocument/2006/relationships/slideMaster" Target="/ppt/slideMasters/slideMaster1.xml" Id="Ra0ecf1e2e2594992" /><Relationship Type="http://schemas.openxmlformats.org/officeDocument/2006/relationships/notesMaster" Target="/ppt/notesMasters/notesMaster1.xml" Id="R187889bccf5644ef" /><Relationship Type="http://schemas.openxmlformats.org/officeDocument/2006/relationships/presProps" Target="/ppt/presProps.xml" Id="Ra9daff0fcde044c5" /><Relationship Type="http://schemas.openxmlformats.org/officeDocument/2006/relationships/viewProps" Target="/ppt/viewProps.xml" Id="R93a7fc3b0332455f" /><Relationship Type="http://schemas.openxmlformats.org/officeDocument/2006/relationships/tableStyles" Target="/ppt/tableStyles.xml" Id="R2178394dc99f4bba" /><Relationship Type="http://schemas.openxmlformats.org/officeDocument/2006/relationships/slide" Target="/ppt/slides/slide1.xml" Id="Re19568cfa06046b0" /><Relationship Type="http://schemas.openxmlformats.org/officeDocument/2006/relationships/slide" Target="/ppt/slides/slide2.xml" Id="Re7f61d1e37c5408e" /><Relationship Type="http://schemas.openxmlformats.org/officeDocument/2006/relationships/slide" Target="/ppt/slides/slide3.xml" Id="R0fb4bf309113441e" /><Relationship Type="http://schemas.openxmlformats.org/officeDocument/2006/relationships/slide" Target="/ppt/slides/slide4.xml" Id="Rf881c50c40dc4388" /><Relationship Type="http://schemas.openxmlformats.org/officeDocument/2006/relationships/slide" Target="/ppt/slides/slide5.xml" Id="R397af97797da44fc" /><Relationship Type="http://schemas.openxmlformats.org/officeDocument/2006/relationships/slide" Target="/ppt/slides/slide6.xml" Id="R1227ce90aa0a4ae7" /><Relationship Type="http://schemas.openxmlformats.org/officeDocument/2006/relationships/slide" Target="/ppt/slides/slide7.xml" Id="R429adcb60a334543" /><Relationship Type="http://schemas.openxmlformats.org/officeDocument/2006/relationships/slide" Target="/ppt/slides/slide8.xml" Id="Radc07b60518b4e05" /><Relationship Type="http://schemas.openxmlformats.org/officeDocument/2006/relationships/slide" Target="/ppt/slides/slide9.xml" Id="R90ba02671e4542e0" /><Relationship Type="http://schemas.openxmlformats.org/officeDocument/2006/relationships/slide" Target="/ppt/slides/slide10.xml" Id="R20b6f6b046eb48f8" /><Relationship Type="http://schemas.openxmlformats.org/officeDocument/2006/relationships/slide" Target="/ppt/slides/slide11.xml" Id="R665b1c1079ac4263" /><Relationship Type="http://schemas.openxmlformats.org/officeDocument/2006/relationships/slide" Target="/ppt/slides/slide12.xml" Id="R985e0485f3ee444f" /><Relationship Type="http://schemas.openxmlformats.org/officeDocument/2006/relationships/slide" Target="/ppt/slides/slide13.xml" Id="Rdfdb456a2f0744d8" /><Relationship Type="http://schemas.openxmlformats.org/officeDocument/2006/relationships/slide" Target="/ppt/slides/slide14.xml" Id="R864b9af75cfa4c54" /><Relationship Type="http://schemas.openxmlformats.org/officeDocument/2006/relationships/slide" Target="/ppt/slides/slide15.xml" Id="R3ec9af38d9304675" /><Relationship Type="http://schemas.openxmlformats.org/officeDocument/2006/relationships/slide" Target="/ppt/slides/slide16.xml" Id="Rd35186f0ed024623" /><Relationship Type="http://schemas.openxmlformats.org/officeDocument/2006/relationships/slide" Target="/ppt/slides/slide17.xml" Id="R03ae8b701a4d4168" /><Relationship Type="http://schemas.openxmlformats.org/officeDocument/2006/relationships/slide" Target="/ppt/slides/slide18.xml" Id="R103b27e2f2924a7e" /><Relationship Type="http://schemas.openxmlformats.org/officeDocument/2006/relationships/slide" Target="/ppt/slides/slide19.xml" Id="Rd9f72c9dfa824813" /><Relationship Type="http://schemas.openxmlformats.org/officeDocument/2006/relationships/slide" Target="/ppt/slides/slide20.xml" Id="R5f08ce042ad44731" /><Relationship Type="http://schemas.openxmlformats.org/officeDocument/2006/relationships/slide" Target="/ppt/slides/slide21.xml" Id="R8b025c9fdbd6428c" /><Relationship Type="http://schemas.openxmlformats.org/officeDocument/2006/relationships/slide" Target="/ppt/slides/slide22.xml" Id="R2728fa7fd877453b" /><Relationship Type="http://schemas.openxmlformats.org/officeDocument/2006/relationships/slide" Target="/ppt/slides/slide23.xml" Id="Recf7ff1f3bcc43bd" /><Relationship Type="http://schemas.openxmlformats.org/officeDocument/2006/relationships/slide" Target="/ppt/slides/slide24.xml" Id="R92e1467608894deb" /><Relationship Type="http://schemas.openxmlformats.org/officeDocument/2006/relationships/slide" Target="/ppt/slides/slide25.xml" Id="Rdbb617343c2a4c04" /><Relationship Type="http://schemas.openxmlformats.org/officeDocument/2006/relationships/slide" Target="/ppt/slides/slide26.xml" Id="R90f73e4250bb48ce" /><Relationship Type="http://schemas.openxmlformats.org/officeDocument/2006/relationships/slide" Target="/ppt/slides/slide27.xml" Id="R1c8fb87660674f17" /><Relationship Type="http://schemas.openxmlformats.org/officeDocument/2006/relationships/slide" Target="/ppt/slides/slide28.xml" Id="Rc69e8e1fcf0440e1" /><Relationship Type="http://schemas.openxmlformats.org/officeDocument/2006/relationships/slide" Target="/ppt/slides/slide29.xml" Id="R715b2b78847d4af9" /><Relationship Type="http://schemas.openxmlformats.org/officeDocument/2006/relationships/slide" Target="/ppt/slides/slide30.xml" Id="Rd07e2a092a244f24" /><Relationship Type="http://schemas.openxmlformats.org/officeDocument/2006/relationships/slide" Target="/ppt/slides/slide31.xml" Id="R2a7552de791541c7" /><Relationship Type="http://schemas.openxmlformats.org/officeDocument/2006/relationships/slide" Target="/ppt/slides/slide32.xml" Id="R664ed4c3758342d1" /><Relationship Type="http://schemas.openxmlformats.org/officeDocument/2006/relationships/slide" Target="/ppt/slides/slide33.xml" Id="R98c5370bf5a148bd" /><Relationship Type="http://schemas.openxmlformats.org/officeDocument/2006/relationships/slide" Target="/ppt/slides/slide34.xml" Id="R2dd3b88e9d5948ed" /><Relationship Type="http://schemas.openxmlformats.org/officeDocument/2006/relationships/slide" Target="/ppt/slides/slide35.xml" Id="R5551a63883024093" /><Relationship Type="http://schemas.openxmlformats.org/officeDocument/2006/relationships/slide" Target="/ppt/slides/slide36.xml" Id="Rf79d853785774d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745ea2a9c042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cb46b4a4744a55" /><Relationship Type="http://schemas.openxmlformats.org/officeDocument/2006/relationships/notesMaster" Target="/ppt/notesMasters/notesMaster1.xml" Id="R3ad60df3b01c4c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e73cefa5b34ddd" /><Relationship Type="http://schemas.openxmlformats.org/officeDocument/2006/relationships/notesMaster" Target="/ppt/notesMasters/notesMaster1.xml" Id="R0a3b9527225347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01eb5f83344a80" /><Relationship Type="http://schemas.openxmlformats.org/officeDocument/2006/relationships/notesMaster" Target="/ppt/notesMasters/notesMaster1.xml" Id="R9f6821cf92044a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3b0a1b267d4b81" /><Relationship Type="http://schemas.openxmlformats.org/officeDocument/2006/relationships/notesMaster" Target="/ppt/notesMasters/notesMaster1.xml" Id="R7e19df5154f34c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2eb29e157c460a" /><Relationship Type="http://schemas.openxmlformats.org/officeDocument/2006/relationships/notesMaster" Target="/ppt/notesMasters/notesMaster1.xml" Id="R98f6fc80a9df42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62d392ec454283" /><Relationship Type="http://schemas.openxmlformats.org/officeDocument/2006/relationships/notesMaster" Target="/ppt/notesMasters/notesMaster1.xml" Id="Rbed4525b7e024e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ef504f91414fb7" /><Relationship Type="http://schemas.openxmlformats.org/officeDocument/2006/relationships/notesMaster" Target="/ppt/notesMasters/notesMaster1.xml" Id="R4a5f61bc8a9544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c09f7e87124aa0" /><Relationship Type="http://schemas.openxmlformats.org/officeDocument/2006/relationships/notesMaster" Target="/ppt/notesMasters/notesMaster1.xml" Id="R08fff77e1f774c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e04a8f66c14621" /><Relationship Type="http://schemas.openxmlformats.org/officeDocument/2006/relationships/notesMaster" Target="/ppt/notesMasters/notesMaster1.xml" Id="Reb5370a331c349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8543febd204c9f" /><Relationship Type="http://schemas.openxmlformats.org/officeDocument/2006/relationships/notesMaster" Target="/ppt/notesMasters/notesMaster1.xml" Id="Rd335712c5cdf45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50a0df75ec4026" /><Relationship Type="http://schemas.openxmlformats.org/officeDocument/2006/relationships/notesMaster" Target="/ppt/notesMasters/notesMaster1.xml" Id="R0e0101f641744d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a93f2d246c4e5e" /><Relationship Type="http://schemas.openxmlformats.org/officeDocument/2006/relationships/notesMaster" Target="/ppt/notesMasters/notesMaster1.xml" Id="R33bff52da83e44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7c98fd3d814b4a" /><Relationship Type="http://schemas.openxmlformats.org/officeDocument/2006/relationships/notesMaster" Target="/ppt/notesMasters/notesMaster1.xml" Id="R329d45778ee541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11c00ff7884048" /><Relationship Type="http://schemas.openxmlformats.org/officeDocument/2006/relationships/notesMaster" Target="/ppt/notesMasters/notesMaster1.xml" Id="R308e8ba24d5b49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136b37095542c1" /><Relationship Type="http://schemas.openxmlformats.org/officeDocument/2006/relationships/notesMaster" Target="/ppt/notesMasters/notesMaster1.xml" Id="R4320bc6bb29a4a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c7d72e384241b4" /><Relationship Type="http://schemas.openxmlformats.org/officeDocument/2006/relationships/notesMaster" Target="/ppt/notesMasters/notesMaster1.xml" Id="R24517217d4a84a9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00aa485b4045bf" /><Relationship Type="http://schemas.openxmlformats.org/officeDocument/2006/relationships/notesMaster" Target="/ppt/notesMasters/notesMaster1.xml" Id="R4034eeddba4441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0a7e0bc27542d2" /><Relationship Type="http://schemas.openxmlformats.org/officeDocument/2006/relationships/notesMaster" Target="/ppt/notesMasters/notesMaster1.xml" Id="Rd07a0ddc70a241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8280bb7bd24aab" /><Relationship Type="http://schemas.openxmlformats.org/officeDocument/2006/relationships/notesMaster" Target="/ppt/notesMasters/notesMaster1.xml" Id="R045487aa19664c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da16d9f79ca4d54" /><Relationship Type="http://schemas.openxmlformats.org/officeDocument/2006/relationships/notesMaster" Target="/ppt/notesMasters/notesMaster1.xml" Id="R4c170dad14bb48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ce47ef8c444aa8" /><Relationship Type="http://schemas.openxmlformats.org/officeDocument/2006/relationships/notesMaster" Target="/ppt/notesMasters/notesMaster1.xml" Id="Ra6999fb7f1a34ad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7724b69bb484095" /><Relationship Type="http://schemas.openxmlformats.org/officeDocument/2006/relationships/notesMaster" Target="/ppt/notesMasters/notesMaster1.xml" Id="Rc18aa345ff7d4f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b1b4b1ab00435b" /><Relationship Type="http://schemas.openxmlformats.org/officeDocument/2006/relationships/notesMaster" Target="/ppt/notesMasters/notesMaster1.xml" Id="R79460e2ddea64d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3514be995534582" /><Relationship Type="http://schemas.openxmlformats.org/officeDocument/2006/relationships/notesMaster" Target="/ppt/notesMasters/notesMaster1.xml" Id="Ra752722c508d438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4c96c8f47204429" /><Relationship Type="http://schemas.openxmlformats.org/officeDocument/2006/relationships/notesMaster" Target="/ppt/notesMasters/notesMaster1.xml" Id="Rcc97ada9146745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4697024b9f1498b" /><Relationship Type="http://schemas.openxmlformats.org/officeDocument/2006/relationships/notesMaster" Target="/ppt/notesMasters/notesMaster1.xml" Id="Rd104f683b049492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b6e458aab74ac3" /><Relationship Type="http://schemas.openxmlformats.org/officeDocument/2006/relationships/notesMaster" Target="/ppt/notesMasters/notesMaster1.xml" Id="R0e379bc7c702495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11818160c44dab" /><Relationship Type="http://schemas.openxmlformats.org/officeDocument/2006/relationships/notesMaster" Target="/ppt/notesMasters/notesMaster1.xml" Id="Raf7d043e26ea40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d230c37440c49fa" /><Relationship Type="http://schemas.openxmlformats.org/officeDocument/2006/relationships/notesMaster" Target="/ppt/notesMasters/notesMaster1.xml" Id="R52ee0815202d4b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c67338aa03f4e82" /><Relationship Type="http://schemas.openxmlformats.org/officeDocument/2006/relationships/notesMaster" Target="/ppt/notesMasters/notesMaster1.xml" Id="Ra5abcc37b1d844f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e27ec2b69a644cc" /><Relationship Type="http://schemas.openxmlformats.org/officeDocument/2006/relationships/notesMaster" Target="/ppt/notesMasters/notesMaster1.xml" Id="Raf95f9573cdf4c7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2587a53ade648c1" /><Relationship Type="http://schemas.openxmlformats.org/officeDocument/2006/relationships/notesMaster" Target="/ppt/notesMasters/notesMaster1.xml" Id="R458fe155a6ef4e9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f976ecb38b943ec" /><Relationship Type="http://schemas.openxmlformats.org/officeDocument/2006/relationships/notesMaster" Target="/ppt/notesMasters/notesMaster1.xml" Id="R4d20dd6c4669413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11ea74b51594a24" /><Relationship Type="http://schemas.openxmlformats.org/officeDocument/2006/relationships/notesMaster" Target="/ppt/notesMasters/notesMaster1.xml" Id="R6f770c4c350a419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eb3c497ac4441d0" /><Relationship Type="http://schemas.openxmlformats.org/officeDocument/2006/relationships/notesMaster" Target="/ppt/notesMasters/notesMaster1.xml" Id="Rf3f9d915871c41a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02ee34b808946a9" /><Relationship Type="http://schemas.openxmlformats.org/officeDocument/2006/relationships/notesMaster" Target="/ppt/notesMasters/notesMaster1.xml" Id="Rb3615ba1e41143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d8ff687b4142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999a3c2c454d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d8ba68c7a44e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370e27163a45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1b6020c3cf4b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b87d76676b4a6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68de115ae4a41f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b5496155128422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a72d722f2ee4e1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8f4e0812b154f8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5b2a12d90f14a1d"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d79a243fd24015" /><Relationship Type="http://schemas.openxmlformats.org/officeDocument/2006/relationships/slideLayout" Target="/ppt/slideLayouts/slideLayout1.xml" Id="R8a8589f4e68c4e58" /><Relationship Type="http://schemas.openxmlformats.org/officeDocument/2006/relationships/slideLayout" Target="/ppt/slideLayouts/slideLayout2.xml" Id="R455a27fc7ed14e78" /><Relationship Type="http://schemas.openxmlformats.org/officeDocument/2006/relationships/slideLayout" Target="/ppt/slideLayouts/slideLayout3.xml" Id="Ra8a9c66407d84675" /><Relationship Type="http://schemas.openxmlformats.org/officeDocument/2006/relationships/slideLayout" Target="/ppt/slideLayouts/slideLayout4.xml" Id="R82b9bc97ecd840d2" /><Relationship Type="http://schemas.openxmlformats.org/officeDocument/2006/relationships/slideLayout" Target="/ppt/slideLayouts/slideLayout5.xml" Id="Rf0f21f2ee59b4041" /><Relationship Type="http://schemas.openxmlformats.org/officeDocument/2006/relationships/slideLayout" Target="/ppt/slideLayouts/slideLayout6.xml" Id="R1df20a5a2f204cc1" /><Relationship Type="http://schemas.openxmlformats.org/officeDocument/2006/relationships/slideLayout" Target="/ppt/slideLayouts/slideLayout7.xml" Id="Re43b57ff1f8c41b5" /><Relationship Type="http://schemas.openxmlformats.org/officeDocument/2006/relationships/slideLayout" Target="/ppt/slideLayouts/slideLayout8.xml" Id="Rac483de9ab7444b9" /><Relationship Type="http://schemas.openxmlformats.org/officeDocument/2006/relationships/slideLayout" Target="/ppt/slideLayouts/slideLayout9.xml" Id="Re8c8b050bc7f41d6" /><Relationship Type="http://schemas.openxmlformats.org/officeDocument/2006/relationships/slideLayout" Target="/ppt/slideLayouts/slideLayout10.xml" Id="Rd2491d28e7354a97" /><Relationship Type="http://schemas.openxmlformats.org/officeDocument/2006/relationships/slideLayout" Target="/ppt/slideLayouts/slideLayout11.xml" Id="R88e3ec3a79cd4fd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a8589f4e68c4e58"/>
    <p:sldLayoutId xmlns:r="http://schemas.openxmlformats.org/officeDocument/2006/relationships" id="2147483650" r:id="R455a27fc7ed14e78"/>
    <p:sldLayoutId xmlns:r="http://schemas.openxmlformats.org/officeDocument/2006/relationships" id="2147483651" r:id="Ra8a9c66407d84675"/>
    <p:sldLayoutId xmlns:r="http://schemas.openxmlformats.org/officeDocument/2006/relationships" id="2147483652" r:id="R82b9bc97ecd840d2"/>
    <p:sldLayoutId xmlns:r="http://schemas.openxmlformats.org/officeDocument/2006/relationships" id="2147483653" r:id="Rf0f21f2ee59b4041"/>
    <p:sldLayoutId xmlns:r="http://schemas.openxmlformats.org/officeDocument/2006/relationships" id="2147483654" r:id="R1df20a5a2f204cc1"/>
    <p:sldLayoutId xmlns:r="http://schemas.openxmlformats.org/officeDocument/2006/relationships" id="2147483655" r:id="Re43b57ff1f8c41b5"/>
    <p:sldLayoutId xmlns:r="http://schemas.openxmlformats.org/officeDocument/2006/relationships" id="2147483656" r:id="Rac483de9ab7444b9"/>
    <p:sldLayoutId xmlns:r="http://schemas.openxmlformats.org/officeDocument/2006/relationships" id="2147483657" r:id="Re8c8b050bc7f41d6"/>
    <p:sldLayoutId xmlns:r="http://schemas.openxmlformats.org/officeDocument/2006/relationships" id="2147483658" r:id="Rd2491d28e7354a97"/>
    <p:sldLayoutId xmlns:r="http://schemas.openxmlformats.org/officeDocument/2006/relationships" id="2147483659" r:id="R88e3ec3a79cd4fd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e45b97fce24407" /><Relationship Type="http://schemas.openxmlformats.org/officeDocument/2006/relationships/image" Target="/ppt/media/image.png" Id="R19981daeb23d4011" /><Relationship Type="http://schemas.openxmlformats.org/officeDocument/2006/relationships/image" Target="/ppt/media/image2.png" Id="Rf5cfc15b383e44c6" /><Relationship Type="http://schemas.openxmlformats.org/officeDocument/2006/relationships/notesSlide" Target="/ppt/notesSlides/notesSlide1.xml" Id="R6dea030fc3aa40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da8dbf5b61456f" /><Relationship Type="http://schemas.openxmlformats.org/officeDocument/2006/relationships/image" Target="/ppt/media/image.jpeg" Id="R0854188c86e04075" /><Relationship Type="http://schemas.openxmlformats.org/officeDocument/2006/relationships/image" Target="/ppt/media/image3.png" Id="Re1f59eb7a22b42b3" /><Relationship Type="http://schemas.openxmlformats.org/officeDocument/2006/relationships/notesSlide" Target="/ppt/notesSlides/notesSlide2.xml" Id="R8aa8a1c4fcc149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c1409449bb841f0" /><Relationship Type="http://schemas.openxmlformats.org/officeDocument/2006/relationships/image" Target="/ppt/media/image2.jpeg" Id="Re52e174fbdb947ba" /><Relationship Type="http://schemas.openxmlformats.org/officeDocument/2006/relationships/image" Target="/ppt/media/image2.png" Id="R72ac3f5ceda04c5d" /><Relationship Type="http://schemas.openxmlformats.org/officeDocument/2006/relationships/image" Target="/ppt/media/image4.png" Id="R8dff29d17bd64840" /><Relationship Type="http://schemas.openxmlformats.org/officeDocument/2006/relationships/image" Target="/ppt/media/image5.png" Id="Rb37e4d5912b44860" /><Relationship Type="http://schemas.openxmlformats.org/officeDocument/2006/relationships/notesSlide" Target="/ppt/notesSlides/notesSlide3.xml" Id="R24f12268aa8b48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6af120803e4d39" /><Relationship Type="http://schemas.openxmlformats.org/officeDocument/2006/relationships/image" Target="/ppt/media/image2.jpeg" Id="Re539808388af492d" /><Relationship Type="http://schemas.openxmlformats.org/officeDocument/2006/relationships/image" Target="/ppt/media/image2.png" Id="Rb559e5e8fa3c49fe" /><Relationship Type="http://schemas.openxmlformats.org/officeDocument/2006/relationships/image" Target="/ppt/media/image6.png" Id="R434940fa20a34fad" /><Relationship Type="http://schemas.openxmlformats.org/officeDocument/2006/relationships/notesSlide" Target="/ppt/notesSlides/notesSlide4.xml" Id="Re4b3613fc62940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5cbef226844827" /><Relationship Type="http://schemas.openxmlformats.org/officeDocument/2006/relationships/image" Target="/ppt/media/image2.jpeg" Id="Rb3fd0a5404e54f41" /><Relationship Type="http://schemas.openxmlformats.org/officeDocument/2006/relationships/image" Target="/ppt/media/image2.png" Id="Rd610d3dab44a43a7" /><Relationship Type="http://schemas.openxmlformats.org/officeDocument/2006/relationships/notesSlide" Target="/ppt/notesSlides/notesSlide5.xml" Id="Rb208f22799a84b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f9b388d4a34e8d" /><Relationship Type="http://schemas.openxmlformats.org/officeDocument/2006/relationships/image" Target="/ppt/media/image2.jpeg" Id="R61ce03be6dc346c8" /><Relationship Type="http://schemas.openxmlformats.org/officeDocument/2006/relationships/image" Target="/ppt/media/image2.png" Id="R46150e64919c4f28" /><Relationship Type="http://schemas.openxmlformats.org/officeDocument/2006/relationships/notesSlide" Target="/ppt/notesSlides/notesSlide6.xml" Id="R5e76ca551a6d4c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54d16880fb46cd" /><Relationship Type="http://schemas.openxmlformats.org/officeDocument/2006/relationships/image" Target="/ppt/media/image2.jpeg" Id="R10b72f3163524f4a" /><Relationship Type="http://schemas.openxmlformats.org/officeDocument/2006/relationships/image" Target="/ppt/media/image2.png" Id="R01cdd19bf4024c8d" /><Relationship Type="http://schemas.openxmlformats.org/officeDocument/2006/relationships/chart" Target="/ppt/slides/charts/chart1.xml" Id="Rc4feb4029ba44989" /><Relationship Type="http://schemas.openxmlformats.org/officeDocument/2006/relationships/notesSlide" Target="/ppt/notesSlides/notesSlide7.xml" Id="R96b14939766244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00f4da7ae24eed" /><Relationship Type="http://schemas.openxmlformats.org/officeDocument/2006/relationships/image" Target="/ppt/media/image2.jpeg" Id="R8032d7d8015c4d74" /><Relationship Type="http://schemas.openxmlformats.org/officeDocument/2006/relationships/image" Target="/ppt/media/image2.png" Id="R25abee5971694598" /><Relationship Type="http://schemas.openxmlformats.org/officeDocument/2006/relationships/notesSlide" Target="/ppt/notesSlides/notesSlide8.xml" Id="R8d7de2fb076244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952abb91114e37" /><Relationship Type="http://schemas.openxmlformats.org/officeDocument/2006/relationships/image" Target="/ppt/media/image2.jpeg" Id="R6d1562116887469a" /><Relationship Type="http://schemas.openxmlformats.org/officeDocument/2006/relationships/image" Target="/ppt/media/image2.png" Id="Rb8ed4b7e65454cd7" /><Relationship Type="http://schemas.openxmlformats.org/officeDocument/2006/relationships/notesSlide" Target="/ppt/notesSlides/notesSlide9.xml" Id="Rd66d7229d3e54a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640e2278a9448d1" /><Relationship Type="http://schemas.openxmlformats.org/officeDocument/2006/relationships/image" Target="/ppt/media/image2.jpeg" Id="R90a0ffc32e0e4923" /><Relationship Type="http://schemas.openxmlformats.org/officeDocument/2006/relationships/image" Target="/ppt/media/image2.png" Id="R057fc74bb0f04625" /><Relationship Type="http://schemas.openxmlformats.org/officeDocument/2006/relationships/image" Target="/ppt/media/image4.png" Id="R840410e1fc7447cf" /><Relationship Type="http://schemas.openxmlformats.org/officeDocument/2006/relationships/image" Target="/ppt/media/image7.png" Id="Rdb37dcb5f16846d9" /><Relationship Type="http://schemas.openxmlformats.org/officeDocument/2006/relationships/notesSlide" Target="/ppt/notesSlides/notesSlide10.xml" Id="R413a4722f9ec42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1afb39fa124f3f" /><Relationship Type="http://schemas.openxmlformats.org/officeDocument/2006/relationships/image" Target="/ppt/media/image2.jpeg" Id="R4933f772b45d4212" /><Relationship Type="http://schemas.openxmlformats.org/officeDocument/2006/relationships/image" Target="/ppt/media/image2.png" Id="R7e41078504d54dab" /><Relationship Type="http://schemas.openxmlformats.org/officeDocument/2006/relationships/notesSlide" Target="/ppt/notesSlides/notesSlide11.xml" Id="R84c976d9dd8340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ffd88a43824488" /><Relationship Type="http://schemas.openxmlformats.org/officeDocument/2006/relationships/image" Target="/ppt/media/image3.jpeg" Id="Ra5501ca60f514b1c" /><Relationship Type="http://schemas.openxmlformats.org/officeDocument/2006/relationships/image" Target="/ppt/media/image8.png" Id="Rf8bd894dd4d8449b" /><Relationship Type="http://schemas.openxmlformats.org/officeDocument/2006/relationships/notesSlide" Target="/ppt/notesSlides/notesSlide12.xml" Id="R2703feb3d3d94d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a8b00b6506e4702" /><Relationship Type="http://schemas.openxmlformats.org/officeDocument/2006/relationships/image" Target="/ppt/media/image2.jpeg" Id="Re05c32b4288e4b19" /><Relationship Type="http://schemas.openxmlformats.org/officeDocument/2006/relationships/image" Target="/ppt/media/image2.png" Id="R318ce1c3c1374851" /><Relationship Type="http://schemas.openxmlformats.org/officeDocument/2006/relationships/notesSlide" Target="/ppt/notesSlides/notesSlide13.xml" Id="R013ac547659a4b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ddee483c664124" /><Relationship Type="http://schemas.openxmlformats.org/officeDocument/2006/relationships/image" Target="/ppt/media/image2.jpeg" Id="R9cfd7a6698cc439f" /><Relationship Type="http://schemas.openxmlformats.org/officeDocument/2006/relationships/image" Target="/ppt/media/image2.png" Id="R136d45e24fd74418" /><Relationship Type="http://schemas.openxmlformats.org/officeDocument/2006/relationships/notesSlide" Target="/ppt/notesSlides/notesSlide14.xml" Id="R6c0dbee67c6842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8397842fbc6401e" /><Relationship Type="http://schemas.openxmlformats.org/officeDocument/2006/relationships/image" Target="/ppt/media/image2.jpeg" Id="Rbb031bdd136d4acd" /><Relationship Type="http://schemas.openxmlformats.org/officeDocument/2006/relationships/image" Target="/ppt/media/image2.png" Id="Re752375d42d64b79" /><Relationship Type="http://schemas.openxmlformats.org/officeDocument/2006/relationships/image" Target="/ppt/media/image4.png" Id="R209201b4d39b42bc" /><Relationship Type="http://schemas.openxmlformats.org/officeDocument/2006/relationships/image" Target="/ppt/media/image9.png" Id="R08a128c9edcf4491" /><Relationship Type="http://schemas.openxmlformats.org/officeDocument/2006/relationships/notesSlide" Target="/ppt/notesSlides/notesSlide15.xml" Id="R4f54b10ee9ce4b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cfe0d834e094fad" /><Relationship Type="http://schemas.openxmlformats.org/officeDocument/2006/relationships/image" Target="/ppt/media/image2.jpeg" Id="Rdfc56e7c620f4367" /><Relationship Type="http://schemas.openxmlformats.org/officeDocument/2006/relationships/image" Target="/ppt/media/image2.png" Id="R398875ad45c4472b" /><Relationship Type="http://schemas.openxmlformats.org/officeDocument/2006/relationships/image" Target="/ppt/media/image10.png" Id="R19b354dcf64f4745" /><Relationship Type="http://schemas.openxmlformats.org/officeDocument/2006/relationships/notesSlide" Target="/ppt/notesSlides/notesSlide16.xml" Id="R179b4c27c94b4b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1c6d3a182b4534" /><Relationship Type="http://schemas.openxmlformats.org/officeDocument/2006/relationships/image" Target="/ppt/media/image2.jpeg" Id="R05a311d9a04e4780" /><Relationship Type="http://schemas.openxmlformats.org/officeDocument/2006/relationships/image" Target="/ppt/media/image2.png" Id="R92e68da528e64d45" /><Relationship Type="http://schemas.openxmlformats.org/officeDocument/2006/relationships/notesSlide" Target="/ppt/notesSlides/notesSlide17.xml" Id="R9783fe606dec4f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e2282b193cc412d" /><Relationship Type="http://schemas.openxmlformats.org/officeDocument/2006/relationships/image" Target="/ppt/media/image2.jpeg" Id="R55925e65058e4a04" /><Relationship Type="http://schemas.openxmlformats.org/officeDocument/2006/relationships/image" Target="/ppt/media/image2.png" Id="Ra05af62c06194ebb" /><Relationship Type="http://schemas.openxmlformats.org/officeDocument/2006/relationships/notesSlide" Target="/ppt/notesSlides/notesSlide18.xml" Id="Re5566a682bb242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dc6c110b3c4fa2" /><Relationship Type="http://schemas.openxmlformats.org/officeDocument/2006/relationships/image" Target="/ppt/media/image2.jpeg" Id="R1608ee904b5c4dff" /><Relationship Type="http://schemas.openxmlformats.org/officeDocument/2006/relationships/image" Target="/ppt/media/image2.png" Id="Rd7ccb87de3474a7f" /><Relationship Type="http://schemas.openxmlformats.org/officeDocument/2006/relationships/notesSlide" Target="/ppt/notesSlides/notesSlide19.xml" Id="Rc272338b25ce40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42adcdd11e84613" /><Relationship Type="http://schemas.openxmlformats.org/officeDocument/2006/relationships/image" Target="/ppt/media/image2.jpeg" Id="Rbf61a42329b14fdc" /><Relationship Type="http://schemas.openxmlformats.org/officeDocument/2006/relationships/image" Target="/ppt/media/image2.png" Id="R06abc0fab9cb425a" /><Relationship Type="http://schemas.openxmlformats.org/officeDocument/2006/relationships/notesSlide" Target="/ppt/notesSlides/notesSlide20.xml" Id="R1ef7a7f317b249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5bdfa224d404629" /><Relationship Type="http://schemas.openxmlformats.org/officeDocument/2006/relationships/image" Target="/ppt/media/image2.jpeg" Id="Rf3d6526a744c433a" /><Relationship Type="http://schemas.openxmlformats.org/officeDocument/2006/relationships/image" Target="/ppt/media/image2.png" Id="Rb16eff3d357e4992" /><Relationship Type="http://schemas.openxmlformats.org/officeDocument/2006/relationships/notesSlide" Target="/ppt/notesSlides/notesSlide21.xml" Id="R8c459c9d539246c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d3f1936ecae41f3" /><Relationship Type="http://schemas.openxmlformats.org/officeDocument/2006/relationships/image" Target="/ppt/media/image2.jpeg" Id="Rc01ef60c764b4e2d" /><Relationship Type="http://schemas.openxmlformats.org/officeDocument/2006/relationships/image" Target="/ppt/media/image2.png" Id="R5344af68dd0c4908" /><Relationship Type="http://schemas.openxmlformats.org/officeDocument/2006/relationships/image" Target="/ppt/media/image4.png" Id="R39df595f0f514968" /><Relationship Type="http://schemas.openxmlformats.org/officeDocument/2006/relationships/image" Target="/ppt/media/image11.png" Id="R201ac91ab35f4fe1" /><Relationship Type="http://schemas.openxmlformats.org/officeDocument/2006/relationships/notesSlide" Target="/ppt/notesSlides/notesSlide22.xml" Id="R6188025f19fb4ab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1544642f194a3c" /><Relationship Type="http://schemas.openxmlformats.org/officeDocument/2006/relationships/image" Target="/ppt/media/image2.jpeg" Id="Rc4a16b5296b14d8b" /><Relationship Type="http://schemas.openxmlformats.org/officeDocument/2006/relationships/image" Target="/ppt/media/image2.png" Id="R52669c02beb64f03" /><Relationship Type="http://schemas.openxmlformats.org/officeDocument/2006/relationships/notesSlide" Target="/ppt/notesSlides/notesSlide23.xml" Id="R14659867e01042e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c95ad38967c4da8" /><Relationship Type="http://schemas.openxmlformats.org/officeDocument/2006/relationships/image" Target="/ppt/media/image2.jpeg" Id="Rddbb7624ece74b2f" /><Relationship Type="http://schemas.openxmlformats.org/officeDocument/2006/relationships/image" Target="/ppt/media/image2.png" Id="R70602e2743d24e38" /><Relationship Type="http://schemas.openxmlformats.org/officeDocument/2006/relationships/chart" Target="/ppt/slides/charts/chart2.xml" Id="Rbd5fe4b8e4054b6c" /><Relationship Type="http://schemas.openxmlformats.org/officeDocument/2006/relationships/notesSlide" Target="/ppt/notesSlides/notesSlide24.xml" Id="Rf6737860ef884aa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ddcbc1fc5cf4f97" /><Relationship Type="http://schemas.openxmlformats.org/officeDocument/2006/relationships/image" Target="/ppt/media/image2.jpeg" Id="R747d171cb80b4821" /><Relationship Type="http://schemas.openxmlformats.org/officeDocument/2006/relationships/image" Target="/ppt/media/image2.png" Id="Rfe322454300d44c1" /><Relationship Type="http://schemas.openxmlformats.org/officeDocument/2006/relationships/image" Target="/ppt/media/image12.png" Id="Rab16c1fc912e4bb6" /><Relationship Type="http://schemas.openxmlformats.org/officeDocument/2006/relationships/image" Target="/ppt/media/image13.png" Id="R78834ea316d348ee" /><Relationship Type="http://schemas.openxmlformats.org/officeDocument/2006/relationships/notesSlide" Target="/ppt/notesSlides/notesSlide25.xml" Id="R219047ad90c141b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d0bf8edf1b694448" /><Relationship Type="http://schemas.openxmlformats.org/officeDocument/2006/relationships/image" Target="/ppt/media/image2.jpeg" Id="Re5377a917c68407c" /><Relationship Type="http://schemas.openxmlformats.org/officeDocument/2006/relationships/image" Target="/ppt/media/image2.png" Id="Re733692283474444" /><Relationship Type="http://schemas.openxmlformats.org/officeDocument/2006/relationships/image" Target="/ppt/media/image4.png" Id="R2013e5a3b72344f8" /><Relationship Type="http://schemas.openxmlformats.org/officeDocument/2006/relationships/image" Target="/ppt/media/image14.png" Id="R7cbdb00bcddd4114" /><Relationship Type="http://schemas.openxmlformats.org/officeDocument/2006/relationships/notesSlide" Target="/ppt/notesSlides/notesSlide26.xml" Id="R1b590ed2ca72493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0f62c2080bc4bd2" /><Relationship Type="http://schemas.openxmlformats.org/officeDocument/2006/relationships/image" Target="/ppt/media/image2.jpeg" Id="Rfc1309a990684a36" /><Relationship Type="http://schemas.openxmlformats.org/officeDocument/2006/relationships/image" Target="/ppt/media/image2.png" Id="R55a8747204c943a4" /><Relationship Type="http://schemas.openxmlformats.org/officeDocument/2006/relationships/notesSlide" Target="/ppt/notesSlides/notesSlide27.xml" Id="Rd84d26bebc3f475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aad9cfc5cab40b6" /><Relationship Type="http://schemas.openxmlformats.org/officeDocument/2006/relationships/image" Target="/ppt/media/image2.jpeg" Id="R1f2b067a540f4dac" /><Relationship Type="http://schemas.openxmlformats.org/officeDocument/2006/relationships/image" Target="/ppt/media/image2.png" Id="R6f5700658ef042ff" /><Relationship Type="http://schemas.openxmlformats.org/officeDocument/2006/relationships/notesSlide" Target="/ppt/notesSlides/notesSlide28.xml" Id="R4fb9b5d3214048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254b416d9004792" /><Relationship Type="http://schemas.openxmlformats.org/officeDocument/2006/relationships/image" Target="/ppt/media/image2.jpeg" Id="Recb595578611498c" /><Relationship Type="http://schemas.openxmlformats.org/officeDocument/2006/relationships/image" Target="/ppt/media/image2.png" Id="Rb099566fee364a76" /><Relationship Type="http://schemas.openxmlformats.org/officeDocument/2006/relationships/notesSlide" Target="/ppt/notesSlides/notesSlide29.xml" Id="Rd9c407d5837d480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b37d48e8379416a" /><Relationship Type="http://schemas.openxmlformats.org/officeDocument/2006/relationships/image" Target="/ppt/media/image2.jpeg" Id="R3cd99c646d0949c6" /><Relationship Type="http://schemas.openxmlformats.org/officeDocument/2006/relationships/image" Target="/ppt/media/image2.png" Id="Rb58b49af96a64d74" /><Relationship Type="http://schemas.openxmlformats.org/officeDocument/2006/relationships/notesSlide" Target="/ppt/notesSlides/notesSlide30.xml" Id="R789e4378217a4d4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bc138ef0b44913" /><Relationship Type="http://schemas.openxmlformats.org/officeDocument/2006/relationships/image" Target="/ppt/media/image2.jpeg" Id="Rd3812b5853344dd9" /><Relationship Type="http://schemas.openxmlformats.org/officeDocument/2006/relationships/image" Target="/ppt/media/image2.png" Id="R53237c12e0784805" /><Relationship Type="http://schemas.openxmlformats.org/officeDocument/2006/relationships/notesSlide" Target="/ppt/notesSlides/notesSlide31.xml" Id="R216ac98cafb845d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a2567f1d715445f" /><Relationship Type="http://schemas.openxmlformats.org/officeDocument/2006/relationships/image" Target="/ppt/media/image2.jpeg" Id="Rb8ee58fd86694837" /><Relationship Type="http://schemas.openxmlformats.org/officeDocument/2006/relationships/image" Target="/ppt/media/image2.png" Id="R7efad357571f4a29" /><Relationship Type="http://schemas.openxmlformats.org/officeDocument/2006/relationships/notesSlide" Target="/ppt/notesSlides/notesSlide32.xml" Id="Rceef3bd0f5954d6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9fd847aca9e4417" /><Relationship Type="http://schemas.openxmlformats.org/officeDocument/2006/relationships/image" Target="/ppt/media/image2.jpeg" Id="R1abe3b25b2f94fc3" /><Relationship Type="http://schemas.openxmlformats.org/officeDocument/2006/relationships/image" Target="/ppt/media/image2.png" Id="Rd523254cbc7c4d77" /><Relationship Type="http://schemas.openxmlformats.org/officeDocument/2006/relationships/notesSlide" Target="/ppt/notesSlides/notesSlide33.xml" Id="Rdb46954ccf5f48a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b51df160c954a06" /><Relationship Type="http://schemas.openxmlformats.org/officeDocument/2006/relationships/image" Target="/ppt/media/image2.jpeg" Id="R5e5bd58880154cb6" /><Relationship Type="http://schemas.openxmlformats.org/officeDocument/2006/relationships/image" Target="/ppt/media/image2.png" Id="R088f99aa69d34700" /><Relationship Type="http://schemas.openxmlformats.org/officeDocument/2006/relationships/notesSlide" Target="/ppt/notesSlides/notesSlide34.xml" Id="Rdb1be1f56732485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d6cdbc17aff4922" /><Relationship Type="http://schemas.openxmlformats.org/officeDocument/2006/relationships/image" Target="/ppt/media/image2.jpeg" Id="R724c9951fccb40e8" /><Relationship Type="http://schemas.openxmlformats.org/officeDocument/2006/relationships/image" Target="/ppt/media/image2.png" Id="R93f6c77b795e4bdd" /><Relationship Type="http://schemas.openxmlformats.org/officeDocument/2006/relationships/image" Target="/ppt/media/image15.png" Id="Rb38284d8e2e84ca7" /><Relationship Type="http://schemas.openxmlformats.org/officeDocument/2006/relationships/notesSlide" Target="/ppt/notesSlides/notesSlide35.xml" Id="R3a39d5bb380247e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d3e299e84a604492" /><Relationship Type="http://schemas.openxmlformats.org/officeDocument/2006/relationships/image" Target="/ppt/media/image2.jpeg" Id="Ra9be577219034130" /><Relationship Type="http://schemas.openxmlformats.org/officeDocument/2006/relationships/image" Target="/ppt/media/image.gif" Id="Ref44000d963343a9" /><Relationship Type="http://schemas.openxmlformats.org/officeDocument/2006/relationships/image" Target="/ppt/media/image2.png" Id="R0990c8572a0c41f8" /><Relationship Type="http://schemas.openxmlformats.org/officeDocument/2006/relationships/notesSlide" Target="/ppt/notesSlides/notesSlide36.xml" Id="Ra52bbd70f2294fe2"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19981daeb23d4011">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f5cfc15b383e44c6">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854188c86e04075"/>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1f59eb7a22b42b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e52e174fbdb947b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2ac3f5ceda04c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8dff29d17bd64840">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b37e4d5912b44860">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539808388af492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59e5e8fa3c49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434940fa20a34fad"/>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3fd0a5404e54f4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10d3dab44a43a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1ce03be6dc346c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150e64919c4f2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0b72f3163524f4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cdd19bf4024c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c4feb4029ba44989"/>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032d7d8015c4d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abee597169459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d156211688746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8ed4b7e65454c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90a0ffc32e0e492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057fc74bb0f0462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840410e1fc7447c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db37dcb5f16846d9">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933f772b45d421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e41078504d54da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1">
            <a:extLst xmlns:a="http://schemas.openxmlformats.org/drawingml/2006/main">
              <a:ext uri="{FF2B5EF4-FFF2-40B4-BE49-F238E27FC236}">
                <a16:creationId xmlns:a16="http://schemas.microsoft.com/office/drawing/2014/main" id="{80BA90F8-BFFA-46A8-8D0A-0A61AB01C3FF}"/>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1">
            <a:extLst xmlns:a="http://schemas.openxmlformats.org/drawingml/2006/main">
              <a:ext uri="{FF2B5EF4-FFF2-40B4-BE49-F238E27FC236}">
                <a16:creationId xmlns:a16="http://schemas.microsoft.com/office/drawing/2014/main" id="{9D733177-9E15-4F56-A76C-8D743AE12B82}"/>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1">
            <a:extLst xmlns:a="http://schemas.openxmlformats.org/drawingml/2006/main">
              <a:ext uri="{FF2B5EF4-FFF2-40B4-BE49-F238E27FC236}">
                <a16:creationId xmlns:a16="http://schemas.microsoft.com/office/drawing/2014/main" id="{23B4BE18-93CB-4F24-B9A4-46B47149294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(1/3)</a:t>
            </a:r>
          </a:p>
        </p:txBody>
      </p:sp>
      <p:sp>
        <p:nvSpPr>
          <p:cNvPr id="233" name="related-study-cover-1">
            <a:extLst xmlns:a="http://schemas.openxmlformats.org/drawingml/2006/main">
              <a:ext uri="{FF2B5EF4-FFF2-40B4-BE49-F238E27FC236}">
                <a16:creationId xmlns:a16="http://schemas.microsoft.com/office/drawing/2014/main" id="{1ADED0F0-6D68-4F0D-8269-48A59E1567A2}"/>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1">
            <a:extLst xmlns:a="http://schemas.openxmlformats.org/drawingml/2006/main">
              <a:ext uri="{FF2B5EF4-FFF2-40B4-BE49-F238E27FC236}">
                <a16:creationId xmlns:a16="http://schemas.microsoft.com/office/drawing/2014/main" id="{57257B69-5B7D-4906-85C6-88444C27B679}"/>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5" name="paper-summary-1">
            <a:extLst xmlns:a="http://schemas.openxmlformats.org/drawingml/2006/main">
              <a:ext uri="{FF2B5EF4-FFF2-40B4-BE49-F238E27FC236}">
                <a16:creationId xmlns:a16="http://schemas.microsoft.com/office/drawing/2014/main" id="{FC58AFF5-EA5D-4110-9E8B-2B9DB9D2847C}"/>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6" name="paper-source-1">
            <a:extLst xmlns:a="http://schemas.openxmlformats.org/drawingml/2006/main">
              <a:ext uri="{FF2B5EF4-FFF2-40B4-BE49-F238E27FC236}">
                <a16:creationId xmlns:a16="http://schemas.microsoft.com/office/drawing/2014/main" id="{8F1EDB0F-7477-4B9A-9227-1DEFD9804AA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7" name="ddfed-strengths-heading">
            <a:extLst xmlns:a="http://schemas.openxmlformats.org/drawingml/2006/main">
              <a:ext uri="{FF2B5EF4-FFF2-40B4-BE49-F238E27FC236}">
                <a16:creationId xmlns:a16="http://schemas.microsoft.com/office/drawing/2014/main" id="{927294EA-CD92-4599-A9C1-05C4BA2379DC}"/>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ddfed-strengths-bullets">
            <a:extLst xmlns:a="http://schemas.openxmlformats.org/drawingml/2006/main">
              <a:ext uri="{FF2B5EF4-FFF2-40B4-BE49-F238E27FC236}">
                <a16:creationId xmlns:a16="http://schemas.microsoft.com/office/drawing/2014/main" id="{44E7192C-373D-4142-9AC0-679109FF0123}"/>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9" name="ddfed-limits-heading">
            <a:extLst xmlns:a="http://schemas.openxmlformats.org/drawingml/2006/main">
              <a:ext uri="{FF2B5EF4-FFF2-40B4-BE49-F238E27FC236}">
                <a16:creationId xmlns:a16="http://schemas.microsoft.com/office/drawing/2014/main" id="{D61FFDFF-2929-4575-A7C0-E8CE48D9BF66}"/>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ddfed-limits-bullets">
            <a:extLst xmlns:a="http://schemas.openxmlformats.org/drawingml/2006/main">
              <a:ext uri="{FF2B5EF4-FFF2-40B4-BE49-F238E27FC236}">
                <a16:creationId xmlns:a16="http://schemas.microsoft.com/office/drawing/2014/main" id="{81DD42B0-2370-4FB7-9BEE-8771DC51AA94}"/>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41" name="ddfed-flow-title">
            <a:extLst xmlns:a="http://schemas.openxmlformats.org/drawingml/2006/main">
              <a:ext uri="{FF2B5EF4-FFF2-40B4-BE49-F238E27FC236}">
                <a16:creationId xmlns:a16="http://schemas.microsoft.com/office/drawing/2014/main" id="{2DE88B6E-BF07-4347-9BFF-0DD6E17405C3}"/>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42" name="ddfed-box-1">
            <a:extLst xmlns:a="http://schemas.openxmlformats.org/drawingml/2006/main">
              <a:ext uri="{FF2B5EF4-FFF2-40B4-BE49-F238E27FC236}">
                <a16:creationId xmlns:a16="http://schemas.microsoft.com/office/drawing/2014/main" id="{28EBA8B4-637E-4B3A-92F6-20BDCA9B61B0}"/>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3" name="ddfed-arrow-1">
            <a:extLst xmlns:a="http://schemas.openxmlformats.org/drawingml/2006/main">
              <a:ext uri="{FF2B5EF4-FFF2-40B4-BE49-F238E27FC236}">
                <a16:creationId xmlns:a16="http://schemas.microsoft.com/office/drawing/2014/main" id="{C745A157-4CF4-430B-A5E1-3B4932597675}"/>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4" name="ddfed-box-2">
            <a:extLst xmlns:a="http://schemas.openxmlformats.org/drawingml/2006/main">
              <a:ext uri="{FF2B5EF4-FFF2-40B4-BE49-F238E27FC236}">
                <a16:creationId xmlns:a16="http://schemas.microsoft.com/office/drawing/2014/main" id="{D2CA439A-0204-4354-AB68-351197BA9FFF}"/>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5" name="ddfed-arrow-2">
            <a:extLst xmlns:a="http://schemas.openxmlformats.org/drawingml/2006/main">
              <a:ext uri="{FF2B5EF4-FFF2-40B4-BE49-F238E27FC236}">
                <a16:creationId xmlns:a16="http://schemas.microsoft.com/office/drawing/2014/main" id="{7289E59F-9740-4F7D-B4D3-F0B878638F83}"/>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6" name="ddfed-box-3">
            <a:extLst xmlns:a="http://schemas.openxmlformats.org/drawingml/2006/main">
              <a:ext uri="{FF2B5EF4-FFF2-40B4-BE49-F238E27FC236}">
                <a16:creationId xmlns:a16="http://schemas.microsoft.com/office/drawing/2014/main" id="{96A421E4-C007-4B67-8210-3CDA055F45C7}"/>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7" name="ddfed-arrow-3">
            <a:extLst xmlns:a="http://schemas.openxmlformats.org/drawingml/2006/main">
              <a:ext uri="{FF2B5EF4-FFF2-40B4-BE49-F238E27FC236}">
                <a16:creationId xmlns:a16="http://schemas.microsoft.com/office/drawing/2014/main" id="{D34BC715-C6A6-44CC-B9DE-75024769A771}"/>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8" name="ddfed-box-4">
            <a:extLst xmlns:a="http://schemas.openxmlformats.org/drawingml/2006/main">
              <a:ext uri="{FF2B5EF4-FFF2-40B4-BE49-F238E27FC236}">
                <a16:creationId xmlns:a16="http://schemas.microsoft.com/office/drawing/2014/main" id="{A9BF782B-49C2-4F6F-9E84-8353E4B86C0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9" name="ddfed-diagram-caption">
            <a:extLst xmlns:a="http://schemas.openxmlformats.org/drawingml/2006/main">
              <a:ext uri="{FF2B5EF4-FFF2-40B4-BE49-F238E27FC236}">
                <a16:creationId xmlns:a16="http://schemas.microsoft.com/office/drawing/2014/main" id="{AA651DA7-B91B-402B-9D8E-4607B544CCED}"/>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5501ca60f514b1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8bd894dd4d8449b"/>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5"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585CE6FF-B7B8-4071-AD70-F09BAA84BA86}"/>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F69613C8-009B-4B71-B0EB-4365B5B5205F}"/>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01CA65C9-8731-4299-92D7-2DF862808EEB}"/>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476B5422-BE85-4035-9BAD-6417444AB435}"/>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F1EB4D90-0A48-459C-BA6B-BD99DF9CB0C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D762141C-4F2D-440F-A11E-D73D8F4886A0}"/>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CF201B8D-13DD-48F5-BBD3-C4C2BCB44C3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BB36191E-942E-4969-8BC3-9A82C320D18E}"/>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42E45B9E-BCB7-47BA-9649-2A4099A3F9B0}"/>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5E98FB53-E253-4099-816A-8959698DFE41}"/>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CFA43A62-5BF4-4892-BD29-703B2A4219DE}"/>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1C018572-36F1-4F28-BC84-C8955D53C182}"/>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B34E2DD7-220A-4812-99D1-63A1DCA1CE86}"/>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57848A3A-F805-4228-9FC8-13379962583A}"/>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2FB12484-DFF3-4DC6-83B2-8E8310678D17}"/>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F2CCC894-C9A5-41DB-8C68-73E04B31DA98}"/>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B96F5528-48CE-45BE-82D8-1AFDCBC235F9}"/>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9B16C66E-5DC1-4EBA-9EE9-CCBEA3F55CF2}"/>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698847A8-D852-42D5-BC6C-5DD6164BCEC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10DAA113-358E-4912-93D5-3B44DC896DFF}"/>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05c32b4288e4b1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18ce1c3c13748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3">
            <a:extLst xmlns:a="http://schemas.openxmlformats.org/drawingml/2006/main">
              <a:ext uri="{FF2B5EF4-FFF2-40B4-BE49-F238E27FC236}">
                <a16:creationId xmlns:a16="http://schemas.microsoft.com/office/drawing/2014/main" id="{DC469A3E-3CE3-4474-97E3-0EF77F66A334}"/>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3">
            <a:extLst xmlns:a="http://schemas.openxmlformats.org/drawingml/2006/main">
              <a:ext uri="{FF2B5EF4-FFF2-40B4-BE49-F238E27FC236}">
                <a16:creationId xmlns:a16="http://schemas.microsoft.com/office/drawing/2014/main" id="{7A2767BB-0C62-4717-88D4-212215CCD77C}"/>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3">
            <a:extLst xmlns:a="http://schemas.openxmlformats.org/drawingml/2006/main">
              <a:ext uri="{FF2B5EF4-FFF2-40B4-BE49-F238E27FC236}">
                <a16:creationId xmlns:a16="http://schemas.microsoft.com/office/drawing/2014/main" id="{CDCD6096-D158-480C-9B22-A78E496144BB}"/>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(3/3)</a:t>
            </a:r>
          </a:p>
        </p:txBody>
      </p:sp>
      <p:sp>
        <p:nvSpPr>
          <p:cNvPr id="233" name="related-study-cover-3">
            <a:extLst xmlns:a="http://schemas.openxmlformats.org/drawingml/2006/main">
              <a:ext uri="{FF2B5EF4-FFF2-40B4-BE49-F238E27FC236}">
                <a16:creationId xmlns:a16="http://schemas.microsoft.com/office/drawing/2014/main" id="{AF1B495C-8172-4049-A55F-6837E53D84A8}"/>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3">
            <a:extLst xmlns:a="http://schemas.openxmlformats.org/drawingml/2006/main">
              <a:ext uri="{FF2B5EF4-FFF2-40B4-BE49-F238E27FC236}">
                <a16:creationId xmlns:a16="http://schemas.microsoft.com/office/drawing/2014/main" id="{0B996DE7-D645-417B-8E39-5FFE77B3FD0B}"/>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5" name="paper-summary-3">
            <a:extLst xmlns:a="http://schemas.openxmlformats.org/drawingml/2006/main">
              <a:ext uri="{FF2B5EF4-FFF2-40B4-BE49-F238E27FC236}">
                <a16:creationId xmlns:a16="http://schemas.microsoft.com/office/drawing/2014/main" id="{B140E6BD-232A-42D0-87AA-A0B166B2C1F0}"/>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6" name="paper-source-3">
            <a:extLst xmlns:a="http://schemas.openxmlformats.org/drawingml/2006/main">
              <a:ext uri="{FF2B5EF4-FFF2-40B4-BE49-F238E27FC236}">
                <a16:creationId xmlns:a16="http://schemas.microsoft.com/office/drawing/2014/main" id="{AFF26C59-144B-411F-88EA-6618B86ED28D}"/>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7" name="preamble-strengths-heading">
            <a:extLst xmlns:a="http://schemas.openxmlformats.org/drawingml/2006/main">
              <a:ext uri="{FF2B5EF4-FFF2-40B4-BE49-F238E27FC236}">
                <a16:creationId xmlns:a16="http://schemas.microsoft.com/office/drawing/2014/main" id="{DAAE3032-BC57-4C91-B731-65E16652A4A3}"/>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preamble-strengths-bullets">
            <a:extLst xmlns:a="http://schemas.openxmlformats.org/drawingml/2006/main">
              <a:ext uri="{FF2B5EF4-FFF2-40B4-BE49-F238E27FC236}">
                <a16:creationId xmlns:a16="http://schemas.microsoft.com/office/drawing/2014/main" id="{DF341130-5260-44EA-8AD5-C85C969C0D1F}"/>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9" name="preamble-limits-heading">
            <a:extLst xmlns:a="http://schemas.openxmlformats.org/drawingml/2006/main">
              <a:ext uri="{FF2B5EF4-FFF2-40B4-BE49-F238E27FC236}">
                <a16:creationId xmlns:a16="http://schemas.microsoft.com/office/drawing/2014/main" id="{86CAEF6A-9329-42F4-840A-C1281B3C289A}"/>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preamble-limits-bullets">
            <a:extLst xmlns:a="http://schemas.openxmlformats.org/drawingml/2006/main">
              <a:ext uri="{FF2B5EF4-FFF2-40B4-BE49-F238E27FC236}">
                <a16:creationId xmlns:a16="http://schemas.microsoft.com/office/drawing/2014/main" id="{27E1A0EA-8941-42C4-B518-EC2CB2D2CFA4}"/>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41" name="preamble-flow-title">
            <a:extLst xmlns:a="http://schemas.openxmlformats.org/drawingml/2006/main">
              <a:ext uri="{FF2B5EF4-FFF2-40B4-BE49-F238E27FC236}">
                <a16:creationId xmlns:a16="http://schemas.microsoft.com/office/drawing/2014/main" id="{5BE3DCF3-3EAD-46F2-B228-61646CF62EAC}"/>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42" name="preamble-box-1">
            <a:extLst xmlns:a="http://schemas.openxmlformats.org/drawingml/2006/main">
              <a:ext uri="{FF2B5EF4-FFF2-40B4-BE49-F238E27FC236}">
                <a16:creationId xmlns:a16="http://schemas.microsoft.com/office/drawing/2014/main" id="{46B73242-810B-4BF9-B0F6-2B1FF3BF0D37}"/>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3" name="preamble-arrow-split">
            <a:extLst xmlns:a="http://schemas.openxmlformats.org/drawingml/2006/main">
              <a:ext uri="{FF2B5EF4-FFF2-40B4-BE49-F238E27FC236}">
                <a16:creationId xmlns:a16="http://schemas.microsoft.com/office/drawing/2014/main" id="{59333E6D-24BD-4963-ADD5-BFF0FFDEAC9E}"/>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2a">
            <a:extLst xmlns:a="http://schemas.openxmlformats.org/drawingml/2006/main">
              <a:ext uri="{FF2B5EF4-FFF2-40B4-BE49-F238E27FC236}">
                <a16:creationId xmlns:a16="http://schemas.microsoft.com/office/drawing/2014/main" id="{01BA9BB5-456D-4856-B32E-98E8EAEF1D07}"/>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5" name="preamble-box-2b">
            <a:extLst xmlns:a="http://schemas.openxmlformats.org/drawingml/2006/main">
              <a:ext uri="{FF2B5EF4-FFF2-40B4-BE49-F238E27FC236}">
                <a16:creationId xmlns:a16="http://schemas.microsoft.com/office/drawing/2014/main" id="{B93AB13C-9459-4455-8C14-19F25E9D95C1}"/>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6" name="preamble-arrow-merge">
            <a:extLst xmlns:a="http://schemas.openxmlformats.org/drawingml/2006/main">
              <a:ext uri="{FF2B5EF4-FFF2-40B4-BE49-F238E27FC236}">
                <a16:creationId xmlns:a16="http://schemas.microsoft.com/office/drawing/2014/main" id="{99F98837-2852-4C29-9E83-4D70548A7EA4}"/>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7" name="preamble-box-3">
            <a:extLst xmlns:a="http://schemas.openxmlformats.org/drawingml/2006/main">
              <a:ext uri="{FF2B5EF4-FFF2-40B4-BE49-F238E27FC236}">
                <a16:creationId xmlns:a16="http://schemas.microsoft.com/office/drawing/2014/main" id="{9015E51B-7CB4-475B-858B-B5C5E21249E1}"/>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8" name="preamble-diagram-caption">
            <a:extLst xmlns:a="http://schemas.openxmlformats.org/drawingml/2006/main">
              <a:ext uri="{FF2B5EF4-FFF2-40B4-BE49-F238E27FC236}">
                <a16:creationId xmlns:a16="http://schemas.microsoft.com/office/drawing/2014/main" id="{66819FCD-B50F-4F35-8E08-23700FF99095}"/>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cfd7a6698cc439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36d45e24fd7441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bb031bdd136d4a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e752375d42d64b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209201b4d39b42bc">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08a128c9edcf4491">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fc56e7c620f43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8875ad45c447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19b354dcf64f474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a311d9a04e478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2e68da528e64d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5925e65058e4a0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5af62c06194e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608ee904b5c4df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7ccb87de3474a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f61a42329b14fd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abc0fab9cb425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d6526a744c433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6eff3d357e49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c01ef60c764b4e2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5344af68dd0c49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39df595f0f514968">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201ac91ab35f4fe1">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4a16b5296b14d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2669c02beb64f0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dbb7624ece74b2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0602e2743d24e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bd5fe4b8e4054b6c"/>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47d171cb80b482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e322454300d44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ab16c1fc912e4bb6"/>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78834ea316d348ee"/>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e5377a917c68407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e73369228347444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2013e5a3b72344f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7cbdb00bcddd4114">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c1309a990684a3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a8747204c943a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f2b067a540f4d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f5700658ef042f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cb595578611498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099566fee364a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cd99c646d0949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8b49af96a64d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812b5853344d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237c12e07848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8ee58fd866948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efad357571f4a2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abe3b25b2f94fc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523254cbc7c4d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e5bd58880154c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88f99aa69d347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24c9951fccb40e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3f6c77b795e4bd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b38284d8e2e84ca7">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a9be5772190341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ef44000d963343a9">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90c8572a0c41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2026-09-24T02:10:20.9890000Z</dcterms:created>
  <dcterms:modified xsi:type="dcterms:W3CDTF">2026-09-24T02:10:20.9890000Z</dcterms:modified>
</coreProperties>
</file>