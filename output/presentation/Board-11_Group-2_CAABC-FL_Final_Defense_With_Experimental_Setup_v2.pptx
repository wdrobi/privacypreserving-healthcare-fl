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2.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b4057a0a4c4f56" /><Relationship Type="http://schemas.openxmlformats.org/officeDocument/2006/relationships/extended-properties" Target="/docProps/app.xml" Id="R605089804fbd47aa" /><Relationship Type="http://schemas.openxmlformats.org/officeDocument/2006/relationships/officeDocument" Target="/ppt/presentation.xml" Id="R193c05362df048d5" /></Relationships>
</file>

<file path=ppt/presentation.xml><?xml version="1.0" encoding="utf-8"?>
<p:presentation xmlns:p="http://schemas.openxmlformats.org/presentationml/2006/main">
  <p:sldMasterIdLst>
    <p:sldMasterId xmlns:r="http://schemas.openxmlformats.org/officeDocument/2006/relationships" id="2147483648" r:id="R411f23954a1b41a5"/>
  </p:sldMasterIdLst>
  <p:notesMasterIdLst>
    <p:notesMasterId xmlns:r="http://schemas.openxmlformats.org/officeDocument/2006/relationships" r:id="R6c0b6e09b0714434"/>
  </p:notesMasterIdLst>
  <p:sldIdLst>
    <p:sldId xmlns:r="http://schemas.openxmlformats.org/officeDocument/2006/relationships" id="256" r:id="R53b550bd165a4c18"/>
    <p:sldId xmlns:r="http://schemas.openxmlformats.org/officeDocument/2006/relationships" id="257" r:id="Rb0da2a1cbb5442c9"/>
    <p:sldId xmlns:r="http://schemas.openxmlformats.org/officeDocument/2006/relationships" id="258" r:id="R19488b998fc84a77"/>
    <p:sldId xmlns:r="http://schemas.openxmlformats.org/officeDocument/2006/relationships" id="259" r:id="Rce36ef8a8f2c48ab"/>
    <p:sldId xmlns:r="http://schemas.openxmlformats.org/officeDocument/2006/relationships" id="260" r:id="Rf4d1604e11064eb6"/>
    <p:sldId xmlns:r="http://schemas.openxmlformats.org/officeDocument/2006/relationships" id="261" r:id="R9dd9a095d2d248bf"/>
    <p:sldId xmlns:r="http://schemas.openxmlformats.org/officeDocument/2006/relationships" id="262" r:id="R8e913d8037b845ce"/>
    <p:sldId xmlns:r="http://schemas.openxmlformats.org/officeDocument/2006/relationships" id="263" r:id="R9b12a29d26694a28"/>
    <p:sldId xmlns:r="http://schemas.openxmlformats.org/officeDocument/2006/relationships" id="264" r:id="Rd33c45e7392b4a05"/>
    <p:sldId xmlns:r="http://schemas.openxmlformats.org/officeDocument/2006/relationships" id="265" r:id="Reae9a8e1d6754ef0"/>
    <p:sldId xmlns:r="http://schemas.openxmlformats.org/officeDocument/2006/relationships" id="266" r:id="Re8224eb03b6f4231"/>
    <p:sldId xmlns:r="http://schemas.openxmlformats.org/officeDocument/2006/relationships" id="267" r:id="R550c7416027b4357"/>
    <p:sldId xmlns:r="http://schemas.openxmlformats.org/officeDocument/2006/relationships" id="268" r:id="R0a68e47495d84963"/>
    <p:sldId xmlns:r="http://schemas.openxmlformats.org/officeDocument/2006/relationships" id="269" r:id="R1438479d33e74a2e"/>
    <p:sldId xmlns:r="http://schemas.openxmlformats.org/officeDocument/2006/relationships" id="270" r:id="R743ddc25695e4630"/>
    <p:sldId xmlns:r="http://schemas.openxmlformats.org/officeDocument/2006/relationships" id="271" r:id="Rb9861a3da306436d"/>
    <p:sldId xmlns:r="http://schemas.openxmlformats.org/officeDocument/2006/relationships" id="272" r:id="R508b0c18c7604add"/>
    <p:sldId xmlns:r="http://schemas.openxmlformats.org/officeDocument/2006/relationships" id="273" r:id="R9594c38e622d4c90"/>
    <p:sldId xmlns:r="http://schemas.openxmlformats.org/officeDocument/2006/relationships" id="274" r:id="R05ebb54701924f3b"/>
    <p:sldId xmlns:r="http://schemas.openxmlformats.org/officeDocument/2006/relationships" id="275" r:id="Rb4adb55eb202432a"/>
    <p:sldId xmlns:r="http://schemas.openxmlformats.org/officeDocument/2006/relationships" id="276" r:id="Rafdf8c523cb3447f"/>
    <p:sldId xmlns:r="http://schemas.openxmlformats.org/officeDocument/2006/relationships" id="277" r:id="R906b84fc48bd4571"/>
    <p:sldId xmlns:r="http://schemas.openxmlformats.org/officeDocument/2006/relationships" id="278" r:id="R6cdaa889e7964dee"/>
    <p:sldId xmlns:r="http://schemas.openxmlformats.org/officeDocument/2006/relationships" id="279" r:id="Rced769f9a7d84701"/>
    <p:sldId xmlns:r="http://schemas.openxmlformats.org/officeDocument/2006/relationships" id="280" r:id="R8ed285d9e5104bc6"/>
    <p:sldId xmlns:r="http://schemas.openxmlformats.org/officeDocument/2006/relationships" id="281" r:id="R04e5efa14bb9468a"/>
    <p:sldId xmlns:r="http://schemas.openxmlformats.org/officeDocument/2006/relationships" id="282" r:id="R6aa163e9f7274bc2"/>
    <p:sldId xmlns:r="http://schemas.openxmlformats.org/officeDocument/2006/relationships" id="283" r:id="R2a747cc68ca546b6"/>
    <p:sldId xmlns:r="http://schemas.openxmlformats.org/officeDocument/2006/relationships" id="284" r:id="R59560485dbb24faa"/>
    <p:sldId xmlns:r="http://schemas.openxmlformats.org/officeDocument/2006/relationships" id="285" r:id="R3dc13794540c4d6a"/>
    <p:sldId xmlns:r="http://schemas.openxmlformats.org/officeDocument/2006/relationships" id="286" r:id="R60a214cac16442b9"/>
    <p:sldId xmlns:r="http://schemas.openxmlformats.org/officeDocument/2006/relationships" id="287" r:id="R4b045d5cf8bb48ac"/>
    <p:sldId xmlns:r="http://schemas.openxmlformats.org/officeDocument/2006/relationships" id="288" r:id="R8d1290ee86c24cb0"/>
    <p:sldId xmlns:r="http://schemas.openxmlformats.org/officeDocument/2006/relationships" id="289" r:id="R2e93fde49a4e4fe2"/>
    <p:sldId xmlns:r="http://schemas.openxmlformats.org/officeDocument/2006/relationships" id="290" r:id="R8bea658db43a4ccb"/>
    <p:sldId xmlns:r="http://schemas.openxmlformats.org/officeDocument/2006/relationships" id="291" r:id="R4498b3468d9f42b0"/>
    <p:sldId xmlns:r="http://schemas.openxmlformats.org/officeDocument/2006/relationships" id="292" r:id="R8344d10b5394477e"/>
    <p:sldId xmlns:r="http://schemas.openxmlformats.org/officeDocument/2006/relationships" id="293" r:id="R32300dd2de84403f"/>
    <p:sldId xmlns:r="http://schemas.openxmlformats.org/officeDocument/2006/relationships" id="294" r:id="Rfbb588c2a92048aa"/>
    <p:sldId xmlns:r="http://schemas.openxmlformats.org/officeDocument/2006/relationships" id="295" r:id="Rcd945f22b5b14e7f"/>
    <p:sldId xmlns:r="http://schemas.openxmlformats.org/officeDocument/2006/relationships" id="296" r:id="R5de183a08bf44e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50a3fae41704f1e" /><Relationship Type="http://schemas.openxmlformats.org/officeDocument/2006/relationships/slideMaster" Target="/ppt/slideMasters/slideMaster1.xml" Id="R411f23954a1b41a5" /><Relationship Type="http://schemas.openxmlformats.org/officeDocument/2006/relationships/notesMaster" Target="/ppt/notesMasters/notesMaster1.xml" Id="R6c0b6e09b0714434" /><Relationship Type="http://schemas.openxmlformats.org/officeDocument/2006/relationships/presProps" Target="/ppt/presProps.xml" Id="R4b993cba6e1a45f9" /><Relationship Type="http://schemas.openxmlformats.org/officeDocument/2006/relationships/viewProps" Target="/ppt/viewProps.xml" Id="Rf392fdfca18d4bba" /><Relationship Type="http://schemas.openxmlformats.org/officeDocument/2006/relationships/tableStyles" Target="/ppt/tableStyles.xml" Id="Rd72dfb5b97154a96" /><Relationship Type="http://schemas.openxmlformats.org/officeDocument/2006/relationships/slide" Target="/ppt/slides/slide1.xml" Id="R53b550bd165a4c18" /><Relationship Type="http://schemas.openxmlformats.org/officeDocument/2006/relationships/slide" Target="/ppt/slides/slide2.xml" Id="Rb0da2a1cbb5442c9" /><Relationship Type="http://schemas.openxmlformats.org/officeDocument/2006/relationships/slide" Target="/ppt/slides/slide3.xml" Id="R19488b998fc84a77" /><Relationship Type="http://schemas.openxmlformats.org/officeDocument/2006/relationships/slide" Target="/ppt/slides/slide4.xml" Id="Rce36ef8a8f2c48ab" /><Relationship Type="http://schemas.openxmlformats.org/officeDocument/2006/relationships/slide" Target="/ppt/slides/slide5.xml" Id="Rf4d1604e11064eb6" /><Relationship Type="http://schemas.openxmlformats.org/officeDocument/2006/relationships/slide" Target="/ppt/slides/slide6.xml" Id="R9dd9a095d2d248bf" /><Relationship Type="http://schemas.openxmlformats.org/officeDocument/2006/relationships/slide" Target="/ppt/slides/slide7.xml" Id="R8e913d8037b845ce" /><Relationship Type="http://schemas.openxmlformats.org/officeDocument/2006/relationships/slide" Target="/ppt/slides/slide8.xml" Id="R9b12a29d26694a28" /><Relationship Type="http://schemas.openxmlformats.org/officeDocument/2006/relationships/slide" Target="/ppt/slides/slide9.xml" Id="Rd33c45e7392b4a05" /><Relationship Type="http://schemas.openxmlformats.org/officeDocument/2006/relationships/slide" Target="/ppt/slides/slide10.xml" Id="Reae9a8e1d6754ef0" /><Relationship Type="http://schemas.openxmlformats.org/officeDocument/2006/relationships/slide" Target="/ppt/slides/slide11.xml" Id="Re8224eb03b6f4231" /><Relationship Type="http://schemas.openxmlformats.org/officeDocument/2006/relationships/slide" Target="/ppt/slides/slide12.xml" Id="R550c7416027b4357" /><Relationship Type="http://schemas.openxmlformats.org/officeDocument/2006/relationships/slide" Target="/ppt/slides/slide13.xml" Id="R0a68e47495d84963" /><Relationship Type="http://schemas.openxmlformats.org/officeDocument/2006/relationships/slide" Target="/ppt/slides/slide14.xml" Id="R1438479d33e74a2e" /><Relationship Type="http://schemas.openxmlformats.org/officeDocument/2006/relationships/slide" Target="/ppt/slides/slide15.xml" Id="R743ddc25695e4630" /><Relationship Type="http://schemas.openxmlformats.org/officeDocument/2006/relationships/slide" Target="/ppt/slides/slide16.xml" Id="Rb9861a3da306436d" /><Relationship Type="http://schemas.openxmlformats.org/officeDocument/2006/relationships/slide" Target="/ppt/slides/slide17.xml" Id="R508b0c18c7604add" /><Relationship Type="http://schemas.openxmlformats.org/officeDocument/2006/relationships/slide" Target="/ppt/slides/slide18.xml" Id="R9594c38e622d4c90" /><Relationship Type="http://schemas.openxmlformats.org/officeDocument/2006/relationships/slide" Target="/ppt/slides/slide19.xml" Id="R05ebb54701924f3b" /><Relationship Type="http://schemas.openxmlformats.org/officeDocument/2006/relationships/slide" Target="/ppt/slides/slide20.xml" Id="Rb4adb55eb202432a" /><Relationship Type="http://schemas.openxmlformats.org/officeDocument/2006/relationships/slide" Target="/ppt/slides/slide21.xml" Id="Rafdf8c523cb3447f" /><Relationship Type="http://schemas.openxmlformats.org/officeDocument/2006/relationships/slide" Target="/ppt/slides/slide22.xml" Id="R906b84fc48bd4571" /><Relationship Type="http://schemas.openxmlformats.org/officeDocument/2006/relationships/slide" Target="/ppt/slides/slide23.xml" Id="R6cdaa889e7964dee" /><Relationship Type="http://schemas.openxmlformats.org/officeDocument/2006/relationships/slide" Target="/ppt/slides/slide24.xml" Id="Rced769f9a7d84701" /><Relationship Type="http://schemas.openxmlformats.org/officeDocument/2006/relationships/slide" Target="/ppt/slides/slide25.xml" Id="R8ed285d9e5104bc6" /><Relationship Type="http://schemas.openxmlformats.org/officeDocument/2006/relationships/slide" Target="/ppt/slides/slide26.xml" Id="R04e5efa14bb9468a" /><Relationship Type="http://schemas.openxmlformats.org/officeDocument/2006/relationships/slide" Target="/ppt/slides/slide27.xml" Id="R6aa163e9f7274bc2" /><Relationship Type="http://schemas.openxmlformats.org/officeDocument/2006/relationships/slide" Target="/ppt/slides/slide28.xml" Id="R2a747cc68ca546b6" /><Relationship Type="http://schemas.openxmlformats.org/officeDocument/2006/relationships/slide" Target="/ppt/slides/slide29.xml" Id="R59560485dbb24faa" /><Relationship Type="http://schemas.openxmlformats.org/officeDocument/2006/relationships/slide" Target="/ppt/slides/slide30.xml" Id="R3dc13794540c4d6a" /><Relationship Type="http://schemas.openxmlformats.org/officeDocument/2006/relationships/slide" Target="/ppt/slides/slide31.xml" Id="R60a214cac16442b9" /><Relationship Type="http://schemas.openxmlformats.org/officeDocument/2006/relationships/slide" Target="/ppt/slides/slide32.xml" Id="R4b045d5cf8bb48ac" /><Relationship Type="http://schemas.openxmlformats.org/officeDocument/2006/relationships/slide" Target="/ppt/slides/slide33.xml" Id="R8d1290ee86c24cb0" /><Relationship Type="http://schemas.openxmlformats.org/officeDocument/2006/relationships/slide" Target="/ppt/slides/slide34.xml" Id="R2e93fde49a4e4fe2" /><Relationship Type="http://schemas.openxmlformats.org/officeDocument/2006/relationships/slide" Target="/ppt/slides/slide35.xml" Id="R8bea658db43a4ccb" /><Relationship Type="http://schemas.openxmlformats.org/officeDocument/2006/relationships/slide" Target="/ppt/slides/slide36.xml" Id="R4498b3468d9f42b0" /><Relationship Type="http://schemas.openxmlformats.org/officeDocument/2006/relationships/slide" Target="/ppt/slides/slide37.xml" Id="R8344d10b5394477e" /><Relationship Type="http://schemas.openxmlformats.org/officeDocument/2006/relationships/slide" Target="/ppt/slides/slide38.xml" Id="R32300dd2de84403f" /><Relationship Type="http://schemas.openxmlformats.org/officeDocument/2006/relationships/slide" Target="/ppt/slides/slide39.xml" Id="Rfbb588c2a92048aa" /><Relationship Type="http://schemas.openxmlformats.org/officeDocument/2006/relationships/slide" Target="/ppt/slides/slide40.xml" Id="Rcd945f22b5b14e7f" /><Relationship Type="http://schemas.openxmlformats.org/officeDocument/2006/relationships/slide" Target="/ppt/slides/slide41.xml" Id="R5de183a08bf44e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c48a3680524a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e9c640b68c4733" /><Relationship Type="http://schemas.openxmlformats.org/officeDocument/2006/relationships/notesMaster" Target="/ppt/notesMasters/notesMaster1.xml" Id="R8a00014bc1c941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64c7fe71d4a82" /><Relationship Type="http://schemas.openxmlformats.org/officeDocument/2006/relationships/notesMaster" Target="/ppt/notesMasters/notesMaster1.xml" Id="R8107ee759f4f49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784b6fecd54d52" /><Relationship Type="http://schemas.openxmlformats.org/officeDocument/2006/relationships/notesMaster" Target="/ppt/notesMasters/notesMaster1.xml" Id="Rd034d82230d043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1ce1c5d34549d5" /><Relationship Type="http://schemas.openxmlformats.org/officeDocument/2006/relationships/notesMaster" Target="/ppt/notesMasters/notesMaster1.xml" Id="R70337381e07244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aa548d009b4200" /><Relationship Type="http://schemas.openxmlformats.org/officeDocument/2006/relationships/notesMaster" Target="/ppt/notesMasters/notesMaster1.xml" Id="Rca16d533d86d4c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3c4ce4e46343c0" /><Relationship Type="http://schemas.openxmlformats.org/officeDocument/2006/relationships/notesMaster" Target="/ppt/notesMasters/notesMaster1.xml" Id="Rd52f39a7003a43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286f103d424783" /><Relationship Type="http://schemas.openxmlformats.org/officeDocument/2006/relationships/notesMaster" Target="/ppt/notesMasters/notesMaster1.xml" Id="Ra2289969ee1244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b05706985e473c" /><Relationship Type="http://schemas.openxmlformats.org/officeDocument/2006/relationships/notesMaster" Target="/ppt/notesMasters/notesMaster1.xml" Id="R3a99598190a843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f8986f01824b23" /><Relationship Type="http://schemas.openxmlformats.org/officeDocument/2006/relationships/notesMaster" Target="/ppt/notesMasters/notesMaster1.xml" Id="R187a656675034b1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3c6d2662574abf" /><Relationship Type="http://schemas.openxmlformats.org/officeDocument/2006/relationships/notesMaster" Target="/ppt/notesMasters/notesMaster1.xml" Id="R431e89517eca43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2f95a5d104480b" /><Relationship Type="http://schemas.openxmlformats.org/officeDocument/2006/relationships/notesMaster" Target="/ppt/notesMasters/notesMaster1.xml" Id="Ra73951cb677f49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6b80c6f9e1430b" /><Relationship Type="http://schemas.openxmlformats.org/officeDocument/2006/relationships/notesMaster" Target="/ppt/notesMasters/notesMaster1.xml" Id="R5603c45fb70e48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d68b1632554757" /><Relationship Type="http://schemas.openxmlformats.org/officeDocument/2006/relationships/notesMaster" Target="/ppt/notesMasters/notesMaster1.xml" Id="R519c9c06068d49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e58565c8b64777" /><Relationship Type="http://schemas.openxmlformats.org/officeDocument/2006/relationships/notesMaster" Target="/ppt/notesMasters/notesMaster1.xml" Id="Ree318a57722148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a9074e92de44e4" /><Relationship Type="http://schemas.openxmlformats.org/officeDocument/2006/relationships/notesMaster" Target="/ppt/notesMasters/notesMaster1.xml" Id="R93aaecb619dc4b4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541858332094b76" /><Relationship Type="http://schemas.openxmlformats.org/officeDocument/2006/relationships/notesMaster" Target="/ppt/notesMasters/notesMaster1.xml" Id="R97e2f5a520f84e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f90d102d1f417b" /><Relationship Type="http://schemas.openxmlformats.org/officeDocument/2006/relationships/notesMaster" Target="/ppt/notesMasters/notesMaster1.xml" Id="R6176941e2bd849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af7742d48b49b3" /><Relationship Type="http://schemas.openxmlformats.org/officeDocument/2006/relationships/notesMaster" Target="/ppt/notesMasters/notesMaster1.xml" Id="R2b513fbb70d34a3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58989b1b9443a8" /><Relationship Type="http://schemas.openxmlformats.org/officeDocument/2006/relationships/notesMaster" Target="/ppt/notesMasters/notesMaster1.xml" Id="Ra8c491d6c26f413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edf02d14d9f4e3f" /><Relationship Type="http://schemas.openxmlformats.org/officeDocument/2006/relationships/notesMaster" Target="/ppt/notesMasters/notesMaster1.xml" Id="Rb9ed695523a847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274d37d4504688" /><Relationship Type="http://schemas.openxmlformats.org/officeDocument/2006/relationships/notesMaster" Target="/ppt/notesMasters/notesMaster1.xml" Id="Ra4cbab0b09a342d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0f39a17cbf4ac6" /><Relationship Type="http://schemas.openxmlformats.org/officeDocument/2006/relationships/notesMaster" Target="/ppt/notesMasters/notesMaster1.xml" Id="R9169ca78d1ce4e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4ab63fa6e9475a" /><Relationship Type="http://schemas.openxmlformats.org/officeDocument/2006/relationships/notesMaster" Target="/ppt/notesMasters/notesMaster1.xml" Id="R3c77c3091d8344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0fc4e58b784ed5" /><Relationship Type="http://schemas.openxmlformats.org/officeDocument/2006/relationships/notesMaster" Target="/ppt/notesMasters/notesMaster1.xml" Id="R71fae4914d454e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c1576990f1454a" /><Relationship Type="http://schemas.openxmlformats.org/officeDocument/2006/relationships/notesMaster" Target="/ppt/notesMasters/notesMaster1.xml" Id="R71fe4921dbd44a4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1380ad2f184da8" /><Relationship Type="http://schemas.openxmlformats.org/officeDocument/2006/relationships/notesMaster" Target="/ppt/notesMasters/notesMaster1.xml" Id="R06a7558a008448d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aaeb3558944859" /><Relationship Type="http://schemas.openxmlformats.org/officeDocument/2006/relationships/notesMaster" Target="/ppt/notesMasters/notesMaster1.xml" Id="Rcf83ad2a4d174c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c246f79427a48b8" /><Relationship Type="http://schemas.openxmlformats.org/officeDocument/2006/relationships/notesMaster" Target="/ppt/notesMasters/notesMaster1.xml" Id="R9e2f236d111f4f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dd3a7ca02974861" /><Relationship Type="http://schemas.openxmlformats.org/officeDocument/2006/relationships/notesMaster" Target="/ppt/notesMasters/notesMaster1.xml" Id="R02f20dead02f4b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c40c9c3f554cad" /><Relationship Type="http://schemas.openxmlformats.org/officeDocument/2006/relationships/notesMaster" Target="/ppt/notesMasters/notesMaster1.xml" Id="R747d76d90d4046d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7a87bd10eb4d60" /><Relationship Type="http://schemas.openxmlformats.org/officeDocument/2006/relationships/notesMaster" Target="/ppt/notesMasters/notesMaster1.xml" Id="R66d491ac672449a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cbb139e5554fcc" /><Relationship Type="http://schemas.openxmlformats.org/officeDocument/2006/relationships/notesMaster" Target="/ppt/notesMasters/notesMaster1.xml" Id="R553828677bd147c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d87deec11264be0" /><Relationship Type="http://schemas.openxmlformats.org/officeDocument/2006/relationships/notesMaster" Target="/ppt/notesMasters/notesMaster1.xml" Id="Rf94953ad57694a0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25c206b279c4358" /><Relationship Type="http://schemas.openxmlformats.org/officeDocument/2006/relationships/notesMaster" Target="/ppt/notesMasters/notesMaster1.xml" Id="R9fb0cd86e3a149c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f8e500ee16b4eab" /><Relationship Type="http://schemas.openxmlformats.org/officeDocument/2006/relationships/notesMaster" Target="/ppt/notesMasters/notesMaster1.xml" Id="R69d1340d8c1d400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1c0c53796c34dab" /><Relationship Type="http://schemas.openxmlformats.org/officeDocument/2006/relationships/notesMaster" Target="/ppt/notesMasters/notesMaster1.xml" Id="R7bf2b15be0d4446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377d3774d2e4a4a" /><Relationship Type="http://schemas.openxmlformats.org/officeDocument/2006/relationships/notesMaster" Target="/ppt/notesMasters/notesMaster1.xml" Id="R9294410783694cb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5707c21b4e94e95" /><Relationship Type="http://schemas.openxmlformats.org/officeDocument/2006/relationships/notesMaster" Target="/ppt/notesMasters/notesMaster1.xml" Id="R09c74f040ca74cf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91e11af62c14e42" /><Relationship Type="http://schemas.openxmlformats.org/officeDocument/2006/relationships/notesMaster" Target="/ppt/notesMasters/notesMaster1.xml" Id="Rbbebfa009a23437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d9295edfbc84627" /><Relationship Type="http://schemas.openxmlformats.org/officeDocument/2006/relationships/notesMaster" Target="/ppt/notesMasters/notesMaster1.xml" Id="R11a064f5558e485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cb6cfca071e4952" /><Relationship Type="http://schemas.openxmlformats.org/officeDocument/2006/relationships/notesMaster" Target="/ppt/notesMasters/notesMaster1.xml" Id="R8cb0ed94b0ab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bc0ebf058c44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c17e75a75c43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e09620ebce49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ed04c2b59794f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d07be311db4f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c8b5ff78e0463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e7cd8742b0249d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743b5e0e5554c4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c77dea6d5e743d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2c68d4ae89b46a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54898af072946ad"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64"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53"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ad4aab9be9548bd" /><Relationship Type="http://schemas.openxmlformats.org/officeDocument/2006/relationships/slideLayout" Target="/ppt/slideLayouts/slideLayout1.xml" Id="R9b7f33d58d814cfa" /><Relationship Type="http://schemas.openxmlformats.org/officeDocument/2006/relationships/slideLayout" Target="/ppt/slideLayouts/slideLayout2.xml" Id="R05b230d161f848fb" /><Relationship Type="http://schemas.openxmlformats.org/officeDocument/2006/relationships/slideLayout" Target="/ppt/slideLayouts/slideLayout3.xml" Id="Rc8be1832075a429a" /><Relationship Type="http://schemas.openxmlformats.org/officeDocument/2006/relationships/slideLayout" Target="/ppt/slideLayouts/slideLayout4.xml" Id="Raeba50432e214c9c" /><Relationship Type="http://schemas.openxmlformats.org/officeDocument/2006/relationships/slideLayout" Target="/ppt/slideLayouts/slideLayout5.xml" Id="Rdf08e3fc51e44df2" /><Relationship Type="http://schemas.openxmlformats.org/officeDocument/2006/relationships/slideLayout" Target="/ppt/slideLayouts/slideLayout6.xml" Id="Rf774caad6f3f4ff8" /><Relationship Type="http://schemas.openxmlformats.org/officeDocument/2006/relationships/slideLayout" Target="/ppt/slideLayouts/slideLayout7.xml" Id="R14c06e8d3163468c" /><Relationship Type="http://schemas.openxmlformats.org/officeDocument/2006/relationships/slideLayout" Target="/ppt/slideLayouts/slideLayout8.xml" Id="Ra7c5f638cf79486f" /><Relationship Type="http://schemas.openxmlformats.org/officeDocument/2006/relationships/slideLayout" Target="/ppt/slideLayouts/slideLayout9.xml" Id="R91aee6d432c64982" /><Relationship Type="http://schemas.openxmlformats.org/officeDocument/2006/relationships/slideLayout" Target="/ppt/slideLayouts/slideLayout10.xml" Id="R9a73d8a36d2a42a9" /><Relationship Type="http://schemas.openxmlformats.org/officeDocument/2006/relationships/slideLayout" Target="/ppt/slideLayouts/slideLayout11.xml" Id="R9ebf1f1682364f0c"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b7f33d58d814cfa"/>
    <p:sldLayoutId xmlns:r="http://schemas.openxmlformats.org/officeDocument/2006/relationships" id="2147483650" r:id="R05b230d161f848fb"/>
    <p:sldLayoutId xmlns:r="http://schemas.openxmlformats.org/officeDocument/2006/relationships" id="2147483651" r:id="Rc8be1832075a429a"/>
    <p:sldLayoutId xmlns:r="http://schemas.openxmlformats.org/officeDocument/2006/relationships" id="2147483652" r:id="Raeba50432e214c9c"/>
    <p:sldLayoutId xmlns:r="http://schemas.openxmlformats.org/officeDocument/2006/relationships" id="2147483653" r:id="Rdf08e3fc51e44df2"/>
    <p:sldLayoutId xmlns:r="http://schemas.openxmlformats.org/officeDocument/2006/relationships" id="2147483654" r:id="Rf774caad6f3f4ff8"/>
    <p:sldLayoutId xmlns:r="http://schemas.openxmlformats.org/officeDocument/2006/relationships" id="2147483655" r:id="R14c06e8d3163468c"/>
    <p:sldLayoutId xmlns:r="http://schemas.openxmlformats.org/officeDocument/2006/relationships" id="2147483656" r:id="Ra7c5f638cf79486f"/>
    <p:sldLayoutId xmlns:r="http://schemas.openxmlformats.org/officeDocument/2006/relationships" id="2147483657" r:id="R91aee6d432c64982"/>
    <p:sldLayoutId xmlns:r="http://schemas.openxmlformats.org/officeDocument/2006/relationships" id="2147483658" r:id="R9a73d8a36d2a42a9"/>
    <p:sldLayoutId xmlns:r="http://schemas.openxmlformats.org/officeDocument/2006/relationships" id="2147483659" r:id="R9ebf1f1682364f0c"/>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b61805fe2144b5" /><Relationship Type="http://schemas.openxmlformats.org/officeDocument/2006/relationships/image" Target="/ppt/media/image.png" Id="R2fffe5ac809c4926" /><Relationship Type="http://schemas.openxmlformats.org/officeDocument/2006/relationships/image" Target="/ppt/media/image2.png" Id="Rae435e51732946b0" /><Relationship Type="http://schemas.openxmlformats.org/officeDocument/2006/relationships/notesSlide" Target="/ppt/notesSlides/notesSlide1.xml" Id="R5a877acd371246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bc8a5e436b475c" /><Relationship Type="http://schemas.openxmlformats.org/officeDocument/2006/relationships/image" Target="/ppt/media/image.jpeg" Id="Rf5bd9bfb50844d1f" /><Relationship Type="http://schemas.openxmlformats.org/officeDocument/2006/relationships/image" Target="/ppt/media/image2.png" Id="R9bc8451a496f4b46" /><Relationship Type="http://schemas.openxmlformats.org/officeDocument/2006/relationships/notesSlide" Target="/ppt/notesSlides/notesSlide2.xml" Id="Rf3b8d2da461840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860a5e6dd694261" /><Relationship Type="http://schemas.openxmlformats.org/officeDocument/2006/relationships/image" Target="/ppt/media/image.jpeg" Id="R43413e4463c64281" /><Relationship Type="http://schemas.openxmlformats.org/officeDocument/2006/relationships/image" Target="/ppt/media/image2.png" Id="R82da6499011944f6" /><Relationship Type="http://schemas.openxmlformats.org/officeDocument/2006/relationships/image" Target="/ppt/media/image3.png" Id="R834f02e624f04e62" /><Relationship Type="http://schemas.openxmlformats.org/officeDocument/2006/relationships/image" Target="/ppt/media/image4.png" Id="R7771e6a5829d4e1f" /><Relationship Type="http://schemas.openxmlformats.org/officeDocument/2006/relationships/notesSlide" Target="/ppt/notesSlides/notesSlide3.xml" Id="Re80d5cd4614242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0f2d15b39542b8" /><Relationship Type="http://schemas.openxmlformats.org/officeDocument/2006/relationships/image" Target="/ppt/media/image.jpeg" Id="R50ffa20cf64642d6" /><Relationship Type="http://schemas.openxmlformats.org/officeDocument/2006/relationships/image" Target="/ppt/media/image2.png" Id="Rb7b2b7d0b2a14264" /><Relationship Type="http://schemas.openxmlformats.org/officeDocument/2006/relationships/image" Target="/ppt/media/image5.png" Id="Rbfcda2cb080b49df" /><Relationship Type="http://schemas.openxmlformats.org/officeDocument/2006/relationships/notesSlide" Target="/ppt/notesSlides/notesSlide4.xml" Id="Re45e4bf604ca4c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1a09f6635c419a" /><Relationship Type="http://schemas.openxmlformats.org/officeDocument/2006/relationships/image" Target="/ppt/media/image.jpeg" Id="Ra17c342baa2b48d7" /><Relationship Type="http://schemas.openxmlformats.org/officeDocument/2006/relationships/image" Target="/ppt/media/image2.png" Id="R7e8b7a00ea6e4573" /><Relationship Type="http://schemas.openxmlformats.org/officeDocument/2006/relationships/notesSlide" Target="/ppt/notesSlides/notesSlide5.xml" Id="R355a9f7dfd934c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602469a6f84338" /><Relationship Type="http://schemas.openxmlformats.org/officeDocument/2006/relationships/image" Target="/ppt/media/image.jpeg" Id="R9f3f26119e9f4473" /><Relationship Type="http://schemas.openxmlformats.org/officeDocument/2006/relationships/image" Target="/ppt/media/image2.png" Id="R2efdee6558d24a6e" /><Relationship Type="http://schemas.openxmlformats.org/officeDocument/2006/relationships/notesSlide" Target="/ppt/notesSlides/notesSlide6.xml" Id="Re5929072087a4f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4a36dda7bd4018" /><Relationship Type="http://schemas.openxmlformats.org/officeDocument/2006/relationships/image" Target="/ppt/media/image.jpeg" Id="R1f9ccb15e00343cd" /><Relationship Type="http://schemas.openxmlformats.org/officeDocument/2006/relationships/image" Target="/ppt/media/image2.png" Id="Rf71dbceeeecb455b" /><Relationship Type="http://schemas.openxmlformats.org/officeDocument/2006/relationships/chart" Target="/ppt/slides/charts/chart1.xml" Id="Rb7cfd93757664602" /><Relationship Type="http://schemas.openxmlformats.org/officeDocument/2006/relationships/notesSlide" Target="/ppt/notesSlides/notesSlide7.xml" Id="Rf34a67b4ae6e49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9fedb2fa8f4bd7" /><Relationship Type="http://schemas.openxmlformats.org/officeDocument/2006/relationships/image" Target="/ppt/media/image.jpeg" Id="R393c68a0964743e6" /><Relationship Type="http://schemas.openxmlformats.org/officeDocument/2006/relationships/image" Target="/ppt/media/image2.png" Id="R03ddd86f8461478b" /><Relationship Type="http://schemas.openxmlformats.org/officeDocument/2006/relationships/notesSlide" Target="/ppt/notesSlides/notesSlide8.xml" Id="R69732fe555dd4d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b036bf84f44c95" /><Relationship Type="http://schemas.openxmlformats.org/officeDocument/2006/relationships/image" Target="/ppt/media/image.jpeg" Id="R4965932d57784e99" /><Relationship Type="http://schemas.openxmlformats.org/officeDocument/2006/relationships/image" Target="/ppt/media/image2.png" Id="Re7ab73ece8794100" /><Relationship Type="http://schemas.openxmlformats.org/officeDocument/2006/relationships/notesSlide" Target="/ppt/notesSlides/notesSlide9.xml" Id="R55cfb34610fd4d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b0fecba30964ab5" /><Relationship Type="http://schemas.openxmlformats.org/officeDocument/2006/relationships/image" Target="/ppt/media/image.jpeg" Id="R637d4416c3474954" /><Relationship Type="http://schemas.openxmlformats.org/officeDocument/2006/relationships/image" Target="/ppt/media/image2.png" Id="Re0116cbf15e840bf" /><Relationship Type="http://schemas.openxmlformats.org/officeDocument/2006/relationships/image" Target="/ppt/media/image3.png" Id="R789921b3801c4f42" /><Relationship Type="http://schemas.openxmlformats.org/officeDocument/2006/relationships/image" Target="/ppt/media/image6.png" Id="R267a5226fa62470d" /><Relationship Type="http://schemas.openxmlformats.org/officeDocument/2006/relationships/notesSlide" Target="/ppt/notesSlides/notesSlide10.xml" Id="R9e52a52fe24041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8b45923bda4b7a" /><Relationship Type="http://schemas.openxmlformats.org/officeDocument/2006/relationships/image" Target="/ppt/media/image.jpeg" Id="R4c2901d4c00e4ffe" /><Relationship Type="http://schemas.openxmlformats.org/officeDocument/2006/relationships/image" Target="/ppt/media/image2.png" Id="R364e96a847684c87" /><Relationship Type="http://schemas.openxmlformats.org/officeDocument/2006/relationships/notesSlide" Target="/ppt/notesSlides/notesSlide11.xml" Id="R3b46c125b2d648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ea454be7ca4165" /><Relationship Type="http://schemas.openxmlformats.org/officeDocument/2006/relationships/image" Target="/ppt/media/image.jpeg" Id="R4847b6cdd5eb4203" /><Relationship Type="http://schemas.openxmlformats.org/officeDocument/2006/relationships/image" Target="/ppt/media/image2.png" Id="R8dced5944c804d90" /><Relationship Type="http://schemas.openxmlformats.org/officeDocument/2006/relationships/notesSlide" Target="/ppt/notesSlides/notesSlide12.xml" Id="R64e6771ee1804f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b708d691f6448e" /><Relationship Type="http://schemas.openxmlformats.org/officeDocument/2006/relationships/image" Target="/ppt/media/image.jpeg" Id="R9cf88b3cef8f4e65" /><Relationship Type="http://schemas.openxmlformats.org/officeDocument/2006/relationships/image" Target="/ppt/media/image2.png" Id="R32df526f7d1e4eb2" /><Relationship Type="http://schemas.openxmlformats.org/officeDocument/2006/relationships/notesSlide" Target="/ppt/notesSlides/notesSlide13.xml" Id="R50997fe0ac1b42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66ecf9a07e4d5a" /><Relationship Type="http://schemas.openxmlformats.org/officeDocument/2006/relationships/image" Target="/ppt/media/image.jpeg" Id="Ra01e3c57b9614ffa" /><Relationship Type="http://schemas.openxmlformats.org/officeDocument/2006/relationships/image" Target="/ppt/media/image2.png" Id="R4310712602f84433" /><Relationship Type="http://schemas.openxmlformats.org/officeDocument/2006/relationships/notesSlide" Target="/ppt/notesSlides/notesSlide14.xml" Id="Rdfe4ff5c677d43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94643435644c7e" /><Relationship Type="http://schemas.openxmlformats.org/officeDocument/2006/relationships/image" Target="/ppt/media/image.jpeg" Id="R1335e8ca4a3f41d9" /><Relationship Type="http://schemas.openxmlformats.org/officeDocument/2006/relationships/image" Target="/ppt/media/image2.png" Id="R11bdc975da784a23" /><Relationship Type="http://schemas.openxmlformats.org/officeDocument/2006/relationships/notesSlide" Target="/ppt/notesSlides/notesSlide15.xml" Id="R6f7988343c9f46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8dea563d7446e9" /><Relationship Type="http://schemas.openxmlformats.org/officeDocument/2006/relationships/image" Target="/ppt/media/image.jpeg" Id="R6eea184e49a343d7" /><Relationship Type="http://schemas.openxmlformats.org/officeDocument/2006/relationships/image" Target="/ppt/media/image2.png" Id="R566f0e6d9ac94af4" /><Relationship Type="http://schemas.openxmlformats.org/officeDocument/2006/relationships/notesSlide" Target="/ppt/notesSlides/notesSlide16.xml" Id="Rc322a1b275a746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c173d82546ea4978" /><Relationship Type="http://schemas.openxmlformats.org/officeDocument/2006/relationships/image" Target="/ppt/media/image.jpeg" Id="Rd96bb870be844b13" /><Relationship Type="http://schemas.openxmlformats.org/officeDocument/2006/relationships/image" Target="/ppt/media/image2.png" Id="Re30463f5fa1e4ebd" /><Relationship Type="http://schemas.openxmlformats.org/officeDocument/2006/relationships/image" Target="/ppt/media/image3.png" Id="R35c07acfedf84192" /><Relationship Type="http://schemas.openxmlformats.org/officeDocument/2006/relationships/image" Target="/ppt/media/image7.png" Id="R7bb63916b1be4519" /><Relationship Type="http://schemas.openxmlformats.org/officeDocument/2006/relationships/notesSlide" Target="/ppt/notesSlides/notesSlide17.xml" Id="Ra59fa3239fe843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f5f8738be5449a2" /><Relationship Type="http://schemas.openxmlformats.org/officeDocument/2006/relationships/image" Target="/ppt/media/image.jpeg" Id="Rf22b8c74fb9046ec" /><Relationship Type="http://schemas.openxmlformats.org/officeDocument/2006/relationships/image" Target="/ppt/media/image2.png" Id="R80449eb780b04b19" /><Relationship Type="http://schemas.openxmlformats.org/officeDocument/2006/relationships/image" Target="/ppt/media/image8.png" Id="R82f80598a2494016" /><Relationship Type="http://schemas.openxmlformats.org/officeDocument/2006/relationships/image" Target="/ppt/media/image9.png" Id="R559bd4017fb9402c" /><Relationship Type="http://schemas.openxmlformats.org/officeDocument/2006/relationships/notesSlide" Target="/ppt/notesSlides/notesSlide18.xml" Id="R90c51f80dfcd49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7b5290bd61c469b" /><Relationship Type="http://schemas.openxmlformats.org/officeDocument/2006/relationships/image" Target="/ppt/media/image.jpeg" Id="Rb4fe57477b7d4e31" /><Relationship Type="http://schemas.openxmlformats.org/officeDocument/2006/relationships/image" Target="/ppt/media/image2.png" Id="R2b469602af314dae" /><Relationship Type="http://schemas.openxmlformats.org/officeDocument/2006/relationships/image" Target="/ppt/media/image8.png" Id="R6b19ecd72828495d" /><Relationship Type="http://schemas.openxmlformats.org/officeDocument/2006/relationships/image" Target="/ppt/media/image10.png" Id="R3d0b82c294d840ab" /><Relationship Type="http://schemas.openxmlformats.org/officeDocument/2006/relationships/notesSlide" Target="/ppt/notesSlides/notesSlide19.xml" Id="Rf9689b0e159141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2f3c08f51134d35" /><Relationship Type="http://schemas.openxmlformats.org/officeDocument/2006/relationships/image" Target="/ppt/media/image.jpeg" Id="R89ab1fc2c7974047" /><Relationship Type="http://schemas.openxmlformats.org/officeDocument/2006/relationships/image" Target="/ppt/media/image2.png" Id="R8ccd82461b024974" /><Relationship Type="http://schemas.openxmlformats.org/officeDocument/2006/relationships/notesSlide" Target="/ppt/notesSlides/notesSlide20.xml" Id="R5f1bd557fccd4eb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0767c4885f5439f" /><Relationship Type="http://schemas.openxmlformats.org/officeDocument/2006/relationships/image" Target="/ppt/media/image.jpeg" Id="R77869c5000124fb1" /><Relationship Type="http://schemas.openxmlformats.org/officeDocument/2006/relationships/image" Target="/ppt/media/image2.png" Id="R6d5e11422c794092" /><Relationship Type="http://schemas.openxmlformats.org/officeDocument/2006/relationships/notesSlide" Target="/ppt/notesSlides/notesSlide21.xml" Id="R00c5e3b6715e45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b5e6ae7666245c9" /><Relationship Type="http://schemas.openxmlformats.org/officeDocument/2006/relationships/image" Target="/ppt/media/image.jpeg" Id="R9244f398b3524d10" /><Relationship Type="http://schemas.openxmlformats.org/officeDocument/2006/relationships/image" Target="/ppt/media/image2.png" Id="Rd949f9c43960458f" /><Relationship Type="http://schemas.openxmlformats.org/officeDocument/2006/relationships/notesSlide" Target="/ppt/notesSlides/notesSlide22.xml" Id="R924d4882cbbd46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6410bf166f345ee" /><Relationship Type="http://schemas.openxmlformats.org/officeDocument/2006/relationships/image" Target="/ppt/media/image.jpeg" Id="R54994ed00c204c23" /><Relationship Type="http://schemas.openxmlformats.org/officeDocument/2006/relationships/image" Target="/ppt/media/image2.png" Id="R03e08c46449f4b4d" /><Relationship Type="http://schemas.openxmlformats.org/officeDocument/2006/relationships/notesSlide" Target="/ppt/notesSlides/notesSlide23.xml" Id="R8c1aafc50992458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5dcf86978654617" /><Relationship Type="http://schemas.openxmlformats.org/officeDocument/2006/relationships/image" Target="/ppt/media/image.jpeg" Id="Ra406af23c70e46bb" /><Relationship Type="http://schemas.openxmlformats.org/officeDocument/2006/relationships/image" Target="/ppt/media/image2.png" Id="R224ab0a1129049a7" /><Relationship Type="http://schemas.openxmlformats.org/officeDocument/2006/relationships/image" Target="/ppt/media/image2.jpeg" Id="Rff17c0af9b0949b9" /><Relationship Type="http://schemas.openxmlformats.org/officeDocument/2006/relationships/image" Target="/ppt/media/image11.png" Id="R3c7997e0b37c4469" /><Relationship Type="http://schemas.openxmlformats.org/officeDocument/2006/relationships/notesSlide" Target="/ppt/notesSlides/notesSlide24.xml" Id="R34e61f542b1845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b261530336a4f8d" /><Relationship Type="http://schemas.openxmlformats.org/officeDocument/2006/relationships/image" Target="/ppt/media/image.jpeg" Id="Rc514ccb864964cbe" /><Relationship Type="http://schemas.openxmlformats.org/officeDocument/2006/relationships/image" Target="/ppt/media/image2.png" Id="R219e68b6d9ce4c8a" /><Relationship Type="http://schemas.openxmlformats.org/officeDocument/2006/relationships/notesSlide" Target="/ppt/notesSlides/notesSlide25.xml" Id="R3dcf544e4ca546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16ce9cc4f39946b1" /><Relationship Type="http://schemas.openxmlformats.org/officeDocument/2006/relationships/image" Target="/ppt/media/image.jpeg" Id="Rab1eea55290a445a" /><Relationship Type="http://schemas.openxmlformats.org/officeDocument/2006/relationships/image" Target="/ppt/media/image2.png" Id="R92f417f0046b4ed1" /><Relationship Type="http://schemas.openxmlformats.org/officeDocument/2006/relationships/image" Target="/ppt/media/image3.png" Id="Rb5a95c81fcc64d6c" /><Relationship Type="http://schemas.openxmlformats.org/officeDocument/2006/relationships/image" Target="/ppt/media/image12.png" Id="Rbbdbf7e546624c10" /><Relationship Type="http://schemas.openxmlformats.org/officeDocument/2006/relationships/notesSlide" Target="/ppt/notesSlides/notesSlide26.xml" Id="Ra3a4cae0185e49a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4b65ae00703470d" /><Relationship Type="http://schemas.openxmlformats.org/officeDocument/2006/relationships/image" Target="/ppt/media/image.jpeg" Id="Re85686bac3d64941" /><Relationship Type="http://schemas.openxmlformats.org/officeDocument/2006/relationships/image" Target="/ppt/media/image2.png" Id="R340095a45efc427e" /><Relationship Type="http://schemas.openxmlformats.org/officeDocument/2006/relationships/notesSlide" Target="/ppt/notesSlides/notesSlide27.xml" Id="R7400ef08fb8644a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1c14b32f4444e8c" /><Relationship Type="http://schemas.openxmlformats.org/officeDocument/2006/relationships/image" Target="/ppt/media/image.jpeg" Id="R36b638893a984e75" /><Relationship Type="http://schemas.openxmlformats.org/officeDocument/2006/relationships/image" Target="/ppt/media/image2.png" Id="R52938c716274464e" /><Relationship Type="http://schemas.openxmlformats.org/officeDocument/2006/relationships/chart" Target="/ppt/slides/charts/chart2.xml" Id="Rfe529fba4cb740f7" /><Relationship Type="http://schemas.openxmlformats.org/officeDocument/2006/relationships/notesSlide" Target="/ppt/notesSlides/notesSlide28.xml" Id="Raada51e188284c5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876f04856e54c99" /><Relationship Type="http://schemas.openxmlformats.org/officeDocument/2006/relationships/image" Target="/ppt/media/image.jpeg" Id="Re7430e4b68c54d38" /><Relationship Type="http://schemas.openxmlformats.org/officeDocument/2006/relationships/image" Target="/ppt/media/image2.png" Id="R8337ed0ad66e4430" /><Relationship Type="http://schemas.openxmlformats.org/officeDocument/2006/relationships/image" Target="/ppt/media/image13.png" Id="Rb57a8ad8186d4851" /><Relationship Type="http://schemas.openxmlformats.org/officeDocument/2006/relationships/image" Target="/ppt/media/image14.png" Id="R87f01407b2f84826" /><Relationship Type="http://schemas.openxmlformats.org/officeDocument/2006/relationships/notesSlide" Target="/ppt/notesSlides/notesSlide29.xml" Id="R5f293bb330b046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d1dca369f484ca3" /><Relationship Type="http://schemas.openxmlformats.org/officeDocument/2006/relationships/image" Target="/ppt/media/image.jpeg" Id="R51e3ebbc067a4d93" /><Relationship Type="http://schemas.openxmlformats.org/officeDocument/2006/relationships/image" Target="/ppt/media/image2.png" Id="R7382627286f24b6b" /><Relationship Type="http://schemas.openxmlformats.org/officeDocument/2006/relationships/image" Target="/ppt/media/image3.png" Id="R2dfc261da2b340dd" /><Relationship Type="http://schemas.openxmlformats.org/officeDocument/2006/relationships/image" Target="/ppt/media/image15.png" Id="Rb92dd8bc6d0c4889" /><Relationship Type="http://schemas.openxmlformats.org/officeDocument/2006/relationships/notesSlide" Target="/ppt/notesSlides/notesSlide30.xml" Id="R6e141b9ea05342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bb3d0fdfb2c417a" /><Relationship Type="http://schemas.openxmlformats.org/officeDocument/2006/relationships/image" Target="/ppt/media/image.jpeg" Id="R54bb7e0c2b8a49de" /><Relationship Type="http://schemas.openxmlformats.org/officeDocument/2006/relationships/image" Target="/ppt/media/image2.png" Id="Rf6cf7c0cadaa4ece" /><Relationship Type="http://schemas.openxmlformats.org/officeDocument/2006/relationships/notesSlide" Target="/ppt/notesSlides/notesSlide31.xml" Id="R805e71920714447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a8b65f80f4141f1" /><Relationship Type="http://schemas.openxmlformats.org/officeDocument/2006/relationships/image" Target="/ppt/media/image.jpeg" Id="R00086ce607c34bd3" /><Relationship Type="http://schemas.openxmlformats.org/officeDocument/2006/relationships/image" Target="/ppt/media/image2.png" Id="Rf54e38ee4c834334" /><Relationship Type="http://schemas.openxmlformats.org/officeDocument/2006/relationships/notesSlide" Target="/ppt/notesSlides/notesSlide32.xml" Id="R1a034dcb90f9488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c02152387449d2" /><Relationship Type="http://schemas.openxmlformats.org/officeDocument/2006/relationships/image" Target="/ppt/media/image.jpeg" Id="Rf3bd8fb0128c4ceb" /><Relationship Type="http://schemas.openxmlformats.org/officeDocument/2006/relationships/image" Target="/ppt/media/image2.png" Id="Rd231bd7265624712" /><Relationship Type="http://schemas.openxmlformats.org/officeDocument/2006/relationships/notesSlide" Target="/ppt/notesSlides/notesSlide33.xml" Id="R9bf1f13229b6459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7c963be21144de7" /><Relationship Type="http://schemas.openxmlformats.org/officeDocument/2006/relationships/image" Target="/ppt/media/image.jpeg" Id="R764d3a705cf5482f" /><Relationship Type="http://schemas.openxmlformats.org/officeDocument/2006/relationships/image" Target="/ppt/media/image2.png" Id="Ra4a9f294c0344c73" /><Relationship Type="http://schemas.openxmlformats.org/officeDocument/2006/relationships/notesSlide" Target="/ppt/notesSlides/notesSlide34.xml" Id="Rd289c0ef7dc4475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cc3a8b9a56b4097" /><Relationship Type="http://schemas.openxmlformats.org/officeDocument/2006/relationships/image" Target="/ppt/media/image.jpeg" Id="Rdbd82160d1094030" /><Relationship Type="http://schemas.openxmlformats.org/officeDocument/2006/relationships/image" Target="/ppt/media/image2.png" Id="Rb25d5c0e99684ebf" /><Relationship Type="http://schemas.openxmlformats.org/officeDocument/2006/relationships/notesSlide" Target="/ppt/notesSlides/notesSlide35.xml" Id="R3c1d3042a472477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772e9028a1841d8" /><Relationship Type="http://schemas.openxmlformats.org/officeDocument/2006/relationships/image" Target="/ppt/media/image.jpeg" Id="R1fc586fd3f5d48cb" /><Relationship Type="http://schemas.openxmlformats.org/officeDocument/2006/relationships/image" Target="/ppt/media/image2.png" Id="Rb676d88551154fa4" /><Relationship Type="http://schemas.openxmlformats.org/officeDocument/2006/relationships/notesSlide" Target="/ppt/notesSlides/notesSlide36.xml" Id="Ra4603ff7881648d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d27a7b4bd0946cf" /><Relationship Type="http://schemas.openxmlformats.org/officeDocument/2006/relationships/image" Target="/ppt/media/image.jpeg" Id="Rc5b932fef34e4894" /><Relationship Type="http://schemas.openxmlformats.org/officeDocument/2006/relationships/image" Target="/ppt/media/image2.png" Id="Re5a8c6dd24bd4b20" /><Relationship Type="http://schemas.openxmlformats.org/officeDocument/2006/relationships/notesSlide" Target="/ppt/notesSlides/notesSlide37.xml" Id="R5b3e543917a0408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28b33b162624f35" /><Relationship Type="http://schemas.openxmlformats.org/officeDocument/2006/relationships/image" Target="/ppt/media/image.jpeg" Id="R315c6777fe3b4985" /><Relationship Type="http://schemas.openxmlformats.org/officeDocument/2006/relationships/image" Target="/ppt/media/image2.png" Id="R974518db3ba0488d" /><Relationship Type="http://schemas.openxmlformats.org/officeDocument/2006/relationships/notesSlide" Target="/ppt/notesSlides/notesSlide38.xml" Id="R5c19c31ca08f483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90d0dabb2a7425c" /><Relationship Type="http://schemas.openxmlformats.org/officeDocument/2006/relationships/image" Target="/ppt/media/image.jpeg" Id="R682d171b6e2b45b1" /><Relationship Type="http://schemas.openxmlformats.org/officeDocument/2006/relationships/image" Target="/ppt/media/image2.png" Id="R13a6d553b8ab4e45" /><Relationship Type="http://schemas.openxmlformats.org/officeDocument/2006/relationships/notesSlide" Target="/ppt/notesSlides/notesSlide39.xml" Id="R8cef2f572e754db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43c34f6914543f8" /><Relationship Type="http://schemas.openxmlformats.org/officeDocument/2006/relationships/image" Target="/ppt/media/image.jpeg" Id="R2769154c9f354cfd" /><Relationship Type="http://schemas.openxmlformats.org/officeDocument/2006/relationships/image" Target="/ppt/media/image2.png" Id="R6edbb78a90f540b2" /><Relationship Type="http://schemas.openxmlformats.org/officeDocument/2006/relationships/image" Target="/ppt/media/image16.png" Id="R9280ddd8f4194033" /><Relationship Type="http://schemas.openxmlformats.org/officeDocument/2006/relationships/notesSlide" Target="/ppt/notesSlides/notesSlide40.xml" Id="Rbd1f1bc7e20a4aa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5522ef6071fd4bab" /><Relationship Type="http://schemas.openxmlformats.org/officeDocument/2006/relationships/image" Target="/ppt/media/image.jpeg" Id="R1aba2fc0a0ba4519" /><Relationship Type="http://schemas.openxmlformats.org/officeDocument/2006/relationships/image" Target="/ppt/media/image.gif" Id="R3ce3fca0d98c4d09" /><Relationship Type="http://schemas.openxmlformats.org/officeDocument/2006/relationships/image" Target="/ppt/media/image2.png" Id="R5346a3edf98e46a3" /><Relationship Type="http://schemas.openxmlformats.org/officeDocument/2006/relationships/notesSlide" Target="/ppt/notesSlides/notesSlide41.xml" Id="R38de686c6d234d66"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2fffe5ac809c4926">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ae435e51732946b0">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9" name="Picture 67"/>
          <p:cNvPicPr>
            <a:picLocks xmlns:a="http://schemas.openxmlformats.org/drawingml/2006/main" noChangeAspect="1"/>
          </p:cNvPicPr>
          <p:nvPr/>
        </p:nvPicPr>
        <p:blipFill>
          <a:blip xmlns:r="http://schemas.openxmlformats.org/officeDocument/2006/relationships" xmlns:a="http://schemas.openxmlformats.org/drawingml/2006/main" r:embed="Rf5bd9bfb50844d1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70" name="Picture 68"/>
          <p:cNvPicPr>
            <a:picLocks xmlns:a="http://schemas.openxmlformats.org/drawingml/2006/main" noChangeAspect="1"/>
          </p:cNvPicPr>
          <p:nvPr/>
        </p:nvPicPr>
        <p:blipFill>
          <a:blip xmlns:r="http://schemas.openxmlformats.org/officeDocument/2006/relationships" xmlns:a="http://schemas.openxmlformats.org/drawingml/2006/main" r:embed="R9bc8451a496f4b46"/>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686"/>
          </a:bodyPr>
          <a:lstStyle xmlns:a="http://schemas.openxmlformats.org/drawingml/2006/main"/>
          <a:p xmlns:a="http://schemas.openxmlformats.org/drawingml/2006/main">
            <a:pPr>
              <a:defRPr sz="1275">
                <a:solidFill>
                  <a:srgbClr val="062B6F"/>
                </a:solidFill>
                <a:latin typeface="Arial"/>
                <a:ea typeface="Arial"/>
                <a:cs typeface="Arial"/>
              </a:defRPr>
            </a:pPr>
            <a:r>
              <a:rPr sz="1275">
                <a:solidFill>
                  <a:srgbClr val="062B6F"/>
                </a:solidFill>
                <a:latin typeface="Arial"/>
                <a:ea typeface="Arial"/>
                <a:cs typeface="Arial"/>
              </a:rPr>
              <a:t>Experimental setup</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7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43413e4463c642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82da6499011944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834f02e624f04e62">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8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7771e6a5829d4e1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8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0ffa20cf64642d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7b2b7d0b2a1426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bfcda2cb080b49df"/>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17c342baa2b48d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8b7a00ea6e45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r>
              <a:rPr sz="4000" b="1">
                <a:solidFill>
                  <a:srgbClr val="002060"/>
                </a:solidFill>
                <a:latin typeface="Arial"/>
                <a:ea typeface="Arial"/>
                <a:cs typeface="Arial"/>
              </a:rPr>
              <a:t>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3f26119e9f447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efdee6558d24a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9ccb15e00343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71dbceeeecb45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b7cfd93757664602"/>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93c68a0964743e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ddd86f846147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965932d57784e9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7ab73ece879410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4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637d4416c347495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5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e0116cbf15e840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5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789921b3801c4f4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5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267a5226fa62470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5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c2901d4c00e4ff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4e96a847684c8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4847b6cdd5eb420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8dced5944c804d90"/>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cf88b3cef8f4e6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2df526f7d1e4e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01e3c57b9614ff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310712602f8443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a01e3c57b9614ff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4310712602f8443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335e8ca4a3f41d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1bdc975da784a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35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eea184e49a343d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5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66f0e6d9ac94af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374" name=""/>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75" name=""/>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376" name=""/>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a:buNone/>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590"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d96bb870be844b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91"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e30463f5fa1e4eb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2"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35c07acfedf84192">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94"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7bb63916b1be4519">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cxnSp>
        <p:nvCxnSpPr>
          <p:cNvPr id="597"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684"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22b8c74fb9046e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85"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0449eb780b04b1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687" name="Picture 458"/>
          <p:cNvPicPr>
            <a:picLocks xmlns:a="http://schemas.openxmlformats.org/drawingml/2006/main" noChangeAspect="1"/>
          </p:cNvPicPr>
          <p:nvPr/>
        </p:nvPicPr>
        <p:blipFill>
          <a:blip xmlns:r="http://schemas.openxmlformats.org/officeDocument/2006/relationships" xmlns:a="http://schemas.openxmlformats.org/drawingml/2006/main" r:embed="R82f80598a249401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91" name="Picture 462"/>
          <p:cNvPicPr>
            <a:picLocks xmlns:a="http://schemas.openxmlformats.org/drawingml/2006/main" noChangeAspect="1"/>
          </p:cNvPicPr>
          <p:nvPr/>
        </p:nvPicPr>
        <p:blipFill>
          <a:blip xmlns:r="http://schemas.openxmlformats.org/officeDocument/2006/relationships" xmlns:a="http://schemas.openxmlformats.org/drawingml/2006/main" r:embed="R559bd4017fb9402c"/>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706"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07"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712"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3"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14"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719"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0"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1"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727"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8"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29"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30"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731"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2"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3"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734"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80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4fe57477b7d4e3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80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b469602af314d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04" name="Picture 518"/>
          <p:cNvPicPr>
            <a:picLocks xmlns:a="http://schemas.openxmlformats.org/drawingml/2006/main" noChangeAspect="1"/>
          </p:cNvPicPr>
          <p:nvPr/>
        </p:nvPicPr>
        <p:blipFill>
          <a:blip xmlns:r="http://schemas.openxmlformats.org/officeDocument/2006/relationships" xmlns:a="http://schemas.openxmlformats.org/drawingml/2006/main" r:embed="R6b19ecd72828495d"/>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08" name="Picture 522"/>
          <p:cNvPicPr>
            <a:picLocks xmlns:a="http://schemas.openxmlformats.org/drawingml/2006/main" noChangeAspect="1"/>
          </p:cNvPicPr>
          <p:nvPr/>
        </p:nvPicPr>
        <p:blipFill>
          <a:blip xmlns:r="http://schemas.openxmlformats.org/officeDocument/2006/relationships" xmlns:a="http://schemas.openxmlformats.org/drawingml/2006/main" r:embed="R3d0b82c294d840ab"/>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811" name="Picture 526"/>
          <p:cNvPicPr>
            <a:picLocks xmlns:a="http://schemas.openxmlformats.org/drawingml/2006/main" noChangeAspect="1"/>
          </p:cNvPicPr>
          <p:nvPr/>
        </p:nvPicPr>
        <p:blipFill>
          <a:blip xmlns:r="http://schemas.openxmlformats.org/officeDocument/2006/relationships" xmlns:a="http://schemas.openxmlformats.org/drawingml/2006/main" r:embed="Rb4fe57477b7d4e3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812" name="Picture 527"/>
          <p:cNvPicPr>
            <a:picLocks xmlns:a="http://schemas.openxmlformats.org/drawingml/2006/main" noChangeAspect="1"/>
          </p:cNvPicPr>
          <p:nvPr/>
        </p:nvPicPr>
        <p:blipFill>
          <a:blip xmlns:r="http://schemas.openxmlformats.org/officeDocument/2006/relationships" xmlns:a="http://schemas.openxmlformats.org/drawingml/2006/main" r:embed="R2b469602af314da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827"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8"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9"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835"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6"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7"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8"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841"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842"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849"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0"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1"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857"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8"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59"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0"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1"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62"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863"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9ab1fc2c797404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cd82461b02497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869c5000124f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d5e11422c7940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44f398b3524d1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949f9c43960458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994ed00c204c2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3e08c46449f4b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4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406af23c70e46b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24ab0a1129049a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3" name=""/>
          <p:cNvGraphicFramePr/>
          <p:nvPr/>
        </p:nvGraphicFramePr>
        <p:xfrm>
          <a:off xmlns:a="http://schemas.openxmlformats.org/drawingml/2006/main" x="952500" y="1524000"/>
          <a:ext xmlns:a="http://schemas.openxmlformats.org/drawingml/2006/main" cx="10287000" cy="4095750"/>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PhysioNet/CinC 2019 sepsis cohort: 40,336 patients from two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TenSEAL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two encrypted update chunks, support refresh every five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 and RMIA with eight reference models per seed; 300-step gradient reconstruction; 20 virtual clients, seven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Ten paired seeds for the core protected comparison and five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ff17c0af9b0949b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66" name=""/>
          <p:cNvPicPr>
            <a:picLocks xmlns:a="http://schemas.openxmlformats.org/drawingml/2006/main" noChangeAspect="1"/>
          </p:cNvPicPr>
          <p:nvPr/>
        </p:nvPicPr>
        <p:blipFill>
          <a:blip xmlns:r="http://schemas.openxmlformats.org/officeDocument/2006/relationships" xmlns:a="http://schemas.openxmlformats.org/drawingml/2006/main" r:embed="R3c7997e0b37c446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514ccb864964c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9e68b6d9ce4c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66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ab1eea55290a44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6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92f417f0046b4ed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6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b5a95c81fcc64d6c">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7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bbdbf7e546624c10">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85686bac3d6494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40095a45efc427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6b638893a984e7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938c71627446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fe529fba4cb740f7"/>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7430e4b68c54d3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37ed0ad66e443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b57a8ad8186d4851"/>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87f01407b2f84826"/>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a:t>
            </a:r>
            <a:r>
              <a:rPr sz="1538" b="1" i="0">
                <a:solidFill>
                  <a:srgbClr val="17365D"/>
                </a:solidFill>
                <a:latin typeface="Arial"/>
                <a:ea typeface="Arial"/>
                <a:cs typeface="Arial"/>
              </a:rPr>
              <a:t>OpenFHE</a:t>
            </a:r>
            <a:r>
              <a:rPr sz="1538" b="1" i="0">
                <a:solidFill>
                  <a:srgbClr val="17365D"/>
                </a:solidFill>
                <a:latin typeface="Arial"/>
                <a:ea typeface="Arial"/>
                <a:cs typeface="Arial"/>
              </a:rPr>
              <a:t>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71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51e3ebbc067a4d9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1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7382627286f24b6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1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2dfc261da2b340d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2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b92dd8bc6d0c4889">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2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4bb7e0c2b8a49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6cf7c0cadaa4e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0086ce607c34bd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54e38ee4c83433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3bd8fb0128c4ce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231bd726562471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4d3a705cf5482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a9f294c0344c7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6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bd82160d10940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5d5c0e99684eb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fc586fd3f5d48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676d88551154f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5b932fef34e489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a8c6dd24bd4b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a:t>
            </a:r>
            <a:r>
              <a:rPr sz="4000" b="1">
                <a:solidFill>
                  <a:srgbClr val="002060"/>
                </a:solidFill>
                <a:latin typeface="Arial"/>
                <a:ea typeface="Arial"/>
                <a:cs typeface="Arial"/>
              </a:rPr>
              <a: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5c6777fe3b498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74518db3ba0488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82d171b6e2b45b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3a6d553b8ab4e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40</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69154c9f354cf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edbb78a90f540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9280ddd8f4194033">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1aba2fc0a0ba451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3ce3fca0d98c4d09">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346a3edf98e46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41</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2026-09-24T05:35:55.2630000Z</dcterms:created>
  <dcterms:modified xsi:type="dcterms:W3CDTF">2026-09-24T05:35:55.2630000Z</dcterms:modified>
</coreProperties>
</file>