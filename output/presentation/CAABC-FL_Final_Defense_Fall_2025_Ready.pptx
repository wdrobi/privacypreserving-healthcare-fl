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df66a9fcfb4d09" /><Relationship Type="http://schemas.openxmlformats.org/officeDocument/2006/relationships/extended-properties" Target="/docProps/app.xml" Id="R7b09ff60849d48df" /><Relationship Type="http://schemas.openxmlformats.org/officeDocument/2006/relationships/officeDocument" Target="/ppt/presentation.xml" Id="Rc9a2bd4af60a44bd" /></Relationships>
</file>

<file path=ppt/presentation.xml><?xml version="1.0" encoding="utf-8"?>
<p:presentation xmlns:p="http://schemas.openxmlformats.org/presentationml/2006/main">
  <p:sldMasterIdLst>
    <p:sldMasterId xmlns:r="http://schemas.openxmlformats.org/officeDocument/2006/relationships" id="2147483648" r:id="Rbbb011228d3743ff"/>
  </p:sldMasterIdLst>
  <p:notesMasterIdLst>
    <p:notesMasterId xmlns:r="http://schemas.openxmlformats.org/officeDocument/2006/relationships" r:id="Rcbce53acb9dd49ce"/>
  </p:notesMasterIdLst>
  <p:sldIdLst>
    <p:sldId xmlns:r="http://schemas.openxmlformats.org/officeDocument/2006/relationships" id="256" r:id="Rc4966a19ddae41fb"/>
    <p:sldId xmlns:r="http://schemas.openxmlformats.org/officeDocument/2006/relationships" id="257" r:id="R2bc120cbca114093"/>
    <p:sldId xmlns:r="http://schemas.openxmlformats.org/officeDocument/2006/relationships" id="258" r:id="R813f43c563334338"/>
    <p:sldId xmlns:r="http://schemas.openxmlformats.org/officeDocument/2006/relationships" id="259" r:id="Rae25a2e0f56e4e64"/>
    <p:sldId xmlns:r="http://schemas.openxmlformats.org/officeDocument/2006/relationships" id="260" r:id="R072b87897e2d4b0b"/>
    <p:sldId xmlns:r="http://schemas.openxmlformats.org/officeDocument/2006/relationships" id="261" r:id="R40d34e9cbe484fe4"/>
    <p:sldId xmlns:r="http://schemas.openxmlformats.org/officeDocument/2006/relationships" id="262" r:id="Rd5ebc63666c24387"/>
    <p:sldId xmlns:r="http://schemas.openxmlformats.org/officeDocument/2006/relationships" id="263" r:id="R1ce89d496a0b4102"/>
    <p:sldId xmlns:r="http://schemas.openxmlformats.org/officeDocument/2006/relationships" id="264" r:id="R1cb3712c5e26426d"/>
    <p:sldId xmlns:r="http://schemas.openxmlformats.org/officeDocument/2006/relationships" id="265" r:id="R246b69d972504673"/>
    <p:sldId xmlns:r="http://schemas.openxmlformats.org/officeDocument/2006/relationships" id="266" r:id="Ra4a2848a9d7646d6"/>
    <p:sldId xmlns:r="http://schemas.openxmlformats.org/officeDocument/2006/relationships" id="267" r:id="Rd3cc659e49ae4106"/>
    <p:sldId xmlns:r="http://schemas.openxmlformats.org/officeDocument/2006/relationships" id="268" r:id="Rb8dcd25d016e4573"/>
    <p:sldId xmlns:r="http://schemas.openxmlformats.org/officeDocument/2006/relationships" id="269" r:id="R7272e34b50d541c6"/>
    <p:sldId xmlns:r="http://schemas.openxmlformats.org/officeDocument/2006/relationships" id="270" r:id="R452c5914ef654002"/>
    <p:sldId xmlns:r="http://schemas.openxmlformats.org/officeDocument/2006/relationships" id="271" r:id="Rbf4212948478498b"/>
    <p:sldId xmlns:r="http://schemas.openxmlformats.org/officeDocument/2006/relationships" id="272" r:id="Rf8e7ee05e5a24131"/>
    <p:sldId xmlns:r="http://schemas.openxmlformats.org/officeDocument/2006/relationships" id="273" r:id="Ra037cd93f4614b4e"/>
    <p:sldId xmlns:r="http://schemas.openxmlformats.org/officeDocument/2006/relationships" id="274" r:id="Rba3c6072d9a540c5"/>
    <p:sldId xmlns:r="http://schemas.openxmlformats.org/officeDocument/2006/relationships" id="275" r:id="Rc86053900dc94dad"/>
    <p:sldId xmlns:r="http://schemas.openxmlformats.org/officeDocument/2006/relationships" id="276" r:id="Ra9b9a9b23fd84c74"/>
    <p:sldId xmlns:r="http://schemas.openxmlformats.org/officeDocument/2006/relationships" id="277" r:id="Rd27fd66e139f4834"/>
    <p:sldId xmlns:r="http://schemas.openxmlformats.org/officeDocument/2006/relationships" id="278" r:id="R24fe3ae51b6b4e25"/>
    <p:sldId xmlns:r="http://schemas.openxmlformats.org/officeDocument/2006/relationships" id="279" r:id="R293b529a963540cb"/>
    <p:sldId xmlns:r="http://schemas.openxmlformats.org/officeDocument/2006/relationships" id="280" r:id="R52d6d7ce37f149e4"/>
    <p:sldId xmlns:r="http://schemas.openxmlformats.org/officeDocument/2006/relationships" id="281" r:id="R536925d4794a4aba"/>
    <p:sldId xmlns:r="http://schemas.openxmlformats.org/officeDocument/2006/relationships" id="282" r:id="R13ed52c26f224de8"/>
    <p:sldId xmlns:r="http://schemas.openxmlformats.org/officeDocument/2006/relationships" id="283" r:id="Re52066d18ff44596"/>
    <p:sldId xmlns:r="http://schemas.openxmlformats.org/officeDocument/2006/relationships" id="284" r:id="R3bb9706773254bd1"/>
    <p:sldId xmlns:r="http://schemas.openxmlformats.org/officeDocument/2006/relationships" id="285" r:id="R60a02b83a9744f1e"/>
    <p:sldId xmlns:r="http://schemas.openxmlformats.org/officeDocument/2006/relationships" id="286" r:id="R6fa89111886c43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8e2a867d6cb46e8" /><Relationship Type="http://schemas.openxmlformats.org/officeDocument/2006/relationships/slideMaster" Target="/ppt/slideMasters/slideMaster1.xml" Id="Rbbb011228d3743ff" /><Relationship Type="http://schemas.openxmlformats.org/officeDocument/2006/relationships/notesMaster" Target="/ppt/notesMasters/notesMaster1.xml" Id="Rcbce53acb9dd49ce" /><Relationship Type="http://schemas.openxmlformats.org/officeDocument/2006/relationships/presProps" Target="/ppt/presProps.xml" Id="R56c305cf20204fde" /><Relationship Type="http://schemas.openxmlformats.org/officeDocument/2006/relationships/viewProps" Target="/ppt/viewProps.xml" Id="Rf5c1a9285bc14c7f" /><Relationship Type="http://schemas.openxmlformats.org/officeDocument/2006/relationships/tableStyles" Target="/ppt/tableStyles.xml" Id="R4dffdb2e7acd45a5" /><Relationship Type="http://schemas.openxmlformats.org/officeDocument/2006/relationships/slide" Target="/ppt/slides/slide1.xml" Id="Rc4966a19ddae41fb" /><Relationship Type="http://schemas.openxmlformats.org/officeDocument/2006/relationships/slide" Target="/ppt/slides/slide2.xml" Id="R2bc120cbca114093" /><Relationship Type="http://schemas.openxmlformats.org/officeDocument/2006/relationships/slide" Target="/ppt/slides/slide3.xml" Id="R813f43c563334338" /><Relationship Type="http://schemas.openxmlformats.org/officeDocument/2006/relationships/slide" Target="/ppt/slides/slide4.xml" Id="Rae25a2e0f56e4e64" /><Relationship Type="http://schemas.openxmlformats.org/officeDocument/2006/relationships/slide" Target="/ppt/slides/slide5.xml" Id="R072b87897e2d4b0b" /><Relationship Type="http://schemas.openxmlformats.org/officeDocument/2006/relationships/slide" Target="/ppt/slides/slide6.xml" Id="R40d34e9cbe484fe4" /><Relationship Type="http://schemas.openxmlformats.org/officeDocument/2006/relationships/slide" Target="/ppt/slides/slide7.xml" Id="Rd5ebc63666c24387" /><Relationship Type="http://schemas.openxmlformats.org/officeDocument/2006/relationships/slide" Target="/ppt/slides/slide8.xml" Id="R1ce89d496a0b4102" /><Relationship Type="http://schemas.openxmlformats.org/officeDocument/2006/relationships/slide" Target="/ppt/slides/slide9.xml" Id="R1cb3712c5e26426d" /><Relationship Type="http://schemas.openxmlformats.org/officeDocument/2006/relationships/slide" Target="/ppt/slides/slide10.xml" Id="R246b69d972504673" /><Relationship Type="http://schemas.openxmlformats.org/officeDocument/2006/relationships/slide" Target="/ppt/slides/slide11.xml" Id="Ra4a2848a9d7646d6" /><Relationship Type="http://schemas.openxmlformats.org/officeDocument/2006/relationships/slide" Target="/ppt/slides/slide12.xml" Id="Rd3cc659e49ae4106" /><Relationship Type="http://schemas.openxmlformats.org/officeDocument/2006/relationships/slide" Target="/ppt/slides/slide13.xml" Id="Rb8dcd25d016e4573" /><Relationship Type="http://schemas.openxmlformats.org/officeDocument/2006/relationships/slide" Target="/ppt/slides/slide14.xml" Id="R7272e34b50d541c6" /><Relationship Type="http://schemas.openxmlformats.org/officeDocument/2006/relationships/slide" Target="/ppt/slides/slide15.xml" Id="R452c5914ef654002" /><Relationship Type="http://schemas.openxmlformats.org/officeDocument/2006/relationships/slide" Target="/ppt/slides/slide16.xml" Id="Rbf4212948478498b" /><Relationship Type="http://schemas.openxmlformats.org/officeDocument/2006/relationships/slide" Target="/ppt/slides/slide17.xml" Id="Rf8e7ee05e5a24131" /><Relationship Type="http://schemas.openxmlformats.org/officeDocument/2006/relationships/slide" Target="/ppt/slides/slide18.xml" Id="Ra037cd93f4614b4e" /><Relationship Type="http://schemas.openxmlformats.org/officeDocument/2006/relationships/slide" Target="/ppt/slides/slide19.xml" Id="Rba3c6072d9a540c5" /><Relationship Type="http://schemas.openxmlformats.org/officeDocument/2006/relationships/slide" Target="/ppt/slides/slide20.xml" Id="Rc86053900dc94dad" /><Relationship Type="http://schemas.openxmlformats.org/officeDocument/2006/relationships/slide" Target="/ppt/slides/slide21.xml" Id="Ra9b9a9b23fd84c74" /><Relationship Type="http://schemas.openxmlformats.org/officeDocument/2006/relationships/slide" Target="/ppt/slides/slide22.xml" Id="Rd27fd66e139f4834" /><Relationship Type="http://schemas.openxmlformats.org/officeDocument/2006/relationships/slide" Target="/ppt/slides/slide23.xml" Id="R24fe3ae51b6b4e25" /><Relationship Type="http://schemas.openxmlformats.org/officeDocument/2006/relationships/slide" Target="/ppt/slides/slide24.xml" Id="R293b529a963540cb" /><Relationship Type="http://schemas.openxmlformats.org/officeDocument/2006/relationships/slide" Target="/ppt/slides/slide25.xml" Id="R52d6d7ce37f149e4" /><Relationship Type="http://schemas.openxmlformats.org/officeDocument/2006/relationships/slide" Target="/ppt/slides/slide26.xml" Id="R536925d4794a4aba" /><Relationship Type="http://schemas.openxmlformats.org/officeDocument/2006/relationships/slide" Target="/ppt/slides/slide27.xml" Id="R13ed52c26f224de8" /><Relationship Type="http://schemas.openxmlformats.org/officeDocument/2006/relationships/slide" Target="/ppt/slides/slide28.xml" Id="Re52066d18ff44596" /><Relationship Type="http://schemas.openxmlformats.org/officeDocument/2006/relationships/slide" Target="/ppt/slides/slide29.xml" Id="R3bb9706773254bd1" /><Relationship Type="http://schemas.openxmlformats.org/officeDocument/2006/relationships/slide" Target="/ppt/slides/slide30.xml" Id="R60a02b83a9744f1e" /><Relationship Type="http://schemas.openxmlformats.org/officeDocument/2006/relationships/slide" Target="/ppt/slides/slide31.xml" Id="R6fa89111886c43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a68d11555f47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a29ea78be04930" /><Relationship Type="http://schemas.openxmlformats.org/officeDocument/2006/relationships/notesMaster" Target="/ppt/notesMasters/notesMaster1.xml" Id="R5603fdfdf13647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478136b47f4b38" /><Relationship Type="http://schemas.openxmlformats.org/officeDocument/2006/relationships/notesMaster" Target="/ppt/notesMasters/notesMaster1.xml" Id="R254287d60a3440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c3cb4e909e467b" /><Relationship Type="http://schemas.openxmlformats.org/officeDocument/2006/relationships/notesMaster" Target="/ppt/notesMasters/notesMaster1.xml" Id="Rfcb1c92bec4442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b198d28f284695" /><Relationship Type="http://schemas.openxmlformats.org/officeDocument/2006/relationships/notesMaster" Target="/ppt/notesMasters/notesMaster1.xml" Id="R1a0b6ac8837342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47f25708e9423a" /><Relationship Type="http://schemas.openxmlformats.org/officeDocument/2006/relationships/notesMaster" Target="/ppt/notesMasters/notesMaster1.xml" Id="Rfa466f3714554b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af1b3f944d48f9" /><Relationship Type="http://schemas.openxmlformats.org/officeDocument/2006/relationships/notesMaster" Target="/ppt/notesMasters/notesMaster1.xml" Id="R015c0fc1cbb44a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6bf3f6c9654756" /><Relationship Type="http://schemas.openxmlformats.org/officeDocument/2006/relationships/notesMaster" Target="/ppt/notesMasters/notesMaster1.xml" Id="Rc4184498bf794a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4d000dac4548f4" /><Relationship Type="http://schemas.openxmlformats.org/officeDocument/2006/relationships/notesMaster" Target="/ppt/notesMasters/notesMaster1.xml" Id="Rce818e1d86cd41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8d8fc9dadf4418" /><Relationship Type="http://schemas.openxmlformats.org/officeDocument/2006/relationships/notesMaster" Target="/ppt/notesMasters/notesMaster1.xml" Id="Rbf8ddfb6395045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9ea61e3460490b" /><Relationship Type="http://schemas.openxmlformats.org/officeDocument/2006/relationships/notesMaster" Target="/ppt/notesMasters/notesMaster1.xml" Id="R22e6d31f9ed440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3febd3cc5043a5" /><Relationship Type="http://schemas.openxmlformats.org/officeDocument/2006/relationships/notesMaster" Target="/ppt/notesMasters/notesMaster1.xml" Id="Rb0169f780bf348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1180c2618f4255" /><Relationship Type="http://schemas.openxmlformats.org/officeDocument/2006/relationships/notesMaster" Target="/ppt/notesMasters/notesMaster1.xml" Id="R7b04b7516b6045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1388a21b624130" /><Relationship Type="http://schemas.openxmlformats.org/officeDocument/2006/relationships/notesMaster" Target="/ppt/notesMasters/notesMaster1.xml" Id="R79fac6d58dba43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2327b924694ff4" /><Relationship Type="http://schemas.openxmlformats.org/officeDocument/2006/relationships/notesMaster" Target="/ppt/notesMasters/notesMaster1.xml" Id="Rb0e6788c66b44b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ab4b1243a743b3" /><Relationship Type="http://schemas.openxmlformats.org/officeDocument/2006/relationships/notesMaster" Target="/ppt/notesMasters/notesMaster1.xml" Id="Rf297e2b7dce04b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2695152449b4b84" /><Relationship Type="http://schemas.openxmlformats.org/officeDocument/2006/relationships/notesMaster" Target="/ppt/notesMasters/notesMaster1.xml" Id="R5f363c18b48149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603cada4504869" /><Relationship Type="http://schemas.openxmlformats.org/officeDocument/2006/relationships/notesMaster" Target="/ppt/notesMasters/notesMaster1.xml" Id="R41b01bb09e2149c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121a31f8e24c68" /><Relationship Type="http://schemas.openxmlformats.org/officeDocument/2006/relationships/notesMaster" Target="/ppt/notesMasters/notesMaster1.xml" Id="Rdee155e2de874a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61849105034844" /><Relationship Type="http://schemas.openxmlformats.org/officeDocument/2006/relationships/notesMaster" Target="/ppt/notesMasters/notesMaster1.xml" Id="R39a8cc64c58b4a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17972f9a28d40ce" /><Relationship Type="http://schemas.openxmlformats.org/officeDocument/2006/relationships/notesMaster" Target="/ppt/notesMasters/notesMaster1.xml" Id="R4095a6e968d545f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e6a90c3578485e" /><Relationship Type="http://schemas.openxmlformats.org/officeDocument/2006/relationships/notesMaster" Target="/ppt/notesMasters/notesMaster1.xml" Id="R0149c209e07e4a1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11f3984299a4c37" /><Relationship Type="http://schemas.openxmlformats.org/officeDocument/2006/relationships/notesMaster" Target="/ppt/notesMasters/notesMaster1.xml" Id="R2b5f29e4ad1746c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685a5853a00422c" /><Relationship Type="http://schemas.openxmlformats.org/officeDocument/2006/relationships/notesMaster" Target="/ppt/notesMasters/notesMaster1.xml" Id="Racecc028a13744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aa310caeac24cf0" /><Relationship Type="http://schemas.openxmlformats.org/officeDocument/2006/relationships/notesMaster" Target="/ppt/notesMasters/notesMaster1.xml" Id="R53c6b41f51cf41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9d48a7d7ce04945" /><Relationship Type="http://schemas.openxmlformats.org/officeDocument/2006/relationships/notesMaster" Target="/ppt/notesMasters/notesMaster1.xml" Id="R0d666c413d6f476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83739d070e744f1" /><Relationship Type="http://schemas.openxmlformats.org/officeDocument/2006/relationships/notesMaster" Target="/ppt/notesMasters/notesMaster1.xml" Id="Rd32be561eafd4db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8dc4c572251476f" /><Relationship Type="http://schemas.openxmlformats.org/officeDocument/2006/relationships/notesMaster" Target="/ppt/notesMasters/notesMaster1.xml" Id="R105f791fe60e4bf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728822ab5d648b4" /><Relationship Type="http://schemas.openxmlformats.org/officeDocument/2006/relationships/notesMaster" Target="/ppt/notesMasters/notesMaster1.xml" Id="Reb686ce1a380442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d014587a60b4bb7" /><Relationship Type="http://schemas.openxmlformats.org/officeDocument/2006/relationships/notesMaster" Target="/ppt/notesMasters/notesMaster1.xml" Id="R30cb11ab4b524d0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c783122da3848d8" /><Relationship Type="http://schemas.openxmlformats.org/officeDocument/2006/relationships/notesMaster" Target="/ppt/notesMasters/notesMaster1.xml" Id="R16d5ec6d41e240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a17e626a9014c52" /><Relationship Type="http://schemas.openxmlformats.org/officeDocument/2006/relationships/notesMaster" Target="/ppt/notesMasters/notesMaster1.xml" Id="R5d179fcecadc47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fd00f5f06e44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99db73899a49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359e29ae6247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d3877587574b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88f730a84949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20d9e6d33b48d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1f6412136b0426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aa1b1cd3bfb401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d3628a8a746c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aa6c8591e194d0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291b4b96f7149e9"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45"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1"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5a42d312b642f0" /><Relationship Type="http://schemas.openxmlformats.org/officeDocument/2006/relationships/slideLayout" Target="/ppt/slideLayouts/slideLayout1.xml" Id="R8c296c157dfa44ff" /><Relationship Type="http://schemas.openxmlformats.org/officeDocument/2006/relationships/slideLayout" Target="/ppt/slideLayouts/slideLayout2.xml" Id="Rdae9d5b6cbc443f3" /><Relationship Type="http://schemas.openxmlformats.org/officeDocument/2006/relationships/slideLayout" Target="/ppt/slideLayouts/slideLayout3.xml" Id="Rd71616cb467e4291" /><Relationship Type="http://schemas.openxmlformats.org/officeDocument/2006/relationships/slideLayout" Target="/ppt/slideLayouts/slideLayout4.xml" Id="Rac995633383248e5" /><Relationship Type="http://schemas.openxmlformats.org/officeDocument/2006/relationships/slideLayout" Target="/ppt/slideLayouts/slideLayout5.xml" Id="Rbded7992660049ee" /><Relationship Type="http://schemas.openxmlformats.org/officeDocument/2006/relationships/slideLayout" Target="/ppt/slideLayouts/slideLayout6.xml" Id="Rc01905a1657d4665" /><Relationship Type="http://schemas.openxmlformats.org/officeDocument/2006/relationships/slideLayout" Target="/ppt/slideLayouts/slideLayout7.xml" Id="R94887ca9d6384b99" /><Relationship Type="http://schemas.openxmlformats.org/officeDocument/2006/relationships/slideLayout" Target="/ppt/slideLayouts/slideLayout8.xml" Id="Ra7f5f9ffc7c14125" /><Relationship Type="http://schemas.openxmlformats.org/officeDocument/2006/relationships/slideLayout" Target="/ppt/slideLayouts/slideLayout9.xml" Id="Re0fa710220cf42cb" /><Relationship Type="http://schemas.openxmlformats.org/officeDocument/2006/relationships/slideLayout" Target="/ppt/slideLayouts/slideLayout10.xml" Id="Rd44c6d38efd94b7a" /><Relationship Type="http://schemas.openxmlformats.org/officeDocument/2006/relationships/slideLayout" Target="/ppt/slideLayouts/slideLayout11.xml" Id="Radf736ef6d4a45a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c296c157dfa44ff"/>
    <p:sldLayoutId xmlns:r="http://schemas.openxmlformats.org/officeDocument/2006/relationships" id="2147483650" r:id="Rdae9d5b6cbc443f3"/>
    <p:sldLayoutId xmlns:r="http://schemas.openxmlformats.org/officeDocument/2006/relationships" id="2147483651" r:id="Rd71616cb467e4291"/>
    <p:sldLayoutId xmlns:r="http://schemas.openxmlformats.org/officeDocument/2006/relationships" id="2147483652" r:id="Rac995633383248e5"/>
    <p:sldLayoutId xmlns:r="http://schemas.openxmlformats.org/officeDocument/2006/relationships" id="2147483653" r:id="Rbded7992660049ee"/>
    <p:sldLayoutId xmlns:r="http://schemas.openxmlformats.org/officeDocument/2006/relationships" id="2147483654" r:id="Rc01905a1657d4665"/>
    <p:sldLayoutId xmlns:r="http://schemas.openxmlformats.org/officeDocument/2006/relationships" id="2147483655" r:id="R94887ca9d6384b99"/>
    <p:sldLayoutId xmlns:r="http://schemas.openxmlformats.org/officeDocument/2006/relationships" id="2147483656" r:id="Ra7f5f9ffc7c14125"/>
    <p:sldLayoutId xmlns:r="http://schemas.openxmlformats.org/officeDocument/2006/relationships" id="2147483657" r:id="Re0fa710220cf42cb"/>
    <p:sldLayoutId xmlns:r="http://schemas.openxmlformats.org/officeDocument/2006/relationships" id="2147483658" r:id="Rd44c6d38efd94b7a"/>
    <p:sldLayoutId xmlns:r="http://schemas.openxmlformats.org/officeDocument/2006/relationships" id="2147483659" r:id="Radf736ef6d4a45a7"/>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23eb43fbd944ec" /><Relationship Type="http://schemas.openxmlformats.org/officeDocument/2006/relationships/image" Target="/ppt/media/image.jpeg" Id="R3186f87700b34cae" /><Relationship Type="http://schemas.openxmlformats.org/officeDocument/2006/relationships/image" Target="/ppt/media/image.png" Id="R48628529df9541c1" /><Relationship Type="http://schemas.openxmlformats.org/officeDocument/2006/relationships/notesSlide" Target="/ppt/notesSlides/notesSlide1.xml" Id="Rd664036aa4f44a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a49b8877cb42ec" /><Relationship Type="http://schemas.openxmlformats.org/officeDocument/2006/relationships/image" Target="/ppt/media/image2.jpeg" Id="R9d19705093f14745" /><Relationship Type="http://schemas.openxmlformats.org/officeDocument/2006/relationships/image" Target="/ppt/media/image2.png" Id="Rfd8cc0a89a1f4bcc" /><Relationship Type="http://schemas.openxmlformats.org/officeDocument/2006/relationships/notesSlide" Target="/ppt/notesSlides/notesSlide2.xml" Id="Rf40b32573a334c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a696edea90f452b" /><Relationship Type="http://schemas.openxmlformats.org/officeDocument/2006/relationships/image" Target="/ppt/media/image3.jpeg" Id="R371b6c03d77c4558" /><Relationship Type="http://schemas.openxmlformats.org/officeDocument/2006/relationships/image" Target="/ppt/media/image.png" Id="Rc41b37b8531c49d2" /><Relationship Type="http://schemas.openxmlformats.org/officeDocument/2006/relationships/image" Target="/ppt/media/image3.png" Id="Rc6c177b83934429a" /><Relationship Type="http://schemas.openxmlformats.org/officeDocument/2006/relationships/image" Target="/ppt/media/image4.png" Id="Rcb1c4dcea76f43c6" /><Relationship Type="http://schemas.openxmlformats.org/officeDocument/2006/relationships/notesSlide" Target="/ppt/notesSlides/notesSlide3.xml" Id="Rc2dff50262004e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0c8ee9d32446a3" /><Relationship Type="http://schemas.openxmlformats.org/officeDocument/2006/relationships/image" Target="/ppt/media/image3.jpeg" Id="R2f31cc9a96824ccb" /><Relationship Type="http://schemas.openxmlformats.org/officeDocument/2006/relationships/image" Target="/ppt/media/image.png" Id="R11d17720f92e4951" /><Relationship Type="http://schemas.openxmlformats.org/officeDocument/2006/relationships/notesSlide" Target="/ppt/notesSlides/notesSlide4.xml" Id="R4cb5870148014e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903fcc05f74353" /><Relationship Type="http://schemas.openxmlformats.org/officeDocument/2006/relationships/image" Target="/ppt/media/image3.jpeg" Id="R0f690a31296e44c6" /><Relationship Type="http://schemas.openxmlformats.org/officeDocument/2006/relationships/image" Target="/ppt/media/image.png" Id="R997e5d6f5a254afe" /><Relationship Type="http://schemas.openxmlformats.org/officeDocument/2006/relationships/notesSlide" Target="/ppt/notesSlides/notesSlide5.xml" Id="R79b8e83e67ec4d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ff0b11df02476b" /><Relationship Type="http://schemas.openxmlformats.org/officeDocument/2006/relationships/image" Target="/ppt/media/image3.jpeg" Id="R9c088eb0d1344871" /><Relationship Type="http://schemas.openxmlformats.org/officeDocument/2006/relationships/image" Target="/ppt/media/image.png" Id="R1554db60dac84324" /><Relationship Type="http://schemas.openxmlformats.org/officeDocument/2006/relationships/notesSlide" Target="/ppt/notesSlides/notesSlide6.xml" Id="Rd596ec414df648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c52e887f334a03" /><Relationship Type="http://schemas.openxmlformats.org/officeDocument/2006/relationships/image" Target="/ppt/media/image3.jpeg" Id="Rfa4fee9040f54d34" /><Relationship Type="http://schemas.openxmlformats.org/officeDocument/2006/relationships/image" Target="/ppt/media/image.png" Id="R8fc36f8146324d99" /><Relationship Type="http://schemas.openxmlformats.org/officeDocument/2006/relationships/notesSlide" Target="/ppt/notesSlides/notesSlide7.xml" Id="R4e49a1d1d34740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1dd6fc9fb2b4027" /><Relationship Type="http://schemas.openxmlformats.org/officeDocument/2006/relationships/image" Target="/ppt/media/image3.jpeg" Id="R168fd24d7b7849c1" /><Relationship Type="http://schemas.openxmlformats.org/officeDocument/2006/relationships/image" Target="/ppt/media/image.png" Id="Radcee6fa270d411a" /><Relationship Type="http://schemas.openxmlformats.org/officeDocument/2006/relationships/image" Target="/ppt/media/image3.png" Id="R9620f456c3164c80" /><Relationship Type="http://schemas.openxmlformats.org/officeDocument/2006/relationships/image" Target="/ppt/media/image5.png" Id="R1e8fb4b3b3d14aaf" /><Relationship Type="http://schemas.openxmlformats.org/officeDocument/2006/relationships/notesSlide" Target="/ppt/notesSlides/notesSlide8.xml" Id="Rc8cbe414e91647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44928cadb14548" /><Relationship Type="http://schemas.openxmlformats.org/officeDocument/2006/relationships/image" Target="/ppt/media/image3.jpeg" Id="R4c3ed977ac064744" /><Relationship Type="http://schemas.openxmlformats.org/officeDocument/2006/relationships/image" Target="/ppt/media/image.png" Id="Re2741cf3920c4545" /><Relationship Type="http://schemas.openxmlformats.org/officeDocument/2006/relationships/notesSlide" Target="/ppt/notesSlides/notesSlide9.xml" Id="R9f208dc814c24a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ed78f529f64761" /><Relationship Type="http://schemas.openxmlformats.org/officeDocument/2006/relationships/image" Target="/ppt/media/image4.jpeg" Id="Rcdcbecccb5084ef6" /><Relationship Type="http://schemas.openxmlformats.org/officeDocument/2006/relationships/image" Target="/ppt/media/image6.png" Id="R719b216291714234" /><Relationship Type="http://schemas.openxmlformats.org/officeDocument/2006/relationships/notesSlide" Target="/ppt/notesSlides/notesSlide10.xml" Id="Re18002b583a54d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c67e02c1fd4583" /><Relationship Type="http://schemas.openxmlformats.org/officeDocument/2006/relationships/image" Target="/ppt/media/image3.jpeg" Id="R370c910a14a945c0" /><Relationship Type="http://schemas.openxmlformats.org/officeDocument/2006/relationships/image" Target="/ppt/media/image.png" Id="R3595e1a9972b4346" /><Relationship Type="http://schemas.openxmlformats.org/officeDocument/2006/relationships/notesSlide" Target="/ppt/notesSlides/notesSlide11.xml" Id="R6477290257084f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e6b6eb1e614d6a" /><Relationship Type="http://schemas.openxmlformats.org/officeDocument/2006/relationships/image" Target="/ppt/media/image3.jpeg" Id="Rb082ebb8060e4802" /><Relationship Type="http://schemas.openxmlformats.org/officeDocument/2006/relationships/image" Target="/ppt/media/image.png" Id="R94e5272e67d14904" /><Relationship Type="http://schemas.openxmlformats.org/officeDocument/2006/relationships/notesSlide" Target="/ppt/notesSlides/notesSlide12.xml" Id="R06d411f6ce7649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a57ae443531472b" /><Relationship Type="http://schemas.openxmlformats.org/officeDocument/2006/relationships/image" Target="/ppt/media/image3.jpeg" Id="R932fc818c8494aa3" /><Relationship Type="http://schemas.openxmlformats.org/officeDocument/2006/relationships/image" Target="/ppt/media/image.png" Id="Rbd14ee37a8e84549" /><Relationship Type="http://schemas.openxmlformats.org/officeDocument/2006/relationships/image" Target="/ppt/media/image3.png" Id="R542b439e0697414b" /><Relationship Type="http://schemas.openxmlformats.org/officeDocument/2006/relationships/image" Target="/ppt/media/image7.png" Id="R5d123935b1bc40ee" /><Relationship Type="http://schemas.openxmlformats.org/officeDocument/2006/relationships/notesSlide" Target="/ppt/notesSlides/notesSlide13.xml" Id="R2aa8f2e05e4446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93fd92509c148e7" /><Relationship Type="http://schemas.openxmlformats.org/officeDocument/2006/relationships/image" Target="/ppt/media/image3.jpeg" Id="Rff14e907fa4e460e" /><Relationship Type="http://schemas.openxmlformats.org/officeDocument/2006/relationships/image" Target="/ppt/media/image.png" Id="R276c459005b14145" /><Relationship Type="http://schemas.openxmlformats.org/officeDocument/2006/relationships/image" Target="/ppt/media/image8.png" Id="Rd5f10c7f2ca94ea5" /><Relationship Type="http://schemas.openxmlformats.org/officeDocument/2006/relationships/notesSlide" Target="/ppt/notesSlides/notesSlide14.xml" Id="R1de5af90d1e14d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d11d6f1eea846f5" /><Relationship Type="http://schemas.openxmlformats.org/officeDocument/2006/relationships/image" Target="/ppt/media/image3.jpeg" Id="R12ac5784735042d1" /><Relationship Type="http://schemas.openxmlformats.org/officeDocument/2006/relationships/image" Target="/ppt/media/image.png" Id="R291bc3b498264d94" /><Relationship Type="http://schemas.openxmlformats.org/officeDocument/2006/relationships/notesSlide" Target="/ppt/notesSlides/notesSlide15.xml" Id="R89486e5bbd3e49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ef8e0fcdfda4896" /><Relationship Type="http://schemas.openxmlformats.org/officeDocument/2006/relationships/image" Target="/ppt/media/image3.jpeg" Id="R8f02143299864b1a" /><Relationship Type="http://schemas.openxmlformats.org/officeDocument/2006/relationships/image" Target="/ppt/media/image.png" Id="R48127118c1014e09" /><Relationship Type="http://schemas.openxmlformats.org/officeDocument/2006/relationships/notesSlide" Target="/ppt/notesSlides/notesSlide16.xml" Id="Rca9e268be7d84e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425ae26e96e4b20" /><Relationship Type="http://schemas.openxmlformats.org/officeDocument/2006/relationships/image" Target="/ppt/media/image3.jpeg" Id="R8c7aea80e51442b9" /><Relationship Type="http://schemas.openxmlformats.org/officeDocument/2006/relationships/image" Target="/ppt/media/image.png" Id="Rea50f6c3bdb9440e" /><Relationship Type="http://schemas.openxmlformats.org/officeDocument/2006/relationships/notesSlide" Target="/ppt/notesSlides/notesSlide17.xml" Id="R76ca7810beea45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e5556bcb924e2f" /><Relationship Type="http://schemas.openxmlformats.org/officeDocument/2006/relationships/image" Target="/ppt/media/image3.jpeg" Id="R8127f4b78ca34b2d" /><Relationship Type="http://schemas.openxmlformats.org/officeDocument/2006/relationships/image" Target="/ppt/media/image.png" Id="R5d955791870447d2" /><Relationship Type="http://schemas.openxmlformats.org/officeDocument/2006/relationships/notesSlide" Target="/ppt/notesSlides/notesSlide18.xml" Id="R44bd9aaaaf6544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507aa1ef6b54d63" /><Relationship Type="http://schemas.openxmlformats.org/officeDocument/2006/relationships/image" Target="/ppt/media/image3.jpeg" Id="R97e8a6fa30b44137" /><Relationship Type="http://schemas.openxmlformats.org/officeDocument/2006/relationships/image" Target="/ppt/media/image.png" Id="Rb847ff1c4b844883" /><Relationship Type="http://schemas.openxmlformats.org/officeDocument/2006/relationships/image" Target="/ppt/media/image3.png" Id="Rf98a2ad0f86140ef" /><Relationship Type="http://schemas.openxmlformats.org/officeDocument/2006/relationships/image" Target="/ppt/media/image9.png" Id="R7657bb0f6c7845c6" /><Relationship Type="http://schemas.openxmlformats.org/officeDocument/2006/relationships/notesSlide" Target="/ppt/notesSlides/notesSlide19.xml" Id="R3d1186bfa51c464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2b38480e9de4502" /><Relationship Type="http://schemas.openxmlformats.org/officeDocument/2006/relationships/image" Target="/ppt/media/image3.jpeg" Id="R177889265d974119" /><Relationship Type="http://schemas.openxmlformats.org/officeDocument/2006/relationships/image" Target="/ppt/media/image.png" Id="R8f2100d545de4980" /><Relationship Type="http://schemas.openxmlformats.org/officeDocument/2006/relationships/notesSlide" Target="/ppt/notesSlides/notesSlide20.xml" Id="Re658a70fa8d24d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47e8c8112b343c7" /><Relationship Type="http://schemas.openxmlformats.org/officeDocument/2006/relationships/image" Target="/ppt/media/image3.jpeg" Id="R52c04f2c4fd84d27" /><Relationship Type="http://schemas.openxmlformats.org/officeDocument/2006/relationships/image" Target="/ppt/media/image.png" Id="R20918d256fe44ca3" /><Relationship Type="http://schemas.openxmlformats.org/officeDocument/2006/relationships/chart" Target="/ppt/slides/charts/chart1.xml" Id="Rc51e9e6bc7584f18" /><Relationship Type="http://schemas.openxmlformats.org/officeDocument/2006/relationships/notesSlide" Target="/ppt/notesSlides/notesSlide21.xml" Id="Rd96eebc40b5f4b6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10690f52c1c4820" /><Relationship Type="http://schemas.openxmlformats.org/officeDocument/2006/relationships/image" Target="/ppt/media/image3.jpeg" Id="R16fdc59b6d0f42cd" /><Relationship Type="http://schemas.openxmlformats.org/officeDocument/2006/relationships/image" Target="/ppt/media/image.png" Id="Rc95f70a0a0f14098" /><Relationship Type="http://schemas.openxmlformats.org/officeDocument/2006/relationships/image" Target="/ppt/media/image10.png" Id="R549f564f9b6d4833" /><Relationship Type="http://schemas.openxmlformats.org/officeDocument/2006/relationships/image" Target="/ppt/media/image11.png" Id="R0cef5f38797a4968" /><Relationship Type="http://schemas.openxmlformats.org/officeDocument/2006/relationships/notesSlide" Target="/ppt/notesSlides/notesSlide22.xml" Id="R896e883049be481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f52d07e3e5f449f1" /><Relationship Type="http://schemas.openxmlformats.org/officeDocument/2006/relationships/image" Target="/ppt/media/image3.jpeg" Id="Rd60f54c479d24779" /><Relationship Type="http://schemas.openxmlformats.org/officeDocument/2006/relationships/image" Target="/ppt/media/image.png" Id="R3a6d66c23c3c4ee3" /><Relationship Type="http://schemas.openxmlformats.org/officeDocument/2006/relationships/image" Target="/ppt/media/image3.png" Id="R66c3d122aa3549c5" /><Relationship Type="http://schemas.openxmlformats.org/officeDocument/2006/relationships/image" Target="/ppt/media/image12.png" Id="R93cdf3ffba4b4442" /><Relationship Type="http://schemas.openxmlformats.org/officeDocument/2006/relationships/notesSlide" Target="/ppt/notesSlides/notesSlide23.xml" Id="Re49e93a6f7bd4bc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8db18aead2a4824" /><Relationship Type="http://schemas.openxmlformats.org/officeDocument/2006/relationships/image" Target="/ppt/media/image3.jpeg" Id="R08bf9f8aa4284b9d" /><Relationship Type="http://schemas.openxmlformats.org/officeDocument/2006/relationships/image" Target="/ppt/media/image.png" Id="R7cd379da927d45a5" /><Relationship Type="http://schemas.openxmlformats.org/officeDocument/2006/relationships/notesSlide" Target="/ppt/notesSlides/notesSlide24.xml" Id="R38826e57e4374df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2ac13c5ecce4ed5" /><Relationship Type="http://schemas.openxmlformats.org/officeDocument/2006/relationships/image" Target="/ppt/media/image3.jpeg" Id="R1126a5203ad54e08" /><Relationship Type="http://schemas.openxmlformats.org/officeDocument/2006/relationships/image" Target="/ppt/media/image.png" Id="R84eed35b1bd145d1" /><Relationship Type="http://schemas.openxmlformats.org/officeDocument/2006/relationships/notesSlide" Target="/ppt/notesSlides/notesSlide25.xml" Id="Rfdf33b916f67413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47adc1e10604475" /><Relationship Type="http://schemas.openxmlformats.org/officeDocument/2006/relationships/image" Target="/ppt/media/image3.jpeg" Id="R05f3e52c24bd467c" /><Relationship Type="http://schemas.openxmlformats.org/officeDocument/2006/relationships/image" Target="/ppt/media/image.png" Id="Rf0cedb27cad34753" /><Relationship Type="http://schemas.openxmlformats.org/officeDocument/2006/relationships/notesSlide" Target="/ppt/notesSlides/notesSlide26.xml" Id="R38f9777e35d8426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746b45b95ce4410" /><Relationship Type="http://schemas.openxmlformats.org/officeDocument/2006/relationships/image" Target="/ppt/media/image3.jpeg" Id="R1191f641c90e438b" /><Relationship Type="http://schemas.openxmlformats.org/officeDocument/2006/relationships/image" Target="/ppt/media/image.png" Id="R2931a26ef5ea465e" /><Relationship Type="http://schemas.openxmlformats.org/officeDocument/2006/relationships/notesSlide" Target="/ppt/notesSlides/notesSlide27.xml" Id="R6fa83f44510946a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0c19650ebc244a3" /><Relationship Type="http://schemas.openxmlformats.org/officeDocument/2006/relationships/image" Target="/ppt/media/image3.jpeg" Id="Rd7bdbdf314ea4dc2" /><Relationship Type="http://schemas.openxmlformats.org/officeDocument/2006/relationships/image" Target="/ppt/media/image.png" Id="Rf37da30ecac74a6b" /><Relationship Type="http://schemas.openxmlformats.org/officeDocument/2006/relationships/notesSlide" Target="/ppt/notesSlides/notesSlide28.xml" Id="Rc1e150164c1844b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ee394183b4b4670" /><Relationship Type="http://schemas.openxmlformats.org/officeDocument/2006/relationships/image" Target="/ppt/media/image3.jpeg" Id="Reac1e0fe31ed4e9d" /><Relationship Type="http://schemas.openxmlformats.org/officeDocument/2006/relationships/image" Target="/ppt/media/image.png" Id="R0942aa0e5cf74980" /><Relationship Type="http://schemas.openxmlformats.org/officeDocument/2006/relationships/notesSlide" Target="/ppt/notesSlides/notesSlide29.xml" Id="R8b31e5d6e7804d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6b7c78343a24141" /><Relationship Type="http://schemas.openxmlformats.org/officeDocument/2006/relationships/image" Target="/ppt/media/image3.jpeg" Id="R4d325b1ff4fd404d" /><Relationship Type="http://schemas.openxmlformats.org/officeDocument/2006/relationships/image" Target="/ppt/media/image.png" Id="R81bd9e724d834d2f" /><Relationship Type="http://schemas.openxmlformats.org/officeDocument/2006/relationships/image" Target="/ppt/media/image13.png" Id="R8d26b9d6f49a4bd2" /><Relationship Type="http://schemas.openxmlformats.org/officeDocument/2006/relationships/notesSlide" Target="/ppt/notesSlides/notesSlide30.xml" Id="R3d3f70cd205f4a7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ca0fc6f6cb384962" /><Relationship Type="http://schemas.openxmlformats.org/officeDocument/2006/relationships/image" Target="/ppt/media/image3.jpeg" Id="R4b5c38c943ea425c" /><Relationship Type="http://schemas.openxmlformats.org/officeDocument/2006/relationships/image" Target="/ppt/media/image.gif" Id="R8a2d633806d943ef" /><Relationship Type="http://schemas.openxmlformats.org/officeDocument/2006/relationships/image" Target="/ppt/media/image.png" Id="R70246a632b264613" /><Relationship Type="http://schemas.openxmlformats.org/officeDocument/2006/relationships/notesSlide" Target="/ppt/notesSlides/notesSlide31.xml" Id="Ra5ff52c2bb77477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2"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3186f87700b34cae">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7"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48628529df9541c1">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d19705093f14745"/>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d8cc0a89a1f4bcc"/>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i="0">
                <a:solidFill>
                  <a:srgbClr val="17365D"/>
                </a:solidFill>
                <a:latin typeface="Arial"/>
                <a:ea typeface="Arial"/>
                <a:cs typeface="Arial"/>
              </a:defRPr>
            </a:pPr>
            <a:r>
              <a:rPr sz="900" b="0" i="0">
                <a:solidFill>
                  <a:srgbClr val="17365D"/>
                </a:solidFill>
                <a:latin typeface="Arial"/>
                <a:ea typeface="Arial"/>
                <a:cs typeface="Arial"/>
              </a:rPr>
              <a:t>Fall 2025</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6  References and Q&amp;A</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08"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371b6c03d77c455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09"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c41b37b8531c49d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10"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c6c177b83934429a">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12"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cb1c4dcea76f43c6">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13"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f31cc9a96824cc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1d17720f92e49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f690a31296e44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97e5d6f5a254a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c088eb0d134487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554db60dac8432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2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a4fee9040f54d3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fc36f8146324d9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78"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168fd24d7b7849c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79"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adcee6fa270d411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0"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9620f456c3164c80">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282"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1e8fb4b3b3d14aaf">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28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spTree>
    <p:extLst>
      <p:ext uri="{BB962C8B-B14F-4D97-AF65-F5344CB8AC3E}">
        <p14:creationId xmlns:p14="http://schemas.microsoft.com/office/powerpoint/2010/main" val="1432019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2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c3ed977ac06474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2741cf3920c45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0"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Tree>
    <p:extLst>
      <p:ext uri="{BB962C8B-B14F-4D97-AF65-F5344CB8AC3E}">
        <p14:creationId xmlns:p14="http://schemas.microsoft.com/office/powerpoint/2010/main" val="9702864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dcbecccb5084ef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19b21629171423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i="0">
                <a:solidFill>
                  <a:srgbClr val="17365D"/>
                </a:solidFill>
                <a:latin typeface="Arial"/>
                <a:ea typeface="Arial"/>
                <a:cs typeface="Arial"/>
              </a:defRPr>
            </a:pPr>
            <a:r>
              <a:rPr sz="900" b="0" i="0">
                <a:solidFill>
                  <a:srgbClr val="17365D"/>
                </a:solidFill>
                <a:latin typeface="Arial"/>
                <a:ea typeface="Arial"/>
                <a:cs typeface="Arial"/>
              </a:rPr>
              <a:t>Fall 2025</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i="0">
                <a:solidFill>
                  <a:srgbClr val="17365D"/>
                </a:solidFill>
                <a:latin typeface="Arial"/>
                <a:ea typeface="Arial"/>
                <a:cs typeface="Arial"/>
              </a:defRPr>
            </a:pPr>
            <a:r>
              <a:rPr sz="2550" b="1" i="0">
                <a:solidFill>
                  <a:srgbClr val="17365D"/>
                </a:solidFill>
                <a:latin typeface="Arial"/>
                <a:ea typeface="Arial"/>
                <a:cs typeface="Arial"/>
              </a:rPr>
              <a:t>10</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19"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2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70c910a14a945c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595e1a9972b434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0"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082ebb8060e480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4e5272e67d1490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Tree>
    <p:extLst>
      <p:ext uri="{BB962C8B-B14F-4D97-AF65-F5344CB8AC3E}">
        <p14:creationId xmlns:p14="http://schemas.microsoft.com/office/powerpoint/2010/main" val="10266619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371"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932fc818c8494aa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72"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bd14ee37a8e8454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73"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542b439e0697414b">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375"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5d123935b1bc40ee">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cxnSp>
        <p:nvCxnSpPr>
          <p:cNvPr id="379"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Tree>
    <p:extLst>
      <p:ext uri="{BB962C8B-B14F-4D97-AF65-F5344CB8AC3E}">
        <p14:creationId xmlns:p14="http://schemas.microsoft.com/office/powerpoint/2010/main" val="32898757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14e907fa4e46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6c459005b141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228" name=""/>
          <p:cNvPicPr>
            <a:picLocks xmlns:a="http://schemas.openxmlformats.org/drawingml/2006/main" noChangeAspect="1"/>
          </p:cNvPicPr>
          <p:nvPr/>
        </p:nvPicPr>
        <p:blipFill>
          <a:blip xmlns:r="http://schemas.openxmlformats.org/officeDocument/2006/relationships" xmlns:a="http://schemas.openxmlformats.org/drawingml/2006/main" r:embed="Rd5f10c7f2ca94ea5"/>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Tree>
    <p:extLst>
      <p:ext uri="{BB962C8B-B14F-4D97-AF65-F5344CB8AC3E}">
        <p14:creationId xmlns:p14="http://schemas.microsoft.com/office/powerpoint/2010/main" val="2244682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2ac5784735042d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91bc3b498264d9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Tree>
    <p:extLst>
      <p:ext uri="{BB962C8B-B14F-4D97-AF65-F5344CB8AC3E}">
        <p14:creationId xmlns:p14="http://schemas.microsoft.com/office/powerpoint/2010/main" val="22517489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f02143299864b1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8127118c1014e0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Tree>
    <p:extLst>
      <p:ext uri="{BB962C8B-B14F-4D97-AF65-F5344CB8AC3E}">
        <p14:creationId xmlns:p14="http://schemas.microsoft.com/office/powerpoint/2010/main" val="32441981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c7aea80e51442b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a50f6c3bdb9440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127f4b78ca34b2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d955791870447d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2"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496"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97e8a6fa30b441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97"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b847ff1c4b84488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98"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f98a2ad0f86140ef">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00"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7657bb0f6c7845c6">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01"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spTree>
    <p:extLst>
      <p:ext uri="{BB962C8B-B14F-4D97-AF65-F5344CB8AC3E}">
        <p14:creationId xmlns:p14="http://schemas.microsoft.com/office/powerpoint/2010/main" val="151185477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77889265d97411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f2100d545de498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Tree>
    <p:extLst>
      <p:ext uri="{BB962C8B-B14F-4D97-AF65-F5344CB8AC3E}">
        <p14:creationId xmlns:p14="http://schemas.microsoft.com/office/powerpoint/2010/main" val="198624058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2c04f2c4fd84d2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0918d256fe44c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1"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2"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c51e9e6bc7584f18"/>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Tree>
    <p:extLst>
      <p:ext uri="{BB962C8B-B14F-4D97-AF65-F5344CB8AC3E}">
        <p14:creationId xmlns:p14="http://schemas.microsoft.com/office/powerpoint/2010/main" val="34178292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6fdc59b6d0f42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95f70a0a0f1409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231" name=""/>
          <p:cNvPicPr>
            <a:picLocks xmlns:a="http://schemas.openxmlformats.org/drawingml/2006/main" noChangeAspect="1"/>
          </p:cNvPicPr>
          <p:nvPr/>
        </p:nvPicPr>
        <p:blipFill>
          <a:blip xmlns:r="http://schemas.openxmlformats.org/officeDocument/2006/relationships" xmlns:a="http://schemas.openxmlformats.org/drawingml/2006/main" r:embed="R549f564f9b6d4833"/>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0cef5f38797a4968"/>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Tree>
    <p:extLst>
      <p:ext uri="{BB962C8B-B14F-4D97-AF65-F5344CB8AC3E}">
        <p14:creationId xmlns:p14="http://schemas.microsoft.com/office/powerpoint/2010/main" val="343640598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32"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d60f54c479d2477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33"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3a6d66c23c3c4ee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34"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66c3d122aa3549c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36"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93cdf3ffba4b4442">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cxnSp>
        <p:nvCxnSpPr>
          <p:cNvPr id="53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Tree>
    <p:extLst>
      <p:ext uri="{BB962C8B-B14F-4D97-AF65-F5344CB8AC3E}">
        <p14:creationId xmlns:p14="http://schemas.microsoft.com/office/powerpoint/2010/main" val="167585801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8bf9f8aa4284b9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cd379da927d45a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Tree>
    <p:extLst>
      <p:ext uri="{BB962C8B-B14F-4D97-AF65-F5344CB8AC3E}">
        <p14:creationId xmlns:p14="http://schemas.microsoft.com/office/powerpoint/2010/main" val="209313251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126a5203ad54e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eed35b1bd145d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Tree>
    <p:extLst>
      <p:ext uri="{BB962C8B-B14F-4D97-AF65-F5344CB8AC3E}">
        <p14:creationId xmlns:p14="http://schemas.microsoft.com/office/powerpoint/2010/main" val="383816531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f3e52c24bd467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0cedb27cad3475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Tree>
    <p:extLst>
      <p:ext uri="{BB962C8B-B14F-4D97-AF65-F5344CB8AC3E}">
        <p14:creationId xmlns:p14="http://schemas.microsoft.com/office/powerpoint/2010/main" val="396104022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191f641c90e43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931a26ef5ea46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Tree>
    <p:extLst>
      <p:ext uri="{BB962C8B-B14F-4D97-AF65-F5344CB8AC3E}">
        <p14:creationId xmlns:p14="http://schemas.microsoft.com/office/powerpoint/2010/main" val="355756394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7bdbdf314ea4dc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37da30ecac74a6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Tree>
    <p:extLst>
      <p:ext uri="{BB962C8B-B14F-4D97-AF65-F5344CB8AC3E}">
        <p14:creationId xmlns:p14="http://schemas.microsoft.com/office/powerpoint/2010/main" val="194220572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ac1e0fe31ed4e9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42aa0e5cf7498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Tree>
    <p:extLst>
      <p:ext uri="{BB962C8B-B14F-4D97-AF65-F5344CB8AC3E}">
        <p14:creationId xmlns:p14="http://schemas.microsoft.com/office/powerpoint/2010/main" val="24378017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d325b1ff4fd404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1bd9e724d834d2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227"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8d26b9d6f49a4bd2">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Tree>
    <p:extLst>
      <p:ext uri="{BB962C8B-B14F-4D97-AF65-F5344CB8AC3E}">
        <p14:creationId xmlns:p14="http://schemas.microsoft.com/office/powerpoint/2010/main" val="190931020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608"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4b5c38c943ea425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610"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8a2d633806d943ef">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0246a632b26461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2026-09-24T00:25:18.8170000Z</dcterms:created>
  <dcterms:modified xsi:type="dcterms:W3CDTF">2026-09-24T00:25:18.8170000Z</dcterms:modified>
</coreProperties>
</file>