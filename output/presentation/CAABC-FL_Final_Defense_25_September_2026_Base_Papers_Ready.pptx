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6b4a078828486e" /><Relationship Type="http://schemas.openxmlformats.org/officeDocument/2006/relationships/extended-properties" Target="/docProps/app.xml" Id="Rcf499349f4dc4911" /><Relationship Type="http://schemas.openxmlformats.org/officeDocument/2006/relationships/officeDocument" Target="/ppt/presentation.xml" Id="Rd3b7a762e4574677" /></Relationships>
</file>

<file path=ppt/presentation.xml><?xml version="1.0" encoding="utf-8"?>
<p:presentation xmlns:p="http://schemas.openxmlformats.org/presentationml/2006/main">
  <p:sldMasterIdLst>
    <p:sldMasterId xmlns:r="http://schemas.openxmlformats.org/officeDocument/2006/relationships" id="2147483648" r:id="R998297e60f464c55"/>
  </p:sldMasterIdLst>
  <p:notesMasterIdLst>
    <p:notesMasterId xmlns:r="http://schemas.openxmlformats.org/officeDocument/2006/relationships" r:id="R285a9222e2784df4"/>
  </p:notesMasterIdLst>
  <p:sldIdLst>
    <p:sldId xmlns:r="http://schemas.openxmlformats.org/officeDocument/2006/relationships" id="256" r:id="R403bc3c21b2d4b08"/>
    <p:sldId xmlns:r="http://schemas.openxmlformats.org/officeDocument/2006/relationships" id="257" r:id="R929c3d9269e841c0"/>
    <p:sldId xmlns:r="http://schemas.openxmlformats.org/officeDocument/2006/relationships" id="258" r:id="Rc0408fce463340ac"/>
    <p:sldId xmlns:r="http://schemas.openxmlformats.org/officeDocument/2006/relationships" id="259" r:id="R61f0c0c2fdb04175"/>
    <p:sldId xmlns:r="http://schemas.openxmlformats.org/officeDocument/2006/relationships" id="260" r:id="R2027537db0ca42ec"/>
    <p:sldId xmlns:r="http://schemas.openxmlformats.org/officeDocument/2006/relationships" id="261" r:id="R796c5ec8463f4224"/>
    <p:sldId xmlns:r="http://schemas.openxmlformats.org/officeDocument/2006/relationships" id="262" r:id="R62eeb269d79b4c09"/>
    <p:sldId xmlns:r="http://schemas.openxmlformats.org/officeDocument/2006/relationships" id="263" r:id="R063f31a9ab68403a"/>
    <p:sldId xmlns:r="http://schemas.openxmlformats.org/officeDocument/2006/relationships" id="264" r:id="Rd555dbd71fdd4642"/>
    <p:sldId xmlns:r="http://schemas.openxmlformats.org/officeDocument/2006/relationships" id="265" r:id="R066eb3b84da44091"/>
    <p:sldId xmlns:r="http://schemas.openxmlformats.org/officeDocument/2006/relationships" id="266" r:id="R935f3ed437f640e8"/>
    <p:sldId xmlns:r="http://schemas.openxmlformats.org/officeDocument/2006/relationships" id="267" r:id="R2fd7057f550b4536"/>
    <p:sldId xmlns:r="http://schemas.openxmlformats.org/officeDocument/2006/relationships" id="268" r:id="Rd170e07eaa4f4505"/>
    <p:sldId xmlns:r="http://schemas.openxmlformats.org/officeDocument/2006/relationships" id="269" r:id="R2234634574bf4dde"/>
    <p:sldId xmlns:r="http://schemas.openxmlformats.org/officeDocument/2006/relationships" id="270" r:id="R9394fbe544c74e3c"/>
    <p:sldId xmlns:r="http://schemas.openxmlformats.org/officeDocument/2006/relationships" id="271" r:id="Rc5242b770eb64272"/>
    <p:sldId xmlns:r="http://schemas.openxmlformats.org/officeDocument/2006/relationships" id="272" r:id="Rc3285176a58d4729"/>
    <p:sldId xmlns:r="http://schemas.openxmlformats.org/officeDocument/2006/relationships" id="273" r:id="R917318e03ed84d4e"/>
    <p:sldId xmlns:r="http://schemas.openxmlformats.org/officeDocument/2006/relationships" id="274" r:id="Re590fad279f44c15"/>
    <p:sldId xmlns:r="http://schemas.openxmlformats.org/officeDocument/2006/relationships" id="275" r:id="R2cb4608e943d433a"/>
    <p:sldId xmlns:r="http://schemas.openxmlformats.org/officeDocument/2006/relationships" id="276" r:id="Rdb0c2bba957a4f29"/>
    <p:sldId xmlns:r="http://schemas.openxmlformats.org/officeDocument/2006/relationships" id="277" r:id="Rbb1b25f331174748"/>
    <p:sldId xmlns:r="http://schemas.openxmlformats.org/officeDocument/2006/relationships" id="278" r:id="R64656c5db88840de"/>
    <p:sldId xmlns:r="http://schemas.openxmlformats.org/officeDocument/2006/relationships" id="279" r:id="R6b19b1a2a3f8469f"/>
    <p:sldId xmlns:r="http://schemas.openxmlformats.org/officeDocument/2006/relationships" id="280" r:id="R99049bdd952f4b57"/>
    <p:sldId xmlns:r="http://schemas.openxmlformats.org/officeDocument/2006/relationships" id="281" r:id="Rbd60e28e67004d38"/>
    <p:sldId xmlns:r="http://schemas.openxmlformats.org/officeDocument/2006/relationships" id="282" r:id="R5e3a1f32237d4283"/>
    <p:sldId xmlns:r="http://schemas.openxmlformats.org/officeDocument/2006/relationships" id="283" r:id="R65e0af27cf8b4087"/>
    <p:sldId xmlns:r="http://schemas.openxmlformats.org/officeDocument/2006/relationships" id="284" r:id="R2ff4545dc6bc4424"/>
    <p:sldId xmlns:r="http://schemas.openxmlformats.org/officeDocument/2006/relationships" id="285" r:id="Rfa8e933c34ab45d8"/>
    <p:sldId xmlns:r="http://schemas.openxmlformats.org/officeDocument/2006/relationships" id="286" r:id="R91182f7d9b514f42"/>
    <p:sldId xmlns:r="http://schemas.openxmlformats.org/officeDocument/2006/relationships" id="287" r:id="R3fad8e300ad6475b"/>
    <p:sldId xmlns:r="http://schemas.openxmlformats.org/officeDocument/2006/relationships" id="288" r:id="Rd6fd2602b3334f5a"/>
    <p:sldId xmlns:r="http://schemas.openxmlformats.org/officeDocument/2006/relationships" id="289" r:id="R3615915717014c35"/>
    <p:sldId xmlns:r="http://schemas.openxmlformats.org/officeDocument/2006/relationships" id="290" r:id="R91a8b2d0ab7b4a39"/>
    <p:sldId xmlns:r="http://schemas.openxmlformats.org/officeDocument/2006/relationships" id="291" r:id="R9e056a5fc8704c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c267388c1ba4f15" /><Relationship Type="http://schemas.openxmlformats.org/officeDocument/2006/relationships/slideMaster" Target="/ppt/slideMasters/slideMaster1.xml" Id="R998297e60f464c55" /><Relationship Type="http://schemas.openxmlformats.org/officeDocument/2006/relationships/notesMaster" Target="/ppt/notesMasters/notesMaster1.xml" Id="R285a9222e2784df4" /><Relationship Type="http://schemas.openxmlformats.org/officeDocument/2006/relationships/presProps" Target="/ppt/presProps.xml" Id="R768e563a725b4ef7" /><Relationship Type="http://schemas.openxmlformats.org/officeDocument/2006/relationships/viewProps" Target="/ppt/viewProps.xml" Id="Re7e754b870294c04" /><Relationship Type="http://schemas.openxmlformats.org/officeDocument/2006/relationships/tableStyles" Target="/ppt/tableStyles.xml" Id="R7786701d7677499b" /><Relationship Type="http://schemas.openxmlformats.org/officeDocument/2006/relationships/slide" Target="/ppt/slides/slide1.xml" Id="R403bc3c21b2d4b08" /><Relationship Type="http://schemas.openxmlformats.org/officeDocument/2006/relationships/slide" Target="/ppt/slides/slide2.xml" Id="R929c3d9269e841c0" /><Relationship Type="http://schemas.openxmlformats.org/officeDocument/2006/relationships/slide" Target="/ppt/slides/slide3.xml" Id="Rc0408fce463340ac" /><Relationship Type="http://schemas.openxmlformats.org/officeDocument/2006/relationships/slide" Target="/ppt/slides/slide4.xml" Id="R61f0c0c2fdb04175" /><Relationship Type="http://schemas.openxmlformats.org/officeDocument/2006/relationships/slide" Target="/ppt/slides/slide5.xml" Id="R2027537db0ca42ec" /><Relationship Type="http://schemas.openxmlformats.org/officeDocument/2006/relationships/slide" Target="/ppt/slides/slide6.xml" Id="R796c5ec8463f4224" /><Relationship Type="http://schemas.openxmlformats.org/officeDocument/2006/relationships/slide" Target="/ppt/slides/slide7.xml" Id="R62eeb269d79b4c09" /><Relationship Type="http://schemas.openxmlformats.org/officeDocument/2006/relationships/slide" Target="/ppt/slides/slide8.xml" Id="R063f31a9ab68403a" /><Relationship Type="http://schemas.openxmlformats.org/officeDocument/2006/relationships/slide" Target="/ppt/slides/slide9.xml" Id="Rd555dbd71fdd4642" /><Relationship Type="http://schemas.openxmlformats.org/officeDocument/2006/relationships/slide" Target="/ppt/slides/slide10.xml" Id="R066eb3b84da44091" /><Relationship Type="http://schemas.openxmlformats.org/officeDocument/2006/relationships/slide" Target="/ppt/slides/slide11.xml" Id="R935f3ed437f640e8" /><Relationship Type="http://schemas.openxmlformats.org/officeDocument/2006/relationships/slide" Target="/ppt/slides/slide12.xml" Id="R2fd7057f550b4536" /><Relationship Type="http://schemas.openxmlformats.org/officeDocument/2006/relationships/slide" Target="/ppt/slides/slide13.xml" Id="Rd170e07eaa4f4505" /><Relationship Type="http://schemas.openxmlformats.org/officeDocument/2006/relationships/slide" Target="/ppt/slides/slide14.xml" Id="R2234634574bf4dde" /><Relationship Type="http://schemas.openxmlformats.org/officeDocument/2006/relationships/slide" Target="/ppt/slides/slide15.xml" Id="R9394fbe544c74e3c" /><Relationship Type="http://schemas.openxmlformats.org/officeDocument/2006/relationships/slide" Target="/ppt/slides/slide16.xml" Id="Rc5242b770eb64272" /><Relationship Type="http://schemas.openxmlformats.org/officeDocument/2006/relationships/slide" Target="/ppt/slides/slide17.xml" Id="Rc3285176a58d4729" /><Relationship Type="http://schemas.openxmlformats.org/officeDocument/2006/relationships/slide" Target="/ppt/slides/slide18.xml" Id="R917318e03ed84d4e" /><Relationship Type="http://schemas.openxmlformats.org/officeDocument/2006/relationships/slide" Target="/ppt/slides/slide19.xml" Id="Re590fad279f44c15" /><Relationship Type="http://schemas.openxmlformats.org/officeDocument/2006/relationships/slide" Target="/ppt/slides/slide20.xml" Id="R2cb4608e943d433a" /><Relationship Type="http://schemas.openxmlformats.org/officeDocument/2006/relationships/slide" Target="/ppt/slides/slide21.xml" Id="Rdb0c2bba957a4f29" /><Relationship Type="http://schemas.openxmlformats.org/officeDocument/2006/relationships/slide" Target="/ppt/slides/slide22.xml" Id="Rbb1b25f331174748" /><Relationship Type="http://schemas.openxmlformats.org/officeDocument/2006/relationships/slide" Target="/ppt/slides/slide23.xml" Id="R64656c5db88840de" /><Relationship Type="http://schemas.openxmlformats.org/officeDocument/2006/relationships/slide" Target="/ppt/slides/slide24.xml" Id="R6b19b1a2a3f8469f" /><Relationship Type="http://schemas.openxmlformats.org/officeDocument/2006/relationships/slide" Target="/ppt/slides/slide25.xml" Id="R99049bdd952f4b57" /><Relationship Type="http://schemas.openxmlformats.org/officeDocument/2006/relationships/slide" Target="/ppt/slides/slide26.xml" Id="Rbd60e28e67004d38" /><Relationship Type="http://schemas.openxmlformats.org/officeDocument/2006/relationships/slide" Target="/ppt/slides/slide27.xml" Id="R5e3a1f32237d4283" /><Relationship Type="http://schemas.openxmlformats.org/officeDocument/2006/relationships/slide" Target="/ppt/slides/slide28.xml" Id="R65e0af27cf8b4087" /><Relationship Type="http://schemas.openxmlformats.org/officeDocument/2006/relationships/slide" Target="/ppt/slides/slide29.xml" Id="R2ff4545dc6bc4424" /><Relationship Type="http://schemas.openxmlformats.org/officeDocument/2006/relationships/slide" Target="/ppt/slides/slide30.xml" Id="Rfa8e933c34ab45d8" /><Relationship Type="http://schemas.openxmlformats.org/officeDocument/2006/relationships/slide" Target="/ppt/slides/slide31.xml" Id="R91182f7d9b514f42" /><Relationship Type="http://schemas.openxmlformats.org/officeDocument/2006/relationships/slide" Target="/ppt/slides/slide32.xml" Id="R3fad8e300ad6475b" /><Relationship Type="http://schemas.openxmlformats.org/officeDocument/2006/relationships/slide" Target="/ppt/slides/slide33.xml" Id="Rd6fd2602b3334f5a" /><Relationship Type="http://schemas.openxmlformats.org/officeDocument/2006/relationships/slide" Target="/ppt/slides/slide34.xml" Id="R3615915717014c35" /><Relationship Type="http://schemas.openxmlformats.org/officeDocument/2006/relationships/slide" Target="/ppt/slides/slide35.xml" Id="R91a8b2d0ab7b4a39" /><Relationship Type="http://schemas.openxmlformats.org/officeDocument/2006/relationships/slide" Target="/ppt/slides/slide36.xml" Id="R9e056a5fc8704c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796e3aeea14e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983c368cd443c5" /><Relationship Type="http://schemas.openxmlformats.org/officeDocument/2006/relationships/notesMaster" Target="/ppt/notesMasters/notesMaster1.xml" Id="R508681c6fa1145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5a0b322ce94af6" /><Relationship Type="http://schemas.openxmlformats.org/officeDocument/2006/relationships/notesMaster" Target="/ppt/notesMasters/notesMaster1.xml" Id="R7c5ca98c479b48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8fb7efe6ea4ae1" /><Relationship Type="http://schemas.openxmlformats.org/officeDocument/2006/relationships/notesMaster" Target="/ppt/notesMasters/notesMaster1.xml" Id="R9e995b568b2140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f02c628d4f4eac" /><Relationship Type="http://schemas.openxmlformats.org/officeDocument/2006/relationships/notesMaster" Target="/ppt/notesMasters/notesMaster1.xml" Id="R4fcc41c3412d48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749eb67d464445" /><Relationship Type="http://schemas.openxmlformats.org/officeDocument/2006/relationships/notesMaster" Target="/ppt/notesMasters/notesMaster1.xml" Id="R63a89015d5f847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0ba3a684234797" /><Relationship Type="http://schemas.openxmlformats.org/officeDocument/2006/relationships/notesMaster" Target="/ppt/notesMasters/notesMaster1.xml" Id="Rd5b71460ed9840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9e5550ec0141c1" /><Relationship Type="http://schemas.openxmlformats.org/officeDocument/2006/relationships/notesMaster" Target="/ppt/notesMasters/notesMaster1.xml" Id="Ra41bbb7e9fbc4d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9964b4c78c43da" /><Relationship Type="http://schemas.openxmlformats.org/officeDocument/2006/relationships/notesMaster" Target="/ppt/notesMasters/notesMaster1.xml" Id="R1f6690f3a6f142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7a81323a5c4631" /><Relationship Type="http://schemas.openxmlformats.org/officeDocument/2006/relationships/notesMaster" Target="/ppt/notesMasters/notesMaster1.xml" Id="Rffa6222f8e9e46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6ac48115944091" /><Relationship Type="http://schemas.openxmlformats.org/officeDocument/2006/relationships/notesMaster" Target="/ppt/notesMasters/notesMaster1.xml" Id="R0f607f43195541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9cbc58b6a24c5e" /><Relationship Type="http://schemas.openxmlformats.org/officeDocument/2006/relationships/notesMaster" Target="/ppt/notesMasters/notesMaster1.xml" Id="Rdb8889e579b24d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4eac5be64a4f6d" /><Relationship Type="http://schemas.openxmlformats.org/officeDocument/2006/relationships/notesMaster" Target="/ppt/notesMasters/notesMaster1.xml" Id="R7835181a77df454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524b81c6604e68" /><Relationship Type="http://schemas.openxmlformats.org/officeDocument/2006/relationships/notesMaster" Target="/ppt/notesMasters/notesMaster1.xml" Id="R7992a5c766b64c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271a26a26449d1" /><Relationship Type="http://schemas.openxmlformats.org/officeDocument/2006/relationships/notesMaster" Target="/ppt/notesMasters/notesMaster1.xml" Id="Rbe16904f15b84c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571b7f4c5b446f" /><Relationship Type="http://schemas.openxmlformats.org/officeDocument/2006/relationships/notesMaster" Target="/ppt/notesMasters/notesMaster1.xml" Id="R4f288288c2764e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3c6b6809e645c6" /><Relationship Type="http://schemas.openxmlformats.org/officeDocument/2006/relationships/notesMaster" Target="/ppt/notesMasters/notesMaster1.xml" Id="R9c7c3ab7757943f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e4a836f2fec4b4c" /><Relationship Type="http://schemas.openxmlformats.org/officeDocument/2006/relationships/notesMaster" Target="/ppt/notesMasters/notesMaster1.xml" Id="R761a5dbc8a7e4a6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2e82fc713f4e54" /><Relationship Type="http://schemas.openxmlformats.org/officeDocument/2006/relationships/notesMaster" Target="/ppt/notesMasters/notesMaster1.xml" Id="R235f3b20190a4b6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e598f7deea4e53" /><Relationship Type="http://schemas.openxmlformats.org/officeDocument/2006/relationships/notesMaster" Target="/ppt/notesMasters/notesMaster1.xml" Id="R6ef854c08c8946e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2e876ec5cfa4a12" /><Relationship Type="http://schemas.openxmlformats.org/officeDocument/2006/relationships/notesMaster" Target="/ppt/notesMasters/notesMaster1.xml" Id="Rc165940e267f48c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d2a7f204f744009" /><Relationship Type="http://schemas.openxmlformats.org/officeDocument/2006/relationships/notesMaster" Target="/ppt/notesMasters/notesMaster1.xml" Id="R03850c15fbc04f0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a9070d0925d4566" /><Relationship Type="http://schemas.openxmlformats.org/officeDocument/2006/relationships/notesMaster" Target="/ppt/notesMasters/notesMaster1.xml" Id="R44ac54caf5f04c3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ba386a9552f4b01" /><Relationship Type="http://schemas.openxmlformats.org/officeDocument/2006/relationships/notesMaster" Target="/ppt/notesMasters/notesMaster1.xml" Id="R58824b934bc5444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065156ff0f44b50" /><Relationship Type="http://schemas.openxmlformats.org/officeDocument/2006/relationships/notesMaster" Target="/ppt/notesMasters/notesMaster1.xml" Id="R29f7c97282aa4ba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2980603006f46f8" /><Relationship Type="http://schemas.openxmlformats.org/officeDocument/2006/relationships/notesMaster" Target="/ppt/notesMasters/notesMaster1.xml" Id="R06117a00be1047a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c2a9dffdded4439" /><Relationship Type="http://schemas.openxmlformats.org/officeDocument/2006/relationships/notesMaster" Target="/ppt/notesMasters/notesMaster1.xml" Id="R93d68ed507b5440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2b8b8a93d9c4c2f" /><Relationship Type="http://schemas.openxmlformats.org/officeDocument/2006/relationships/notesMaster" Target="/ppt/notesMasters/notesMaster1.xml" Id="R04fccb5d12054fd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d475d9eaa3f4fc8" /><Relationship Type="http://schemas.openxmlformats.org/officeDocument/2006/relationships/notesMaster" Target="/ppt/notesMasters/notesMaster1.xml" Id="R2417e54b8a744b8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7f2c0180314468b" /><Relationship Type="http://schemas.openxmlformats.org/officeDocument/2006/relationships/notesMaster" Target="/ppt/notesMasters/notesMaster1.xml" Id="R5cacb208111f435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d061f9d5e5943d1" /><Relationship Type="http://schemas.openxmlformats.org/officeDocument/2006/relationships/notesMaster" Target="/ppt/notesMasters/notesMaster1.xml" Id="Rdc3e899a6aba405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808da098a2c4fbd" /><Relationship Type="http://schemas.openxmlformats.org/officeDocument/2006/relationships/notesMaster" Target="/ppt/notesMasters/notesMaster1.xml" Id="R65fec3eb887a418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ba3d03a02db4db3" /><Relationship Type="http://schemas.openxmlformats.org/officeDocument/2006/relationships/notesMaster" Target="/ppt/notesMasters/notesMaster1.xml" Id="Raf0ee4982d644e6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c2a1ef4fd3a49f1" /><Relationship Type="http://schemas.openxmlformats.org/officeDocument/2006/relationships/notesMaster" Target="/ppt/notesMasters/notesMaster1.xml" Id="R24c85ee22f0341b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eb5f500754d4177" /><Relationship Type="http://schemas.openxmlformats.org/officeDocument/2006/relationships/notesMaster" Target="/ppt/notesMasters/notesMaster1.xml" Id="R8ffb47b537c743e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909f32a919348cd" /><Relationship Type="http://schemas.openxmlformats.org/officeDocument/2006/relationships/notesMaster" Target="/ppt/notesMasters/notesMaster1.xml" Id="Rb358e8a2bca44d7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fd29bed602d4516" /><Relationship Type="http://schemas.openxmlformats.org/officeDocument/2006/relationships/notesMaster" Target="/ppt/notesMasters/notesMaster1.xml" Id="R19a037945cfd48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d4aa19d8b94b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648d452fd248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239c5a402543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c0a3720f5944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e1cfc2573046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17881d0e41495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55d27f1432d457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d9c17c6520a476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b4f537db71b424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e76c1053a53473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2904f8129844313"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4"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e0b89f3ba74182" /><Relationship Type="http://schemas.openxmlformats.org/officeDocument/2006/relationships/slideLayout" Target="/ppt/slideLayouts/slideLayout1.xml" Id="R4ace8e1a473a4fc8" /><Relationship Type="http://schemas.openxmlformats.org/officeDocument/2006/relationships/slideLayout" Target="/ppt/slideLayouts/slideLayout2.xml" Id="Rebc78d6cdfa14346" /><Relationship Type="http://schemas.openxmlformats.org/officeDocument/2006/relationships/slideLayout" Target="/ppt/slideLayouts/slideLayout3.xml" Id="R8ae85ea8608b46b4" /><Relationship Type="http://schemas.openxmlformats.org/officeDocument/2006/relationships/slideLayout" Target="/ppt/slideLayouts/slideLayout4.xml" Id="R61912020fda941b8" /><Relationship Type="http://schemas.openxmlformats.org/officeDocument/2006/relationships/slideLayout" Target="/ppt/slideLayouts/slideLayout5.xml" Id="R9a355f658fd44485" /><Relationship Type="http://schemas.openxmlformats.org/officeDocument/2006/relationships/slideLayout" Target="/ppt/slideLayouts/slideLayout6.xml" Id="Rbc098809563f4b68" /><Relationship Type="http://schemas.openxmlformats.org/officeDocument/2006/relationships/slideLayout" Target="/ppt/slideLayouts/slideLayout7.xml" Id="R156e6575ca2044a3" /><Relationship Type="http://schemas.openxmlformats.org/officeDocument/2006/relationships/slideLayout" Target="/ppt/slideLayouts/slideLayout8.xml" Id="R5b19480d07cc4fdb" /><Relationship Type="http://schemas.openxmlformats.org/officeDocument/2006/relationships/slideLayout" Target="/ppt/slideLayouts/slideLayout9.xml" Id="Rc38b3d4c39cf4552" /><Relationship Type="http://schemas.openxmlformats.org/officeDocument/2006/relationships/slideLayout" Target="/ppt/slideLayouts/slideLayout10.xml" Id="Rec7fe8bf1c124e0b" /><Relationship Type="http://schemas.openxmlformats.org/officeDocument/2006/relationships/slideLayout" Target="/ppt/slideLayouts/slideLayout11.xml" Id="R9438b89462b848b9"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ace8e1a473a4fc8"/>
    <p:sldLayoutId xmlns:r="http://schemas.openxmlformats.org/officeDocument/2006/relationships" id="2147483650" r:id="Rebc78d6cdfa14346"/>
    <p:sldLayoutId xmlns:r="http://schemas.openxmlformats.org/officeDocument/2006/relationships" id="2147483651" r:id="R8ae85ea8608b46b4"/>
    <p:sldLayoutId xmlns:r="http://schemas.openxmlformats.org/officeDocument/2006/relationships" id="2147483652" r:id="R61912020fda941b8"/>
    <p:sldLayoutId xmlns:r="http://schemas.openxmlformats.org/officeDocument/2006/relationships" id="2147483653" r:id="R9a355f658fd44485"/>
    <p:sldLayoutId xmlns:r="http://schemas.openxmlformats.org/officeDocument/2006/relationships" id="2147483654" r:id="Rbc098809563f4b68"/>
    <p:sldLayoutId xmlns:r="http://schemas.openxmlformats.org/officeDocument/2006/relationships" id="2147483655" r:id="R156e6575ca2044a3"/>
    <p:sldLayoutId xmlns:r="http://schemas.openxmlformats.org/officeDocument/2006/relationships" id="2147483656" r:id="R5b19480d07cc4fdb"/>
    <p:sldLayoutId xmlns:r="http://schemas.openxmlformats.org/officeDocument/2006/relationships" id="2147483657" r:id="Rc38b3d4c39cf4552"/>
    <p:sldLayoutId xmlns:r="http://schemas.openxmlformats.org/officeDocument/2006/relationships" id="2147483658" r:id="Rec7fe8bf1c124e0b"/>
    <p:sldLayoutId xmlns:r="http://schemas.openxmlformats.org/officeDocument/2006/relationships" id="2147483659" r:id="R9438b89462b848b9"/>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c0dfc27c854b28" /><Relationship Type="http://schemas.openxmlformats.org/officeDocument/2006/relationships/image" Target="/ppt/media/image.png" Id="Rba022a86849f4166" /><Relationship Type="http://schemas.openxmlformats.org/officeDocument/2006/relationships/image" Target="/ppt/media/image2.png" Id="Ra440397b5a184221" /><Relationship Type="http://schemas.openxmlformats.org/officeDocument/2006/relationships/notesSlide" Target="/ppt/notesSlides/notesSlide1.xml" Id="Rd72401d7348b49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ce5ae411424543" /><Relationship Type="http://schemas.openxmlformats.org/officeDocument/2006/relationships/image" Target="/ppt/media/image.jpeg" Id="R84fc3ab59102461c" /><Relationship Type="http://schemas.openxmlformats.org/officeDocument/2006/relationships/image" Target="/ppt/media/image3.png" Id="R74bf12d0445e4da0" /><Relationship Type="http://schemas.openxmlformats.org/officeDocument/2006/relationships/notesSlide" Target="/ppt/notesSlides/notesSlide2.xml" Id="R3c8a16e7f45049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f2cd755e4644e5d" /><Relationship Type="http://schemas.openxmlformats.org/officeDocument/2006/relationships/image" Target="/ppt/media/image2.jpeg" Id="R5444009d6d334b04" /><Relationship Type="http://schemas.openxmlformats.org/officeDocument/2006/relationships/image" Target="/ppt/media/image2.png" Id="Rd9e6458670d54e31" /><Relationship Type="http://schemas.openxmlformats.org/officeDocument/2006/relationships/image" Target="/ppt/media/image4.png" Id="Reb7f3a55a8964ebf" /><Relationship Type="http://schemas.openxmlformats.org/officeDocument/2006/relationships/image" Target="/ppt/media/image5.png" Id="Rfa1f46aa4d234c9f" /><Relationship Type="http://schemas.openxmlformats.org/officeDocument/2006/relationships/notesSlide" Target="/ppt/notesSlides/notesSlide3.xml" Id="R3e4e145b65b04a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8a5b7efc724368" /><Relationship Type="http://schemas.openxmlformats.org/officeDocument/2006/relationships/image" Target="/ppt/media/image2.jpeg" Id="Rc1116823c5f44615" /><Relationship Type="http://schemas.openxmlformats.org/officeDocument/2006/relationships/image" Target="/ppt/media/image2.png" Id="R82c6109eaf4145e8" /><Relationship Type="http://schemas.openxmlformats.org/officeDocument/2006/relationships/image" Target="/ppt/media/image6.png" Id="R084479a590064bc5" /><Relationship Type="http://schemas.openxmlformats.org/officeDocument/2006/relationships/notesSlide" Target="/ppt/notesSlides/notesSlide4.xml" Id="Ree63d59ff26245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d91be4a16a045d9" /><Relationship Type="http://schemas.openxmlformats.org/officeDocument/2006/relationships/image" Target="/ppt/media/image2.jpeg" Id="Rbb550ddeade349ce" /><Relationship Type="http://schemas.openxmlformats.org/officeDocument/2006/relationships/image" Target="/ppt/media/image2.png" Id="R9ac79c0531a34de0" /><Relationship Type="http://schemas.openxmlformats.org/officeDocument/2006/relationships/notesSlide" Target="/ppt/notesSlides/notesSlide5.xml" Id="R7978cf74a9954b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2e2dcefef34e38" /><Relationship Type="http://schemas.openxmlformats.org/officeDocument/2006/relationships/image" Target="/ppt/media/image2.jpeg" Id="Rfbe585682c0d4e0f" /><Relationship Type="http://schemas.openxmlformats.org/officeDocument/2006/relationships/image" Target="/ppt/media/image2.png" Id="R146cc6fd81bb492c" /><Relationship Type="http://schemas.openxmlformats.org/officeDocument/2006/relationships/notesSlide" Target="/ppt/notesSlides/notesSlide6.xml" Id="R6b25dfd9738848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c2f05ff111478c" /><Relationship Type="http://schemas.openxmlformats.org/officeDocument/2006/relationships/image" Target="/ppt/media/image2.jpeg" Id="R195a291657eb4026" /><Relationship Type="http://schemas.openxmlformats.org/officeDocument/2006/relationships/image" Target="/ppt/media/image2.png" Id="R271d4d126cc74af6" /><Relationship Type="http://schemas.openxmlformats.org/officeDocument/2006/relationships/chart" Target="/ppt/slides/charts/chart1.xml" Id="Rca2d518eb6654d07" /><Relationship Type="http://schemas.openxmlformats.org/officeDocument/2006/relationships/notesSlide" Target="/ppt/notesSlides/notesSlide7.xml" Id="Raafb5720afa84e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bcd7bd3888c424a" /><Relationship Type="http://schemas.openxmlformats.org/officeDocument/2006/relationships/image" Target="/ppt/media/image2.jpeg" Id="R7e3b6176787c486d" /><Relationship Type="http://schemas.openxmlformats.org/officeDocument/2006/relationships/image" Target="/ppt/media/image2.png" Id="R53b5fb8f4f46409f" /><Relationship Type="http://schemas.openxmlformats.org/officeDocument/2006/relationships/notesSlide" Target="/ppt/notesSlides/notesSlide8.xml" Id="Rb6719f86998946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f63aab055c4bc2" /><Relationship Type="http://schemas.openxmlformats.org/officeDocument/2006/relationships/image" Target="/ppt/media/image2.jpeg" Id="R7f6aa1e82be64fd4" /><Relationship Type="http://schemas.openxmlformats.org/officeDocument/2006/relationships/image" Target="/ppt/media/image2.png" Id="R7323a5f237564e9b" /><Relationship Type="http://schemas.openxmlformats.org/officeDocument/2006/relationships/notesSlide" Target="/ppt/notesSlides/notesSlide9.xml" Id="R5684590901e64c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1ad997ff4144ced" /><Relationship Type="http://schemas.openxmlformats.org/officeDocument/2006/relationships/image" Target="/ppt/media/image2.jpeg" Id="R9e3793c5ed02450e" /><Relationship Type="http://schemas.openxmlformats.org/officeDocument/2006/relationships/image" Target="/ppt/media/image2.png" Id="Radd6e7ea9c69495e" /><Relationship Type="http://schemas.openxmlformats.org/officeDocument/2006/relationships/image" Target="/ppt/media/image4.png" Id="Raf29a0f2697d4611" /><Relationship Type="http://schemas.openxmlformats.org/officeDocument/2006/relationships/image" Target="/ppt/media/image7.png" Id="R25d87c9fb48b4899" /><Relationship Type="http://schemas.openxmlformats.org/officeDocument/2006/relationships/notesSlide" Target="/ppt/notesSlides/notesSlide10.xml" Id="R23590b7379fc4b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fbb79bd857e4645" /><Relationship Type="http://schemas.openxmlformats.org/officeDocument/2006/relationships/image" Target="/ppt/media/image2.jpeg" Id="Rbce8e49678484faf" /><Relationship Type="http://schemas.openxmlformats.org/officeDocument/2006/relationships/image" Target="/ppt/media/image2.png" Id="R07c0242e83614d21" /><Relationship Type="http://schemas.openxmlformats.org/officeDocument/2006/relationships/notesSlide" Target="/ppt/notesSlides/notesSlide11.xml" Id="R59931444077344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da75648065f4bc0" /><Relationship Type="http://schemas.openxmlformats.org/officeDocument/2006/relationships/image" Target="/ppt/media/image3.jpeg" Id="R00d0d664e0e74d0b" /><Relationship Type="http://schemas.openxmlformats.org/officeDocument/2006/relationships/image" Target="/ppt/media/image8.png" Id="Re82be74722634514" /><Relationship Type="http://schemas.openxmlformats.org/officeDocument/2006/relationships/notesSlide" Target="/ppt/notesSlides/notesSlide12.xml" Id="Rb523838409db4b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9e60fea0d964f6d" /><Relationship Type="http://schemas.openxmlformats.org/officeDocument/2006/relationships/image" Target="/ppt/media/image2.jpeg" Id="Re32b196e29c741a7" /><Relationship Type="http://schemas.openxmlformats.org/officeDocument/2006/relationships/image" Target="/ppt/media/image2.png" Id="Re3fec6599ee4441d" /><Relationship Type="http://schemas.openxmlformats.org/officeDocument/2006/relationships/notesSlide" Target="/ppt/notesSlides/notesSlide13.xml" Id="R95eadc61faca40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ba22fcea98943b4" /><Relationship Type="http://schemas.openxmlformats.org/officeDocument/2006/relationships/image" Target="/ppt/media/image2.jpeg" Id="R1f7ad9dfe6c640ff" /><Relationship Type="http://schemas.openxmlformats.org/officeDocument/2006/relationships/image" Target="/ppt/media/image2.png" Id="R07c8f630b8a445a0" /><Relationship Type="http://schemas.openxmlformats.org/officeDocument/2006/relationships/notesSlide" Target="/ppt/notesSlides/notesSlide14.xml" Id="R18553af7f80d40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5519347f71a4651" /><Relationship Type="http://schemas.openxmlformats.org/officeDocument/2006/relationships/image" Target="/ppt/media/image2.jpeg" Id="R9a9837d1cad240c4" /><Relationship Type="http://schemas.openxmlformats.org/officeDocument/2006/relationships/image" Target="/ppt/media/image2.png" Id="Rb473a16c527545d3" /><Relationship Type="http://schemas.openxmlformats.org/officeDocument/2006/relationships/image" Target="/ppt/media/image4.png" Id="Rb4b5504dfdc24ba9" /><Relationship Type="http://schemas.openxmlformats.org/officeDocument/2006/relationships/image" Target="/ppt/media/image9.png" Id="R04d25d6786e04bc6" /><Relationship Type="http://schemas.openxmlformats.org/officeDocument/2006/relationships/notesSlide" Target="/ppt/notesSlides/notesSlide15.xml" Id="R67afe9a3c4ac4a2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4a14dafc76a449a" /><Relationship Type="http://schemas.openxmlformats.org/officeDocument/2006/relationships/image" Target="/ppt/media/image2.jpeg" Id="Rb0db251222874eae" /><Relationship Type="http://schemas.openxmlformats.org/officeDocument/2006/relationships/image" Target="/ppt/media/image2.png" Id="R035a282cc20e46a4" /><Relationship Type="http://schemas.openxmlformats.org/officeDocument/2006/relationships/image" Target="/ppt/media/image10.png" Id="Ra1440cf3e75d4bfa" /><Relationship Type="http://schemas.openxmlformats.org/officeDocument/2006/relationships/notesSlide" Target="/ppt/notesSlides/notesSlide16.xml" Id="R47a7e43ff3114d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ac9a5cffa7343db" /><Relationship Type="http://schemas.openxmlformats.org/officeDocument/2006/relationships/image" Target="/ppt/media/image2.jpeg" Id="R6c01bec849e0448c" /><Relationship Type="http://schemas.openxmlformats.org/officeDocument/2006/relationships/image" Target="/ppt/media/image2.png" Id="R6e481cf1523245b9" /><Relationship Type="http://schemas.openxmlformats.org/officeDocument/2006/relationships/notesSlide" Target="/ppt/notesSlides/notesSlide17.xml" Id="R4a6a722a2be94f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2676ebf4843411a" /><Relationship Type="http://schemas.openxmlformats.org/officeDocument/2006/relationships/image" Target="/ppt/media/image2.jpeg" Id="Re7a90d06ff754215" /><Relationship Type="http://schemas.openxmlformats.org/officeDocument/2006/relationships/image" Target="/ppt/media/image2.png" Id="R4411604f88554e1d" /><Relationship Type="http://schemas.openxmlformats.org/officeDocument/2006/relationships/notesSlide" Target="/ppt/notesSlides/notesSlide18.xml" Id="R50cab3af5f5c4fb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7aaf9b914ce4e88" /><Relationship Type="http://schemas.openxmlformats.org/officeDocument/2006/relationships/image" Target="/ppt/media/image2.jpeg" Id="R66d49387a8314f64" /><Relationship Type="http://schemas.openxmlformats.org/officeDocument/2006/relationships/image" Target="/ppt/media/image2.png" Id="Rd3bce91d7565433e" /><Relationship Type="http://schemas.openxmlformats.org/officeDocument/2006/relationships/notesSlide" Target="/ppt/notesSlides/notesSlide19.xml" Id="Rdff15d4c29b2490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a5543bd52fb409d" /><Relationship Type="http://schemas.openxmlformats.org/officeDocument/2006/relationships/image" Target="/ppt/media/image2.jpeg" Id="Rcf2fcb2068bf4c9c" /><Relationship Type="http://schemas.openxmlformats.org/officeDocument/2006/relationships/image" Target="/ppt/media/image2.png" Id="Ra090e5645bf048a2" /><Relationship Type="http://schemas.openxmlformats.org/officeDocument/2006/relationships/notesSlide" Target="/ppt/notesSlides/notesSlide20.xml" Id="Ra0aec98ca127476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8fb11b996294195" /><Relationship Type="http://schemas.openxmlformats.org/officeDocument/2006/relationships/image" Target="/ppt/media/image2.jpeg" Id="R10045fab78684d77" /><Relationship Type="http://schemas.openxmlformats.org/officeDocument/2006/relationships/image" Target="/ppt/media/image2.png" Id="R8d3f1c45f778458c" /><Relationship Type="http://schemas.openxmlformats.org/officeDocument/2006/relationships/notesSlide" Target="/ppt/notesSlides/notesSlide21.xml" Id="Rd9f994fcaee049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f35d79ad134c497c" /><Relationship Type="http://schemas.openxmlformats.org/officeDocument/2006/relationships/image" Target="/ppt/media/image2.jpeg" Id="R53cf991be51e417f" /><Relationship Type="http://schemas.openxmlformats.org/officeDocument/2006/relationships/image" Target="/ppt/media/image2.png" Id="Rfefb34d1eacd4cea" /><Relationship Type="http://schemas.openxmlformats.org/officeDocument/2006/relationships/image" Target="/ppt/media/image4.png" Id="R1b476ad3aad04dc8" /><Relationship Type="http://schemas.openxmlformats.org/officeDocument/2006/relationships/image" Target="/ppt/media/image11.png" Id="R8b361fe0295a4d76" /><Relationship Type="http://schemas.openxmlformats.org/officeDocument/2006/relationships/notesSlide" Target="/ppt/notesSlides/notesSlide22.xml" Id="Rade5fa3a27a5488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881daa2daa44780" /><Relationship Type="http://schemas.openxmlformats.org/officeDocument/2006/relationships/image" Target="/ppt/media/image2.jpeg" Id="R00372cd72bfb47ed" /><Relationship Type="http://schemas.openxmlformats.org/officeDocument/2006/relationships/image" Target="/ppt/media/image2.png" Id="R054731607fce4732" /><Relationship Type="http://schemas.openxmlformats.org/officeDocument/2006/relationships/notesSlide" Target="/ppt/notesSlides/notesSlide23.xml" Id="Rc7ffbf883c0c4ba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1e26c18a4734c66" /><Relationship Type="http://schemas.openxmlformats.org/officeDocument/2006/relationships/image" Target="/ppt/media/image2.jpeg" Id="R122bf999746940d5" /><Relationship Type="http://schemas.openxmlformats.org/officeDocument/2006/relationships/image" Target="/ppt/media/image2.png" Id="R7437876b4b8b4e71" /><Relationship Type="http://schemas.openxmlformats.org/officeDocument/2006/relationships/chart" Target="/ppt/slides/charts/chart2.xml" Id="R3af9c8345245419a" /><Relationship Type="http://schemas.openxmlformats.org/officeDocument/2006/relationships/notesSlide" Target="/ppt/notesSlides/notesSlide24.xml" Id="Red1d0e3966be490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7737d1aaca44109" /><Relationship Type="http://schemas.openxmlformats.org/officeDocument/2006/relationships/image" Target="/ppt/media/image2.jpeg" Id="Rff11afa14acb4913" /><Relationship Type="http://schemas.openxmlformats.org/officeDocument/2006/relationships/image" Target="/ppt/media/image2.png" Id="R9acc3b7285bc440c" /><Relationship Type="http://schemas.openxmlformats.org/officeDocument/2006/relationships/image" Target="/ppt/media/image12.png" Id="Ref5dd3b8c3e2498b" /><Relationship Type="http://schemas.openxmlformats.org/officeDocument/2006/relationships/image" Target="/ppt/media/image13.png" Id="Rc06e1fd419bf44a7" /><Relationship Type="http://schemas.openxmlformats.org/officeDocument/2006/relationships/notesSlide" Target="/ppt/notesSlides/notesSlide25.xml" Id="R384a1e4ae1fb46b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87c0adf6dd4e4311" /><Relationship Type="http://schemas.openxmlformats.org/officeDocument/2006/relationships/image" Target="/ppt/media/image2.jpeg" Id="R5ad278ea5db34505" /><Relationship Type="http://schemas.openxmlformats.org/officeDocument/2006/relationships/image" Target="/ppt/media/image2.png" Id="R8851746b81144f2c" /><Relationship Type="http://schemas.openxmlformats.org/officeDocument/2006/relationships/image" Target="/ppt/media/image4.png" Id="Rda7790fefd374585" /><Relationship Type="http://schemas.openxmlformats.org/officeDocument/2006/relationships/image" Target="/ppt/media/image14.png" Id="R00685a6a07b74a6c" /><Relationship Type="http://schemas.openxmlformats.org/officeDocument/2006/relationships/notesSlide" Target="/ppt/notesSlides/notesSlide26.xml" Id="Re2711774c4444e5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ae6d84911c54f4f" /><Relationship Type="http://schemas.openxmlformats.org/officeDocument/2006/relationships/image" Target="/ppt/media/image2.jpeg" Id="R56307c4fb222473e" /><Relationship Type="http://schemas.openxmlformats.org/officeDocument/2006/relationships/image" Target="/ppt/media/image2.png" Id="R323e5d7704534dd4" /><Relationship Type="http://schemas.openxmlformats.org/officeDocument/2006/relationships/notesSlide" Target="/ppt/notesSlides/notesSlide27.xml" Id="Rfc254ea791fa4bc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23bc5ec35984eb6" /><Relationship Type="http://schemas.openxmlformats.org/officeDocument/2006/relationships/image" Target="/ppt/media/image2.jpeg" Id="R8ef44dbaeac34bd9" /><Relationship Type="http://schemas.openxmlformats.org/officeDocument/2006/relationships/image" Target="/ppt/media/image2.png" Id="R1bbea30ba88a48bf" /><Relationship Type="http://schemas.openxmlformats.org/officeDocument/2006/relationships/notesSlide" Target="/ppt/notesSlides/notesSlide28.xml" Id="R62a23c1987c54bf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bc85019d9a848a0" /><Relationship Type="http://schemas.openxmlformats.org/officeDocument/2006/relationships/image" Target="/ppt/media/image2.jpeg" Id="Ra6bfd5625874466e" /><Relationship Type="http://schemas.openxmlformats.org/officeDocument/2006/relationships/image" Target="/ppt/media/image2.png" Id="Reaa1185a697c4dd3" /><Relationship Type="http://schemas.openxmlformats.org/officeDocument/2006/relationships/notesSlide" Target="/ppt/notesSlides/notesSlide29.xml" Id="Ra0032cca9ff04c2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d2b6cfebf7a42ba" /><Relationship Type="http://schemas.openxmlformats.org/officeDocument/2006/relationships/image" Target="/ppt/media/image2.jpeg" Id="Rbfc8471dc4b74990" /><Relationship Type="http://schemas.openxmlformats.org/officeDocument/2006/relationships/image" Target="/ppt/media/image2.png" Id="R0061be189faa4482" /><Relationship Type="http://schemas.openxmlformats.org/officeDocument/2006/relationships/notesSlide" Target="/ppt/notesSlides/notesSlide30.xml" Id="Rba96432239be490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e8ddd0241a24b9b" /><Relationship Type="http://schemas.openxmlformats.org/officeDocument/2006/relationships/image" Target="/ppt/media/image2.jpeg" Id="Rd42ef181d31f42e1" /><Relationship Type="http://schemas.openxmlformats.org/officeDocument/2006/relationships/image" Target="/ppt/media/image2.png" Id="R52269a0687f148b2" /><Relationship Type="http://schemas.openxmlformats.org/officeDocument/2006/relationships/notesSlide" Target="/ppt/notesSlides/notesSlide31.xml" Id="R0dd9744bd3e540b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6524de86a114324" /><Relationship Type="http://schemas.openxmlformats.org/officeDocument/2006/relationships/image" Target="/ppt/media/image2.jpeg" Id="Rf3f8bf992864428f" /><Relationship Type="http://schemas.openxmlformats.org/officeDocument/2006/relationships/image" Target="/ppt/media/image2.png" Id="R7c16bf9025984068" /><Relationship Type="http://schemas.openxmlformats.org/officeDocument/2006/relationships/notesSlide" Target="/ppt/notesSlides/notesSlide32.xml" Id="R64976439d574479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f351711151f4834" /><Relationship Type="http://schemas.openxmlformats.org/officeDocument/2006/relationships/image" Target="/ppt/media/image2.jpeg" Id="R04f67300ce5c42e2" /><Relationship Type="http://schemas.openxmlformats.org/officeDocument/2006/relationships/image" Target="/ppt/media/image2.png" Id="R7003280f4b9b479d" /><Relationship Type="http://schemas.openxmlformats.org/officeDocument/2006/relationships/notesSlide" Target="/ppt/notesSlides/notesSlide33.xml" Id="Rd1fe43a7591b4c9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71444617797400c" /><Relationship Type="http://schemas.openxmlformats.org/officeDocument/2006/relationships/image" Target="/ppt/media/image2.jpeg" Id="Rcef9761514784fc1" /><Relationship Type="http://schemas.openxmlformats.org/officeDocument/2006/relationships/image" Target="/ppt/media/image2.png" Id="R2444098a511b4a08" /><Relationship Type="http://schemas.openxmlformats.org/officeDocument/2006/relationships/notesSlide" Target="/ppt/notesSlides/notesSlide34.xml" Id="R3e2a88988bc6484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84c5e3dfece4fc9" /><Relationship Type="http://schemas.openxmlformats.org/officeDocument/2006/relationships/image" Target="/ppt/media/image2.jpeg" Id="R8dff3e0f9f3e4d83" /><Relationship Type="http://schemas.openxmlformats.org/officeDocument/2006/relationships/image" Target="/ppt/media/image2.png" Id="R90d8c47e77d5487d" /><Relationship Type="http://schemas.openxmlformats.org/officeDocument/2006/relationships/image" Target="/ppt/media/image15.png" Id="R999e0f683089492d" /><Relationship Type="http://schemas.openxmlformats.org/officeDocument/2006/relationships/notesSlide" Target="/ppt/notesSlides/notesSlide35.xml" Id="Rcea26b5e0b01436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4a8de22f6c844af6" /><Relationship Type="http://schemas.openxmlformats.org/officeDocument/2006/relationships/image" Target="/ppt/media/image2.jpeg" Id="R00871583e7e04687" /><Relationship Type="http://schemas.openxmlformats.org/officeDocument/2006/relationships/image" Target="/ppt/media/image.gif" Id="R26b13d04e15b44bf" /><Relationship Type="http://schemas.openxmlformats.org/officeDocument/2006/relationships/image" Target="/ppt/media/image2.png" Id="R7bdff362bf474951" /><Relationship Type="http://schemas.openxmlformats.org/officeDocument/2006/relationships/notesSlide" Target="/ppt/notesSlides/notesSlide36.xml" Id="R4e9c4e6e04664c1c"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ba022a86849f4166">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a440397b5a184221">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4fc3ab59102461c"/>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4bf12d0445e4da0"/>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7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5444009d6d334b0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d9e6458670d54e3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eb7f3a55a8964ebf">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8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fa1f46aa4d234c9f">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8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1116823c5f4461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2c6109eaf4145e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084479a590064bc5"/>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b550ddeade349c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ac79c0531a34de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be585682c0d4e0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46cc6fd81bb492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95a291657eb402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71d4d126cc74af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ca2d518eb6654d07"/>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e3b6176787c486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3b5fb8f4f46409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f6aa1e82be64fd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323a5f237564e9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4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9e3793c5ed02450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add6e7ea9c6949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5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af29a0f2697d4611">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5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25d87c9fb48b4899">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ce8e49678484fa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7c0242e83614d2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title-cover-1">
            <a:extLst xmlns:a="http://schemas.openxmlformats.org/drawingml/2006/main">
              <a:ext uri="{FF2B5EF4-FFF2-40B4-BE49-F238E27FC236}">
                <a16:creationId xmlns:a16="http://schemas.microsoft.com/office/drawing/2014/main" id="{4A795185-36A9-4115-B1EA-08949236E1B9}"/>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related-study-top-rule-1">
            <a:extLst xmlns:a="http://schemas.openxmlformats.org/drawingml/2006/main">
              <a:ext uri="{FF2B5EF4-FFF2-40B4-BE49-F238E27FC236}">
                <a16:creationId xmlns:a16="http://schemas.microsoft.com/office/drawing/2014/main" id="{A0F78D07-CC84-424B-A7D0-12940461C1A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32" name="related-study-title-1">
            <a:extLst xmlns:a="http://schemas.openxmlformats.org/drawingml/2006/main">
              <a:ext uri="{FF2B5EF4-FFF2-40B4-BE49-F238E27FC236}">
                <a16:creationId xmlns:a16="http://schemas.microsoft.com/office/drawing/2014/main" id="{36EFDE88-BCF6-4F4B-818F-21D948220164}"/>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(1/3)</a:t>
            </a:r>
          </a:p>
        </p:txBody>
      </p:sp>
      <p:sp>
        <p:nvSpPr>
          <p:cNvPr id="233" name="related-study-cover-1">
            <a:extLst xmlns:a="http://schemas.openxmlformats.org/drawingml/2006/main">
              <a:ext uri="{FF2B5EF4-FFF2-40B4-BE49-F238E27FC236}">
                <a16:creationId xmlns:a16="http://schemas.microsoft.com/office/drawing/2014/main" id="{303FBE19-3573-4E37-AEAB-B8123456A3F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4" name="paper-title-1">
            <a:extLst xmlns:a="http://schemas.openxmlformats.org/drawingml/2006/main">
              <a:ext uri="{FF2B5EF4-FFF2-40B4-BE49-F238E27FC236}">
                <a16:creationId xmlns:a16="http://schemas.microsoft.com/office/drawing/2014/main" id="{1B297685-C3DA-42CF-B8C0-827E901ABF2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5" name="paper-summary-1">
            <a:extLst xmlns:a="http://schemas.openxmlformats.org/drawingml/2006/main">
              <a:ext uri="{FF2B5EF4-FFF2-40B4-BE49-F238E27FC236}">
                <a16:creationId xmlns:a16="http://schemas.microsoft.com/office/drawing/2014/main" id="{D18619CF-1F27-4F13-A65B-DFB798F01C2B}"/>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6" name="paper-source-1">
            <a:extLst xmlns:a="http://schemas.openxmlformats.org/drawingml/2006/main">
              <a:ext uri="{FF2B5EF4-FFF2-40B4-BE49-F238E27FC236}">
                <a16:creationId xmlns:a16="http://schemas.microsoft.com/office/drawing/2014/main" id="{F83549FC-7E97-445A-AE43-97DD73C8CACD}"/>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7" name="ddfed-strengths-heading">
            <a:extLst xmlns:a="http://schemas.openxmlformats.org/drawingml/2006/main">
              <a:ext uri="{FF2B5EF4-FFF2-40B4-BE49-F238E27FC236}">
                <a16:creationId xmlns:a16="http://schemas.microsoft.com/office/drawing/2014/main" id="{EAF16CA5-6589-4291-BFEA-6FC8FCAC956A}"/>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8" name="ddfed-strengths-bullets">
            <a:extLst xmlns:a="http://schemas.openxmlformats.org/drawingml/2006/main">
              <a:ext uri="{FF2B5EF4-FFF2-40B4-BE49-F238E27FC236}">
                <a16:creationId xmlns:a16="http://schemas.microsoft.com/office/drawing/2014/main" id="{33B3B409-1284-420B-BCFA-A6B43CFBCC94}"/>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9" name="ddfed-limits-heading">
            <a:extLst xmlns:a="http://schemas.openxmlformats.org/drawingml/2006/main">
              <a:ext uri="{FF2B5EF4-FFF2-40B4-BE49-F238E27FC236}">
                <a16:creationId xmlns:a16="http://schemas.microsoft.com/office/drawing/2014/main" id="{A922378F-00EA-4D40-ABB4-D7CBF8679EF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40" name="ddfed-limits-bullets">
            <a:extLst xmlns:a="http://schemas.openxmlformats.org/drawingml/2006/main">
              <a:ext uri="{FF2B5EF4-FFF2-40B4-BE49-F238E27FC236}">
                <a16:creationId xmlns:a16="http://schemas.microsoft.com/office/drawing/2014/main" id="{EBF06522-B8F5-4E19-9070-98C39B6625B2}"/>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41" name="ddfed-flow-title">
            <a:extLst xmlns:a="http://schemas.openxmlformats.org/drawingml/2006/main">
              <a:ext uri="{FF2B5EF4-FFF2-40B4-BE49-F238E27FC236}">
                <a16:creationId xmlns:a16="http://schemas.microsoft.com/office/drawing/2014/main" id="{52AA786F-83CB-41E8-B695-43F796F19F51}"/>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42" name="ddfed-box-1">
            <a:extLst xmlns:a="http://schemas.openxmlformats.org/drawingml/2006/main">
              <a:ext uri="{FF2B5EF4-FFF2-40B4-BE49-F238E27FC236}">
                <a16:creationId xmlns:a16="http://schemas.microsoft.com/office/drawing/2014/main" id="{273A524E-AA64-4CA5-BCB5-05ECD71DBDCE}"/>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3" name="ddfed-arrow-1">
            <a:extLst xmlns:a="http://schemas.openxmlformats.org/drawingml/2006/main">
              <a:ext uri="{FF2B5EF4-FFF2-40B4-BE49-F238E27FC236}">
                <a16:creationId xmlns:a16="http://schemas.microsoft.com/office/drawing/2014/main" id="{EAF1100C-A2D6-4D4F-8281-92CFFC2EDAFE}"/>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4" name="ddfed-box-2">
            <a:extLst xmlns:a="http://schemas.openxmlformats.org/drawingml/2006/main">
              <a:ext uri="{FF2B5EF4-FFF2-40B4-BE49-F238E27FC236}">
                <a16:creationId xmlns:a16="http://schemas.microsoft.com/office/drawing/2014/main" id="{495A5BE7-9B80-4F9B-8A5C-E61B16B4CD28}"/>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5" name="ddfed-arrow-2">
            <a:extLst xmlns:a="http://schemas.openxmlformats.org/drawingml/2006/main">
              <a:ext uri="{FF2B5EF4-FFF2-40B4-BE49-F238E27FC236}">
                <a16:creationId xmlns:a16="http://schemas.microsoft.com/office/drawing/2014/main" id="{51BEB687-6039-4A2F-86FF-F4D42CDF422A}"/>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6" name="ddfed-box-3">
            <a:extLst xmlns:a="http://schemas.openxmlformats.org/drawingml/2006/main">
              <a:ext uri="{FF2B5EF4-FFF2-40B4-BE49-F238E27FC236}">
                <a16:creationId xmlns:a16="http://schemas.microsoft.com/office/drawing/2014/main" id="{2B1EB10D-2D2A-4A60-BBB0-3891910EFC0D}"/>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7" name="ddfed-arrow-3">
            <a:extLst xmlns:a="http://schemas.openxmlformats.org/drawingml/2006/main">
              <a:ext uri="{FF2B5EF4-FFF2-40B4-BE49-F238E27FC236}">
                <a16:creationId xmlns:a16="http://schemas.microsoft.com/office/drawing/2014/main" id="{64FC80C6-53B0-48DA-815D-95E8A4A04F1B}"/>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8" name="ddfed-box-4">
            <a:extLst xmlns:a="http://schemas.openxmlformats.org/drawingml/2006/main">
              <a:ext uri="{FF2B5EF4-FFF2-40B4-BE49-F238E27FC236}">
                <a16:creationId xmlns:a16="http://schemas.microsoft.com/office/drawing/2014/main" id="{B8CA254A-DE05-4E35-B49C-D224A8208BBF}"/>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9" name="ddfed-diagram-caption">
            <a:extLst xmlns:a="http://schemas.openxmlformats.org/drawingml/2006/main">
              <a:ext uri="{FF2B5EF4-FFF2-40B4-BE49-F238E27FC236}">
                <a16:creationId xmlns:a16="http://schemas.microsoft.com/office/drawing/2014/main" id="{C17C6C6E-C1E1-441E-A691-14D576C0090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00d0d664e0e74d0b"/>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82be74722634514"/>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5"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ACBEB491-2668-480D-9933-208A83319C9B}"/>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5F57717D-CDD8-4118-AA0A-E0D8707A4300}"/>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F341734E-F9F6-4734-9BF0-B852FA5D7862}"/>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C18F38E7-23EA-4520-88C3-07AD97DD7E7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F432D662-9874-4AD4-A703-FC654A24C1F6}"/>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44FBA2E1-7B62-4531-80E5-EF7478714AB1}"/>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8B42A913-6451-42F7-85C6-86529B6E700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8DC7D73E-0DE7-4424-B08F-F8058AC1EC0D}"/>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652BF460-43FA-49D0-862C-1C3C9A5A0B6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02A13F76-A46E-4344-ABA7-A6042A9873AC}"/>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AE764D5A-1D4D-46EF-80BD-19F291A7DF35}"/>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6A08957A-7973-4176-BF76-DEDF4C83A2DF}"/>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B72EBF88-6726-4111-B93A-270714F83945}"/>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B08ACFF2-2B7D-495A-B4D2-3E91BD52379D}"/>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72ED77A2-7A9B-4599-BE82-DDF678316268}"/>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704C193B-8FC5-4725-98E6-84628927C899}"/>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3D212545-C7B9-45D4-BB06-AB4FC32724FA}"/>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BD7C7333-9EF6-4E1E-BDC3-68D6A61D916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89F2F3C7-F2E1-4962-B2C3-E9C8502BBBDC}"/>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BA7E0E4-16B6-419C-82BB-C9F95C66790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32b196e29c741a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3fec6599ee4441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title-cover-3">
            <a:extLst xmlns:a="http://schemas.openxmlformats.org/drawingml/2006/main">
              <a:ext uri="{FF2B5EF4-FFF2-40B4-BE49-F238E27FC236}">
                <a16:creationId xmlns:a16="http://schemas.microsoft.com/office/drawing/2014/main" id="{88CE0EBD-0D17-4897-950F-6BF54E67B593}"/>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related-study-top-rule-3">
            <a:extLst xmlns:a="http://schemas.openxmlformats.org/drawingml/2006/main">
              <a:ext uri="{FF2B5EF4-FFF2-40B4-BE49-F238E27FC236}">
                <a16:creationId xmlns:a16="http://schemas.microsoft.com/office/drawing/2014/main" id="{F9B6F692-4250-4E0A-BFA6-CFD9EDD897EF}"/>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32" name="related-study-title-3">
            <a:extLst xmlns:a="http://schemas.openxmlformats.org/drawingml/2006/main">
              <a:ext uri="{FF2B5EF4-FFF2-40B4-BE49-F238E27FC236}">
                <a16:creationId xmlns:a16="http://schemas.microsoft.com/office/drawing/2014/main" id="{203E32CE-B0C1-48D2-B19C-7D75D3C02062}"/>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300" b="1">
                <a:solidFill>
                  <a:srgbClr val="062B6F"/>
                </a:solidFill>
                <a:latin typeface="Arial"/>
                <a:ea typeface="Arial"/>
                <a:cs typeface="Arial"/>
              </a:defRPr>
            </a:pPr>
            <a:r>
              <a:rPr sz="3300" b="1">
                <a:solidFill>
                  <a:srgbClr val="062B6F"/>
                </a:solidFill>
                <a:latin typeface="Arial"/>
                <a:ea typeface="Arial"/>
                <a:cs typeface="Arial"/>
              </a:rPr>
              <a:t>Related Studies (3/3)</a:t>
            </a:r>
          </a:p>
        </p:txBody>
      </p:sp>
      <p:sp>
        <p:nvSpPr>
          <p:cNvPr id="233" name="related-study-cover-3">
            <a:extLst xmlns:a="http://schemas.openxmlformats.org/drawingml/2006/main">
              <a:ext uri="{FF2B5EF4-FFF2-40B4-BE49-F238E27FC236}">
                <a16:creationId xmlns:a16="http://schemas.microsoft.com/office/drawing/2014/main" id="{047821CD-1F9B-461C-B24D-B42C2A91602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4" name="paper-title-3">
            <a:extLst xmlns:a="http://schemas.openxmlformats.org/drawingml/2006/main">
              <a:ext uri="{FF2B5EF4-FFF2-40B4-BE49-F238E27FC236}">
                <a16:creationId xmlns:a16="http://schemas.microsoft.com/office/drawing/2014/main" id="{DA5A6938-0316-4D27-BA1E-7D7EE9333145}"/>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5" name="paper-summary-3">
            <a:extLst xmlns:a="http://schemas.openxmlformats.org/drawingml/2006/main">
              <a:ext uri="{FF2B5EF4-FFF2-40B4-BE49-F238E27FC236}">
                <a16:creationId xmlns:a16="http://schemas.microsoft.com/office/drawing/2014/main" id="{7F3353BA-C8EB-409C-B7B2-11AED73D81C0}"/>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6" name="paper-source-3">
            <a:extLst xmlns:a="http://schemas.openxmlformats.org/drawingml/2006/main">
              <a:ext uri="{FF2B5EF4-FFF2-40B4-BE49-F238E27FC236}">
                <a16:creationId xmlns:a16="http://schemas.microsoft.com/office/drawing/2014/main" id="{1EDD45D6-373C-4B12-9BA7-8983040F7DD5}"/>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7" name="preamble-strengths-heading">
            <a:extLst xmlns:a="http://schemas.openxmlformats.org/drawingml/2006/main">
              <a:ext uri="{FF2B5EF4-FFF2-40B4-BE49-F238E27FC236}">
                <a16:creationId xmlns:a16="http://schemas.microsoft.com/office/drawing/2014/main" id="{8F53C642-2469-4B7C-AFCE-A690AFEF183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8" name="preamble-strengths-bullets">
            <a:extLst xmlns:a="http://schemas.openxmlformats.org/drawingml/2006/main">
              <a:ext uri="{FF2B5EF4-FFF2-40B4-BE49-F238E27FC236}">
                <a16:creationId xmlns:a16="http://schemas.microsoft.com/office/drawing/2014/main" id="{C8FDD010-A58A-44BC-A68F-C2CE7FFEC66F}"/>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9" name="preamble-limits-heading">
            <a:extLst xmlns:a="http://schemas.openxmlformats.org/drawingml/2006/main">
              <a:ext uri="{FF2B5EF4-FFF2-40B4-BE49-F238E27FC236}">
                <a16:creationId xmlns:a16="http://schemas.microsoft.com/office/drawing/2014/main" id="{F5887FBA-D81E-48C3-92AE-AF9212EB8DE6}"/>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40" name="preamble-limits-bullets">
            <a:extLst xmlns:a="http://schemas.openxmlformats.org/drawingml/2006/main">
              <a:ext uri="{FF2B5EF4-FFF2-40B4-BE49-F238E27FC236}">
                <a16:creationId xmlns:a16="http://schemas.microsoft.com/office/drawing/2014/main" id="{B19F8A0D-962E-45BB-854E-2A62137AFF83}"/>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41" name="preamble-flow-title">
            <a:extLst xmlns:a="http://schemas.openxmlformats.org/drawingml/2006/main">
              <a:ext uri="{FF2B5EF4-FFF2-40B4-BE49-F238E27FC236}">
                <a16:creationId xmlns:a16="http://schemas.microsoft.com/office/drawing/2014/main" id="{03D9EE3A-EC59-46D7-A615-516C0F9B8259}"/>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42" name="preamble-box-1">
            <a:extLst xmlns:a="http://schemas.openxmlformats.org/drawingml/2006/main">
              <a:ext uri="{FF2B5EF4-FFF2-40B4-BE49-F238E27FC236}">
                <a16:creationId xmlns:a16="http://schemas.microsoft.com/office/drawing/2014/main" id="{38889D75-1739-4AA7-8328-8A2083C65160}"/>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3" name="preamble-arrow-split">
            <a:extLst xmlns:a="http://schemas.openxmlformats.org/drawingml/2006/main">
              <a:ext uri="{FF2B5EF4-FFF2-40B4-BE49-F238E27FC236}">
                <a16:creationId xmlns:a16="http://schemas.microsoft.com/office/drawing/2014/main" id="{4C361B47-7941-4823-8CAC-30EDAE1D6A70}"/>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2a">
            <a:extLst xmlns:a="http://schemas.openxmlformats.org/drawingml/2006/main">
              <a:ext uri="{FF2B5EF4-FFF2-40B4-BE49-F238E27FC236}">
                <a16:creationId xmlns:a16="http://schemas.microsoft.com/office/drawing/2014/main" id="{052D8E4D-B147-458D-A678-2788A19D7312}"/>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5" name="preamble-box-2b">
            <a:extLst xmlns:a="http://schemas.openxmlformats.org/drawingml/2006/main">
              <a:ext uri="{FF2B5EF4-FFF2-40B4-BE49-F238E27FC236}">
                <a16:creationId xmlns:a16="http://schemas.microsoft.com/office/drawing/2014/main" id="{7DB7B939-CF5E-4034-A428-F0D60EC17DD7}"/>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6" name="preamble-arrow-merge">
            <a:extLst xmlns:a="http://schemas.openxmlformats.org/drawingml/2006/main">
              <a:ext uri="{FF2B5EF4-FFF2-40B4-BE49-F238E27FC236}">
                <a16:creationId xmlns:a16="http://schemas.microsoft.com/office/drawing/2014/main" id="{E9949BA1-F12B-4DF9-9643-71F250B9F187}"/>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7" name="preamble-box-3">
            <a:extLst xmlns:a="http://schemas.openxmlformats.org/drawingml/2006/main">
              <a:ext uri="{FF2B5EF4-FFF2-40B4-BE49-F238E27FC236}">
                <a16:creationId xmlns:a16="http://schemas.microsoft.com/office/drawing/2014/main" id="{BCF66E21-69BB-4241-A2BC-67C19D65FDC3}"/>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8" name="preamble-diagram-caption">
            <a:extLst xmlns:a="http://schemas.openxmlformats.org/drawingml/2006/main">
              <a:ext uri="{FF2B5EF4-FFF2-40B4-BE49-F238E27FC236}">
                <a16:creationId xmlns:a16="http://schemas.microsoft.com/office/drawing/2014/main" id="{0724ACB8-5809-4927-9D11-6D7FD03C8E3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f7ad9dfe6c640f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7c8f630b8a445a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63"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9a9837d1cad240c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64"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b473a16c527545d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65"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b4b5504dfdc24ba9">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67"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04d25d6786e04bc6">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7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0db251222874ea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35a282cc20e46a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a1440cf3e75d4bfa"/>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c01bec849e0448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e481cf1523245b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7a90d06ff75421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411604f88554e1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6d49387a8314f6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3bce91d7565433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f2fcb2068bf4c9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090e5645bf048a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0045fab78684d7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d3f1c45f778458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6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53cf991be51e417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fefb34d1eacd4ce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1b476ad3aad04dc8">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7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8b361fe0295a4d76">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0372cd72bfb47e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54731607fce473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22bf999746940d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437876b4b8b4e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3af9c8345245419a"/>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f11afa14acb491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acc3b7285bc440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ef5dd3b8c3e2498b"/>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c06e1fd419bf44a7"/>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10"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5ad278ea5db3450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1"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8851746b81144f2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12"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da7790fefd37458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14"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00685a6a07b74a6c">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16"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6307c4fb222473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23e5d7704534dd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ef44dbaeac34bd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bbea30ba88a48b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6bfd5625874466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aa1185a697c4dd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fc8471dc4b7499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061be189faa448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42ef181d31f42e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2269a0687f148b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3f8bf992864428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c16bf902598406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4f67300ce5c42e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003280f4b9b479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ef9761514784fc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444098a511b4a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dff3e0f9f3e4d8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0d8c47e77d5487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999e0f683089492d">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00871583e7e0468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26b13d04e15b44bf">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bdff362bf47495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2026-09-24T02:12:03.3400000Z</dcterms:created>
  <dcterms:modified xsi:type="dcterms:W3CDTF">2026-09-24T02:12:03.3400000Z</dcterms:modified>
</coreProperties>
</file>