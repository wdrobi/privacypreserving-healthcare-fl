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ffdb5872544e28" /><Relationship Type="http://schemas.openxmlformats.org/officeDocument/2006/relationships/extended-properties" Target="/docProps/app.xml" Id="Rb7947dd617da4459" /><Relationship Type="http://schemas.openxmlformats.org/officeDocument/2006/relationships/officeDocument" Target="/ppt/presentation.xml" Id="R3d47b5083a684125" /></Relationships>
</file>

<file path=ppt/presentation.xml><?xml version="1.0" encoding="utf-8"?>
<p:presentation xmlns:p="http://schemas.openxmlformats.org/presentationml/2006/main">
  <p:sldMasterIdLst>
    <p:sldMasterId xmlns:r="http://schemas.openxmlformats.org/officeDocument/2006/relationships" id="2147483648" r:id="Rbb66d60581d740f3"/>
  </p:sldMasterIdLst>
  <p:notesMasterIdLst>
    <p:notesMasterId xmlns:r="http://schemas.openxmlformats.org/officeDocument/2006/relationships" r:id="R07c88b9904034ba5"/>
  </p:notesMasterIdLst>
  <p:sldIdLst>
    <p:sldId xmlns:r="http://schemas.openxmlformats.org/officeDocument/2006/relationships" id="256" r:id="R41a8f28f9c1c4717"/>
    <p:sldId xmlns:r="http://schemas.openxmlformats.org/officeDocument/2006/relationships" id="257" r:id="R366affa97a314a95"/>
    <p:sldId xmlns:r="http://schemas.openxmlformats.org/officeDocument/2006/relationships" id="258" r:id="Rc199406aa64b4258"/>
    <p:sldId xmlns:r="http://schemas.openxmlformats.org/officeDocument/2006/relationships" id="259" r:id="Rf62a58b2d8944d48"/>
    <p:sldId xmlns:r="http://schemas.openxmlformats.org/officeDocument/2006/relationships" id="260" r:id="R3bccddf5d87e4f3a"/>
    <p:sldId xmlns:r="http://schemas.openxmlformats.org/officeDocument/2006/relationships" id="261" r:id="R810bb7f57fe54535"/>
    <p:sldId xmlns:r="http://schemas.openxmlformats.org/officeDocument/2006/relationships" id="262" r:id="Rf84d4f379e2748d6"/>
    <p:sldId xmlns:r="http://schemas.openxmlformats.org/officeDocument/2006/relationships" id="263" r:id="R65c98d965b454d65"/>
    <p:sldId xmlns:r="http://schemas.openxmlformats.org/officeDocument/2006/relationships" id="264" r:id="R6c49a6f43b72421a"/>
    <p:sldId xmlns:r="http://schemas.openxmlformats.org/officeDocument/2006/relationships" id="265" r:id="Rb44cae6c8adb4227"/>
    <p:sldId xmlns:r="http://schemas.openxmlformats.org/officeDocument/2006/relationships" id="266" r:id="R0b29fee0f5094fb3"/>
    <p:sldId xmlns:r="http://schemas.openxmlformats.org/officeDocument/2006/relationships" id="267" r:id="Rbf1e68848cbd463c"/>
    <p:sldId xmlns:r="http://schemas.openxmlformats.org/officeDocument/2006/relationships" id="268" r:id="Rb1be6a362eb6451b"/>
    <p:sldId xmlns:r="http://schemas.openxmlformats.org/officeDocument/2006/relationships" id="269" r:id="R02100548b2384ead"/>
    <p:sldId xmlns:r="http://schemas.openxmlformats.org/officeDocument/2006/relationships" id="270" r:id="R9ed6680b0719430c"/>
    <p:sldId xmlns:r="http://schemas.openxmlformats.org/officeDocument/2006/relationships" id="271" r:id="R0afaf2c6ece64ad8"/>
    <p:sldId xmlns:r="http://schemas.openxmlformats.org/officeDocument/2006/relationships" id="272" r:id="R1e3f8b467353409f"/>
    <p:sldId xmlns:r="http://schemas.openxmlformats.org/officeDocument/2006/relationships" id="273" r:id="Rc273f5f7044a44b7"/>
    <p:sldId xmlns:r="http://schemas.openxmlformats.org/officeDocument/2006/relationships" id="274" r:id="R52c8d10946c74108"/>
    <p:sldId xmlns:r="http://schemas.openxmlformats.org/officeDocument/2006/relationships" id="275" r:id="Rc1097bf4812845dd"/>
    <p:sldId xmlns:r="http://schemas.openxmlformats.org/officeDocument/2006/relationships" id="276" r:id="R01c026ae5c514f31"/>
    <p:sldId xmlns:r="http://schemas.openxmlformats.org/officeDocument/2006/relationships" id="277" r:id="R24d1eb67c4db445b"/>
    <p:sldId xmlns:r="http://schemas.openxmlformats.org/officeDocument/2006/relationships" id="278" r:id="R6b5dae14424a4985"/>
    <p:sldId xmlns:r="http://schemas.openxmlformats.org/officeDocument/2006/relationships" id="279" r:id="Raea2fa8af9c74a20"/>
    <p:sldId xmlns:r="http://schemas.openxmlformats.org/officeDocument/2006/relationships" id="280" r:id="Rc835c116b41e4f37"/>
    <p:sldId xmlns:r="http://schemas.openxmlformats.org/officeDocument/2006/relationships" id="281" r:id="R2e5f0a2476b14503"/>
    <p:sldId xmlns:r="http://schemas.openxmlformats.org/officeDocument/2006/relationships" id="282" r:id="R1e9e8370423c4f81"/>
    <p:sldId xmlns:r="http://schemas.openxmlformats.org/officeDocument/2006/relationships" id="283" r:id="R34f240046e8c45a1"/>
    <p:sldId xmlns:r="http://schemas.openxmlformats.org/officeDocument/2006/relationships" id="284" r:id="Rf1151f58cdeb405b"/>
    <p:sldId xmlns:r="http://schemas.openxmlformats.org/officeDocument/2006/relationships" id="285" r:id="R8d15fe89938640af"/>
    <p:sldId xmlns:r="http://schemas.openxmlformats.org/officeDocument/2006/relationships" id="286" r:id="R66e3f1b125bd4746"/>
    <p:sldId xmlns:r="http://schemas.openxmlformats.org/officeDocument/2006/relationships" id="287" r:id="R0101cfa9cd944d0b"/>
    <p:sldId xmlns:r="http://schemas.openxmlformats.org/officeDocument/2006/relationships" id="288" r:id="R670e9650166a4ed9"/>
    <p:sldId xmlns:r="http://schemas.openxmlformats.org/officeDocument/2006/relationships" id="289" r:id="Rae0fbe879985422c"/>
    <p:sldId xmlns:r="http://schemas.openxmlformats.org/officeDocument/2006/relationships" id="290" r:id="R9e5b0365dae84f30"/>
    <p:sldId xmlns:r="http://schemas.openxmlformats.org/officeDocument/2006/relationships" id="291" r:id="Re03b50ce676f4a70"/>
    <p:sldId xmlns:r="http://schemas.openxmlformats.org/officeDocument/2006/relationships" id="292" r:id="R3f5024ab76e94598"/>
    <p:sldId xmlns:r="http://schemas.openxmlformats.org/officeDocument/2006/relationships" id="293" r:id="R246fd2da948f41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060d61760ac4492" /><Relationship Type="http://schemas.openxmlformats.org/officeDocument/2006/relationships/slideMaster" Target="/ppt/slideMasters/slideMaster1.xml" Id="Rbb66d60581d740f3" /><Relationship Type="http://schemas.openxmlformats.org/officeDocument/2006/relationships/notesMaster" Target="/ppt/notesMasters/notesMaster1.xml" Id="R07c88b9904034ba5" /><Relationship Type="http://schemas.openxmlformats.org/officeDocument/2006/relationships/presProps" Target="/ppt/presProps.xml" Id="Ra3c7376b0ca64287" /><Relationship Type="http://schemas.openxmlformats.org/officeDocument/2006/relationships/viewProps" Target="/ppt/viewProps.xml" Id="R1a08eae201a74fbb" /><Relationship Type="http://schemas.openxmlformats.org/officeDocument/2006/relationships/tableStyles" Target="/ppt/tableStyles.xml" Id="R84ca2ed89d9c40fe" /><Relationship Type="http://schemas.openxmlformats.org/officeDocument/2006/relationships/slide" Target="/ppt/slides/slide1.xml" Id="R41a8f28f9c1c4717" /><Relationship Type="http://schemas.openxmlformats.org/officeDocument/2006/relationships/slide" Target="/ppt/slides/slide2.xml" Id="R366affa97a314a95" /><Relationship Type="http://schemas.openxmlformats.org/officeDocument/2006/relationships/slide" Target="/ppt/slides/slide3.xml" Id="Rc199406aa64b4258" /><Relationship Type="http://schemas.openxmlformats.org/officeDocument/2006/relationships/slide" Target="/ppt/slides/slide4.xml" Id="Rf62a58b2d8944d48" /><Relationship Type="http://schemas.openxmlformats.org/officeDocument/2006/relationships/slide" Target="/ppt/slides/slide5.xml" Id="R3bccddf5d87e4f3a" /><Relationship Type="http://schemas.openxmlformats.org/officeDocument/2006/relationships/slide" Target="/ppt/slides/slide6.xml" Id="R810bb7f57fe54535" /><Relationship Type="http://schemas.openxmlformats.org/officeDocument/2006/relationships/slide" Target="/ppt/slides/slide7.xml" Id="Rf84d4f379e2748d6" /><Relationship Type="http://schemas.openxmlformats.org/officeDocument/2006/relationships/slide" Target="/ppt/slides/slide8.xml" Id="R65c98d965b454d65" /><Relationship Type="http://schemas.openxmlformats.org/officeDocument/2006/relationships/slide" Target="/ppt/slides/slide9.xml" Id="R6c49a6f43b72421a" /><Relationship Type="http://schemas.openxmlformats.org/officeDocument/2006/relationships/slide" Target="/ppt/slides/slide10.xml" Id="Rb44cae6c8adb4227" /><Relationship Type="http://schemas.openxmlformats.org/officeDocument/2006/relationships/slide" Target="/ppt/slides/slide11.xml" Id="R0b29fee0f5094fb3" /><Relationship Type="http://schemas.openxmlformats.org/officeDocument/2006/relationships/slide" Target="/ppt/slides/slide12.xml" Id="Rbf1e68848cbd463c" /><Relationship Type="http://schemas.openxmlformats.org/officeDocument/2006/relationships/slide" Target="/ppt/slides/slide13.xml" Id="Rb1be6a362eb6451b" /><Relationship Type="http://schemas.openxmlformats.org/officeDocument/2006/relationships/slide" Target="/ppt/slides/slide14.xml" Id="R02100548b2384ead" /><Relationship Type="http://schemas.openxmlformats.org/officeDocument/2006/relationships/slide" Target="/ppt/slides/slide15.xml" Id="R9ed6680b0719430c" /><Relationship Type="http://schemas.openxmlformats.org/officeDocument/2006/relationships/slide" Target="/ppt/slides/slide16.xml" Id="R0afaf2c6ece64ad8" /><Relationship Type="http://schemas.openxmlformats.org/officeDocument/2006/relationships/slide" Target="/ppt/slides/slide17.xml" Id="R1e3f8b467353409f" /><Relationship Type="http://schemas.openxmlformats.org/officeDocument/2006/relationships/slide" Target="/ppt/slides/slide18.xml" Id="Rc273f5f7044a44b7" /><Relationship Type="http://schemas.openxmlformats.org/officeDocument/2006/relationships/slide" Target="/ppt/slides/slide19.xml" Id="R52c8d10946c74108" /><Relationship Type="http://schemas.openxmlformats.org/officeDocument/2006/relationships/slide" Target="/ppt/slides/slide20.xml" Id="Rc1097bf4812845dd" /><Relationship Type="http://schemas.openxmlformats.org/officeDocument/2006/relationships/slide" Target="/ppt/slides/slide21.xml" Id="R01c026ae5c514f31" /><Relationship Type="http://schemas.openxmlformats.org/officeDocument/2006/relationships/slide" Target="/ppt/slides/slide22.xml" Id="R24d1eb67c4db445b" /><Relationship Type="http://schemas.openxmlformats.org/officeDocument/2006/relationships/slide" Target="/ppt/slides/slide23.xml" Id="R6b5dae14424a4985" /><Relationship Type="http://schemas.openxmlformats.org/officeDocument/2006/relationships/slide" Target="/ppt/slides/slide24.xml" Id="Raea2fa8af9c74a20" /><Relationship Type="http://schemas.openxmlformats.org/officeDocument/2006/relationships/slide" Target="/ppt/slides/slide25.xml" Id="Rc835c116b41e4f37" /><Relationship Type="http://schemas.openxmlformats.org/officeDocument/2006/relationships/slide" Target="/ppt/slides/slide26.xml" Id="R2e5f0a2476b14503" /><Relationship Type="http://schemas.openxmlformats.org/officeDocument/2006/relationships/slide" Target="/ppt/slides/slide27.xml" Id="R1e9e8370423c4f81" /><Relationship Type="http://schemas.openxmlformats.org/officeDocument/2006/relationships/slide" Target="/ppt/slides/slide28.xml" Id="R34f240046e8c45a1" /><Relationship Type="http://schemas.openxmlformats.org/officeDocument/2006/relationships/slide" Target="/ppt/slides/slide29.xml" Id="Rf1151f58cdeb405b" /><Relationship Type="http://schemas.openxmlformats.org/officeDocument/2006/relationships/slide" Target="/ppt/slides/slide30.xml" Id="R8d15fe89938640af" /><Relationship Type="http://schemas.openxmlformats.org/officeDocument/2006/relationships/slide" Target="/ppt/slides/slide31.xml" Id="R66e3f1b125bd4746" /><Relationship Type="http://schemas.openxmlformats.org/officeDocument/2006/relationships/slide" Target="/ppt/slides/slide32.xml" Id="R0101cfa9cd944d0b" /><Relationship Type="http://schemas.openxmlformats.org/officeDocument/2006/relationships/slide" Target="/ppt/slides/slide33.xml" Id="R670e9650166a4ed9" /><Relationship Type="http://schemas.openxmlformats.org/officeDocument/2006/relationships/slide" Target="/ppt/slides/slide34.xml" Id="Rae0fbe879985422c" /><Relationship Type="http://schemas.openxmlformats.org/officeDocument/2006/relationships/slide" Target="/ppt/slides/slide35.xml" Id="R9e5b0365dae84f30" /><Relationship Type="http://schemas.openxmlformats.org/officeDocument/2006/relationships/slide" Target="/ppt/slides/slide36.xml" Id="Re03b50ce676f4a70" /><Relationship Type="http://schemas.openxmlformats.org/officeDocument/2006/relationships/slide" Target="/ppt/slides/slide37.xml" Id="R3f5024ab76e94598" /><Relationship Type="http://schemas.openxmlformats.org/officeDocument/2006/relationships/slide" Target="/ppt/slides/slide38.xml" Id="R246fd2da948f41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f61d345d9a43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93288ddb194349" /><Relationship Type="http://schemas.openxmlformats.org/officeDocument/2006/relationships/notesMaster" Target="/ppt/notesMasters/notesMaster1.xml" Id="Rfb86dee1f29b4d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e52b32ae274d4d" /><Relationship Type="http://schemas.openxmlformats.org/officeDocument/2006/relationships/notesMaster" Target="/ppt/notesMasters/notesMaster1.xml" Id="Rf46270b760304a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09a86775504505" /><Relationship Type="http://schemas.openxmlformats.org/officeDocument/2006/relationships/notesMaster" Target="/ppt/notesMasters/notesMaster1.xml" Id="R2dfe8fa4cc9140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928b1cab674f84" /><Relationship Type="http://schemas.openxmlformats.org/officeDocument/2006/relationships/notesMaster" Target="/ppt/notesMasters/notesMaster1.xml" Id="R420ab8fcd79f47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fde3b9d66e487b" /><Relationship Type="http://schemas.openxmlformats.org/officeDocument/2006/relationships/notesMaster" Target="/ppt/notesMasters/notesMaster1.xml" Id="R03621507945042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744b22c27e49fa" /><Relationship Type="http://schemas.openxmlformats.org/officeDocument/2006/relationships/notesMaster" Target="/ppt/notesMasters/notesMaster1.xml" Id="Re13c101598a643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316dc5465741fb" /><Relationship Type="http://schemas.openxmlformats.org/officeDocument/2006/relationships/notesMaster" Target="/ppt/notesMasters/notesMaster1.xml" Id="Rd55da562d60745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61db022ee94860" /><Relationship Type="http://schemas.openxmlformats.org/officeDocument/2006/relationships/notesMaster" Target="/ppt/notesMasters/notesMaster1.xml" Id="R2c405a1c17924f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4a1650e1194861" /><Relationship Type="http://schemas.openxmlformats.org/officeDocument/2006/relationships/notesMaster" Target="/ppt/notesMasters/notesMaster1.xml" Id="R3877a8c015c64c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61aabeef144da9" /><Relationship Type="http://schemas.openxmlformats.org/officeDocument/2006/relationships/notesMaster" Target="/ppt/notesMasters/notesMaster1.xml" Id="Rbf0e9acef9284f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f9954888494dbb" /><Relationship Type="http://schemas.openxmlformats.org/officeDocument/2006/relationships/notesMaster" Target="/ppt/notesMasters/notesMaster1.xml" Id="Rcefe3396322347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de4392a3ca40cf" /><Relationship Type="http://schemas.openxmlformats.org/officeDocument/2006/relationships/notesMaster" Target="/ppt/notesMasters/notesMaster1.xml" Id="Rab93857b328141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f3f4a349d2463a" /><Relationship Type="http://schemas.openxmlformats.org/officeDocument/2006/relationships/notesMaster" Target="/ppt/notesMasters/notesMaster1.xml" Id="R612b996181cd45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4f468631e74bf0" /><Relationship Type="http://schemas.openxmlformats.org/officeDocument/2006/relationships/notesMaster" Target="/ppt/notesMasters/notesMaster1.xml" Id="R5ebbe027911a4b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cf2f5ac38f478c" /><Relationship Type="http://schemas.openxmlformats.org/officeDocument/2006/relationships/notesMaster" Target="/ppt/notesMasters/notesMaster1.xml" Id="R0f504d901cd146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71229d0fddc4945" /><Relationship Type="http://schemas.openxmlformats.org/officeDocument/2006/relationships/notesMaster" Target="/ppt/notesMasters/notesMaster1.xml" Id="R13c94d3be9654c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1738f0d75b46dd" /><Relationship Type="http://schemas.openxmlformats.org/officeDocument/2006/relationships/notesMaster" Target="/ppt/notesMasters/notesMaster1.xml" Id="Ra09b7705a860412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691397c8f44621" /><Relationship Type="http://schemas.openxmlformats.org/officeDocument/2006/relationships/notesMaster" Target="/ppt/notesMasters/notesMaster1.xml" Id="R968208a601b34e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85dff2052774147" /><Relationship Type="http://schemas.openxmlformats.org/officeDocument/2006/relationships/notesMaster" Target="/ppt/notesMasters/notesMaster1.xml" Id="Rdb76e27da64f4f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a6463aac5024aca" /><Relationship Type="http://schemas.openxmlformats.org/officeDocument/2006/relationships/notesMaster" Target="/ppt/notesMasters/notesMaster1.xml" Id="Re2c1fc24008e4d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d0f91e875f4502" /><Relationship Type="http://schemas.openxmlformats.org/officeDocument/2006/relationships/notesMaster" Target="/ppt/notesMasters/notesMaster1.xml" Id="Rffa33c89d63e4e4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6bf1c69bcdb47b4" /><Relationship Type="http://schemas.openxmlformats.org/officeDocument/2006/relationships/notesMaster" Target="/ppt/notesMasters/notesMaster1.xml" Id="Rea0ba4deac6844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24bda45ccec41d0" /><Relationship Type="http://schemas.openxmlformats.org/officeDocument/2006/relationships/notesMaster" Target="/ppt/notesMasters/notesMaster1.xml" Id="Re102de4a838243b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6b43d4fcfc44c07" /><Relationship Type="http://schemas.openxmlformats.org/officeDocument/2006/relationships/notesMaster" Target="/ppt/notesMasters/notesMaster1.xml" Id="Rc3277e2bf9524e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43c058243e04351" /><Relationship Type="http://schemas.openxmlformats.org/officeDocument/2006/relationships/notesMaster" Target="/ppt/notesMasters/notesMaster1.xml" Id="R83cf081d6ed146d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2838105b8404688" /><Relationship Type="http://schemas.openxmlformats.org/officeDocument/2006/relationships/notesMaster" Target="/ppt/notesMasters/notesMaster1.xml" Id="Rb3a3c334b8d248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b6b7142f6564032" /><Relationship Type="http://schemas.openxmlformats.org/officeDocument/2006/relationships/notesMaster" Target="/ppt/notesMasters/notesMaster1.xml" Id="R751852deb6974e3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25a50e8e8104794" /><Relationship Type="http://schemas.openxmlformats.org/officeDocument/2006/relationships/notesMaster" Target="/ppt/notesMasters/notesMaster1.xml" Id="R18d4f94e56f24c2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0579f5cfa934913" /><Relationship Type="http://schemas.openxmlformats.org/officeDocument/2006/relationships/notesMaster" Target="/ppt/notesMasters/notesMaster1.xml" Id="R23e80c66bd514c6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500623fffac49a1" /><Relationship Type="http://schemas.openxmlformats.org/officeDocument/2006/relationships/notesMaster" Target="/ppt/notesMasters/notesMaster1.xml" Id="R566a128a4d29458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a20ecd0fec245c5" /><Relationship Type="http://schemas.openxmlformats.org/officeDocument/2006/relationships/notesMaster" Target="/ppt/notesMasters/notesMaster1.xml" Id="R9719eab396ec491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ea34e47721143b3" /><Relationship Type="http://schemas.openxmlformats.org/officeDocument/2006/relationships/notesMaster" Target="/ppt/notesMasters/notesMaster1.xml" Id="Rfd8d0f76b823463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eaeec687e2a4500" /><Relationship Type="http://schemas.openxmlformats.org/officeDocument/2006/relationships/notesMaster" Target="/ppt/notesMasters/notesMaster1.xml" Id="R6695e04c8def4cc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f367ed99d444793" /><Relationship Type="http://schemas.openxmlformats.org/officeDocument/2006/relationships/notesMaster" Target="/ppt/notesMasters/notesMaster1.xml" Id="Rfe6ff0e175814c9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c8e7a6f522641f1" /><Relationship Type="http://schemas.openxmlformats.org/officeDocument/2006/relationships/notesMaster" Target="/ppt/notesMasters/notesMaster1.xml" Id="R747e4134dcc04c2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cdae481a35b4e41" /><Relationship Type="http://schemas.openxmlformats.org/officeDocument/2006/relationships/notesMaster" Target="/ppt/notesMasters/notesMaster1.xml" Id="R9ee4ebaba4b341a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59daa9f29a74505" /><Relationship Type="http://schemas.openxmlformats.org/officeDocument/2006/relationships/notesMaster" Target="/ppt/notesMasters/notesMaster1.xml" Id="R61bb66fbb3e04b8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9c1714ade7b4b45" /><Relationship Type="http://schemas.openxmlformats.org/officeDocument/2006/relationships/notesMaster" Target="/ppt/notesMasters/notesMaster1.xml" Id="R8f916133d3694a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Part one covers layers L0 to L3. The consortium defines identity, consent, and governance policies before each hospital prepares local data. Hospitals jointly establish the CKKS public key and threshold key shares. Each participant then trains locally, clips per-record gradients, applies calibrated differential-privacy noise, compresses aligned parameter blocks with CAABC-FL, encrypts the update, and signs the round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Part two covers layers L4 to L7. The framework authenticates each encrypted update, checks freshness and admission policy, and records only hashes and status on the permissioned ledger. The coordinator aggregates ciphertexts, applies reputation-aware weighting, and requests threshold decryption of the aggregate only. Validation either accepts the candidate model or triggers rollback and quarantine. Hospitals verify the released model hash before the next round, while inference follows the same consent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97d2f492af47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c172e2684648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2d68462a4849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2a1c0f12e140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2a25b8fa9442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c9d72e14e448b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4ff180ce86a453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40becf73b1c433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03a8f48def0406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4cc605e0dc9407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e6de1596a574fa8"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08"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05"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1d37594ee04f5d" /><Relationship Type="http://schemas.openxmlformats.org/officeDocument/2006/relationships/slideLayout" Target="/ppt/slideLayouts/slideLayout1.xml" Id="Rbeb07c74dd8744c5" /><Relationship Type="http://schemas.openxmlformats.org/officeDocument/2006/relationships/slideLayout" Target="/ppt/slideLayouts/slideLayout2.xml" Id="Ra35937981c2d4d58" /><Relationship Type="http://schemas.openxmlformats.org/officeDocument/2006/relationships/slideLayout" Target="/ppt/slideLayouts/slideLayout3.xml" Id="Racaebe264a9d4743" /><Relationship Type="http://schemas.openxmlformats.org/officeDocument/2006/relationships/slideLayout" Target="/ppt/slideLayouts/slideLayout4.xml" Id="R9cc361901e4f41f1" /><Relationship Type="http://schemas.openxmlformats.org/officeDocument/2006/relationships/slideLayout" Target="/ppt/slideLayouts/slideLayout5.xml" Id="R748f41db463b4807" /><Relationship Type="http://schemas.openxmlformats.org/officeDocument/2006/relationships/slideLayout" Target="/ppt/slideLayouts/slideLayout6.xml" Id="Rd86c3bd2bfc74cb3" /><Relationship Type="http://schemas.openxmlformats.org/officeDocument/2006/relationships/slideLayout" Target="/ppt/slideLayouts/slideLayout7.xml" Id="R207530b492124e33" /><Relationship Type="http://schemas.openxmlformats.org/officeDocument/2006/relationships/slideLayout" Target="/ppt/slideLayouts/slideLayout8.xml" Id="R4baeeb8c12c34bdf" /><Relationship Type="http://schemas.openxmlformats.org/officeDocument/2006/relationships/slideLayout" Target="/ppt/slideLayouts/slideLayout9.xml" Id="R4a959f9ae10e45c3" /><Relationship Type="http://schemas.openxmlformats.org/officeDocument/2006/relationships/slideLayout" Target="/ppt/slideLayouts/slideLayout10.xml" Id="R37a376211e814d73" /><Relationship Type="http://schemas.openxmlformats.org/officeDocument/2006/relationships/slideLayout" Target="/ppt/slideLayouts/slideLayout11.xml" Id="Re6ec37708738416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eb07c74dd8744c5"/>
    <p:sldLayoutId xmlns:r="http://schemas.openxmlformats.org/officeDocument/2006/relationships" id="2147483650" r:id="Ra35937981c2d4d58"/>
    <p:sldLayoutId xmlns:r="http://schemas.openxmlformats.org/officeDocument/2006/relationships" id="2147483651" r:id="Racaebe264a9d4743"/>
    <p:sldLayoutId xmlns:r="http://schemas.openxmlformats.org/officeDocument/2006/relationships" id="2147483652" r:id="R9cc361901e4f41f1"/>
    <p:sldLayoutId xmlns:r="http://schemas.openxmlformats.org/officeDocument/2006/relationships" id="2147483653" r:id="R748f41db463b4807"/>
    <p:sldLayoutId xmlns:r="http://schemas.openxmlformats.org/officeDocument/2006/relationships" id="2147483654" r:id="Rd86c3bd2bfc74cb3"/>
    <p:sldLayoutId xmlns:r="http://schemas.openxmlformats.org/officeDocument/2006/relationships" id="2147483655" r:id="R207530b492124e33"/>
    <p:sldLayoutId xmlns:r="http://schemas.openxmlformats.org/officeDocument/2006/relationships" id="2147483656" r:id="R4baeeb8c12c34bdf"/>
    <p:sldLayoutId xmlns:r="http://schemas.openxmlformats.org/officeDocument/2006/relationships" id="2147483657" r:id="R4a959f9ae10e45c3"/>
    <p:sldLayoutId xmlns:r="http://schemas.openxmlformats.org/officeDocument/2006/relationships" id="2147483658" r:id="R37a376211e814d73"/>
    <p:sldLayoutId xmlns:r="http://schemas.openxmlformats.org/officeDocument/2006/relationships" id="2147483659" r:id="Re6ec37708738416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1eadc36620465d" /><Relationship Type="http://schemas.openxmlformats.org/officeDocument/2006/relationships/image" Target="/ppt/media/image.png" Id="Rb29a395b92a1433a" /><Relationship Type="http://schemas.openxmlformats.org/officeDocument/2006/relationships/image" Target="/ppt/media/image2.png" Id="R2357c0b502e54345" /><Relationship Type="http://schemas.openxmlformats.org/officeDocument/2006/relationships/notesSlide" Target="/ppt/notesSlides/notesSlide1.xml" Id="R19d84391a27c44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a24ea68787431d" /><Relationship Type="http://schemas.openxmlformats.org/officeDocument/2006/relationships/image" Target="/ppt/media/image.jpeg" Id="R596fc124eaf34f14" /><Relationship Type="http://schemas.openxmlformats.org/officeDocument/2006/relationships/image" Target="/ppt/media/image3.png" Id="R4684471fbf034497" /><Relationship Type="http://schemas.openxmlformats.org/officeDocument/2006/relationships/notesSlide" Target="/ppt/notesSlides/notesSlide2.xml" Id="Re94cfc1d524141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c937df149ec4228" /><Relationship Type="http://schemas.openxmlformats.org/officeDocument/2006/relationships/image" Target="/ppt/media/image2.jpeg" Id="Reaf5fe4e3a4f4617" /><Relationship Type="http://schemas.openxmlformats.org/officeDocument/2006/relationships/image" Target="/ppt/media/image2.png" Id="Rebe1d693bf0f41f9" /><Relationship Type="http://schemas.openxmlformats.org/officeDocument/2006/relationships/image" Target="/ppt/media/image4.png" Id="Ra8628cbf43684683" /><Relationship Type="http://schemas.openxmlformats.org/officeDocument/2006/relationships/image" Target="/ppt/media/image5.png" Id="Ra7299d5331f847b1" /><Relationship Type="http://schemas.openxmlformats.org/officeDocument/2006/relationships/notesSlide" Target="/ppt/notesSlides/notesSlide3.xml" Id="R7ef6cba8306f41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d9e82aa8f44d99" /><Relationship Type="http://schemas.openxmlformats.org/officeDocument/2006/relationships/image" Target="/ppt/media/image2.jpeg" Id="R553da609e6be42d8" /><Relationship Type="http://schemas.openxmlformats.org/officeDocument/2006/relationships/image" Target="/ppt/media/image2.png" Id="R524d9d4c66694209" /><Relationship Type="http://schemas.openxmlformats.org/officeDocument/2006/relationships/image" Target="/ppt/media/image6.png" Id="R82cc293419e84077" /><Relationship Type="http://schemas.openxmlformats.org/officeDocument/2006/relationships/notesSlide" Target="/ppt/notesSlides/notesSlide4.xml" Id="R57d58b54904746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b45d7d51084af5" /><Relationship Type="http://schemas.openxmlformats.org/officeDocument/2006/relationships/image" Target="/ppt/media/image2.jpeg" Id="R02a11f8c3f0344e1" /><Relationship Type="http://schemas.openxmlformats.org/officeDocument/2006/relationships/image" Target="/ppt/media/image2.png" Id="R8fe00c4fcc1c430e" /><Relationship Type="http://schemas.openxmlformats.org/officeDocument/2006/relationships/notesSlide" Target="/ppt/notesSlides/notesSlide5.xml" Id="R2e20388499e045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6172ae2d8d4dc4" /><Relationship Type="http://schemas.openxmlformats.org/officeDocument/2006/relationships/image" Target="/ppt/media/image2.jpeg" Id="R9284a8b37ed94471" /><Relationship Type="http://schemas.openxmlformats.org/officeDocument/2006/relationships/image" Target="/ppt/media/image2.png" Id="Rca8550999387462b" /><Relationship Type="http://schemas.openxmlformats.org/officeDocument/2006/relationships/notesSlide" Target="/ppt/notesSlides/notesSlide6.xml" Id="R02faed9af0b149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3529ff64054f2d" /><Relationship Type="http://schemas.openxmlformats.org/officeDocument/2006/relationships/image" Target="/ppt/media/image2.jpeg" Id="R0d76b4b9513d4f35" /><Relationship Type="http://schemas.openxmlformats.org/officeDocument/2006/relationships/image" Target="/ppt/media/image2.png" Id="Rcdc93ee6c72d4c36" /><Relationship Type="http://schemas.openxmlformats.org/officeDocument/2006/relationships/chart" Target="/ppt/slides/charts/chart1.xml" Id="R2c3ac63daf1749ff" /><Relationship Type="http://schemas.openxmlformats.org/officeDocument/2006/relationships/notesSlide" Target="/ppt/notesSlides/notesSlide7.xml" Id="R9e0cdaf094a441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5951ddaf3a41ba" /><Relationship Type="http://schemas.openxmlformats.org/officeDocument/2006/relationships/image" Target="/ppt/media/image2.jpeg" Id="R976c0053d1c94e20" /><Relationship Type="http://schemas.openxmlformats.org/officeDocument/2006/relationships/image" Target="/ppt/media/image2.png" Id="Rfc7d4165f33544ae" /><Relationship Type="http://schemas.openxmlformats.org/officeDocument/2006/relationships/notesSlide" Target="/ppt/notesSlides/notesSlide8.xml" Id="R2d238f1ad32c43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5fad74cac54cde" /><Relationship Type="http://schemas.openxmlformats.org/officeDocument/2006/relationships/image" Target="/ppt/media/image2.jpeg" Id="R266f062a208f44b2" /><Relationship Type="http://schemas.openxmlformats.org/officeDocument/2006/relationships/image" Target="/ppt/media/image2.png" Id="R6b9c1dd5ac054ea9" /><Relationship Type="http://schemas.openxmlformats.org/officeDocument/2006/relationships/notesSlide" Target="/ppt/notesSlides/notesSlide9.xml" Id="Rcd8d8e9015ea4f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3e405e7291554711" /><Relationship Type="http://schemas.openxmlformats.org/officeDocument/2006/relationships/image" Target="/ppt/media/image2.jpeg" Id="Rf094a8f4f85f475e" /><Relationship Type="http://schemas.openxmlformats.org/officeDocument/2006/relationships/image" Target="/ppt/media/image2.png" Id="Rf8e060a6ea674e07" /><Relationship Type="http://schemas.openxmlformats.org/officeDocument/2006/relationships/image" Target="/ppt/media/image4.png" Id="R3b698a31a4d74c1a" /><Relationship Type="http://schemas.openxmlformats.org/officeDocument/2006/relationships/image" Target="/ppt/media/image7.png" Id="R9937b8da2129426e" /><Relationship Type="http://schemas.openxmlformats.org/officeDocument/2006/relationships/notesSlide" Target="/ppt/notesSlides/notesSlide10.xml" Id="R6fbfe75720374e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0a467352aa14034" /><Relationship Type="http://schemas.openxmlformats.org/officeDocument/2006/relationships/image" Target="/ppt/media/image2.jpeg" Id="R884780c3a57d4297" /><Relationship Type="http://schemas.openxmlformats.org/officeDocument/2006/relationships/image" Target="/ppt/media/image2.png" Id="R0c03795c57e74c9a" /><Relationship Type="http://schemas.openxmlformats.org/officeDocument/2006/relationships/notesSlide" Target="/ppt/notesSlides/notesSlide11.xml" Id="Rd7850adb60424d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742ccd931841d4" /><Relationship Type="http://schemas.openxmlformats.org/officeDocument/2006/relationships/image" Target="/ppt/media/image3.jpeg" Id="Ra7f272df641c4c03" /><Relationship Type="http://schemas.openxmlformats.org/officeDocument/2006/relationships/image" Target="/ppt/media/image8.png" Id="Rfc765fafbd85427e" /><Relationship Type="http://schemas.openxmlformats.org/officeDocument/2006/relationships/notesSlide" Target="/ppt/notesSlides/notesSlide12.xml" Id="R8a2e678f885d46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23e78d4959f4397" /><Relationship Type="http://schemas.openxmlformats.org/officeDocument/2006/relationships/image" Target="/ppt/media/image2.jpeg" Id="Rff4d35c2a11a470b" /><Relationship Type="http://schemas.openxmlformats.org/officeDocument/2006/relationships/image" Target="/ppt/media/image2.png" Id="R740db2829de64ef9" /><Relationship Type="http://schemas.openxmlformats.org/officeDocument/2006/relationships/notesSlide" Target="/ppt/notesSlides/notesSlide13.xml" Id="R1919e02d1cf64e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98bc98eea87459b" /><Relationship Type="http://schemas.openxmlformats.org/officeDocument/2006/relationships/image" Target="/ppt/media/image2.jpeg" Id="Ra73bde3886554d41" /><Relationship Type="http://schemas.openxmlformats.org/officeDocument/2006/relationships/image" Target="/ppt/media/image2.png" Id="R8013140f06174d35" /><Relationship Type="http://schemas.openxmlformats.org/officeDocument/2006/relationships/image" Target="/ppt/media/image4.jpeg" Id="Rc38092668a3d43d2" /><Relationship Type="http://schemas.openxmlformats.org/officeDocument/2006/relationships/image" Target="/ppt/media/image9.png" Id="R98864ef37df942e2" /><Relationship Type="http://schemas.openxmlformats.org/officeDocument/2006/relationships/notesSlide" Target="/ppt/notesSlides/notesSlide14.xml" Id="R9769e75b3b9c4e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64c3caae7d34274" /><Relationship Type="http://schemas.openxmlformats.org/officeDocument/2006/relationships/image" Target="/ppt/media/image2.jpeg" Id="Rb1268abd345e41b9" /><Relationship Type="http://schemas.openxmlformats.org/officeDocument/2006/relationships/image" Target="/ppt/media/image2.png" Id="R63dc2435b2404ca3" /><Relationship Type="http://schemas.openxmlformats.org/officeDocument/2006/relationships/notesSlide" Target="/ppt/notesSlides/notesSlide15.xml" Id="Rf5db0e17b6db4d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67a25d3c0144b3c" /><Relationship Type="http://schemas.openxmlformats.org/officeDocument/2006/relationships/image" Target="/ppt/media/image2.jpeg" Id="Rccbd8713aea24830" /><Relationship Type="http://schemas.openxmlformats.org/officeDocument/2006/relationships/image" Target="/ppt/media/image2.png" Id="Rd9df6c307a9e4449" /><Relationship Type="http://schemas.openxmlformats.org/officeDocument/2006/relationships/image" Target="/ppt/media/image4.png" Id="R9a46645dcc1747d5" /><Relationship Type="http://schemas.openxmlformats.org/officeDocument/2006/relationships/image" Target="/ppt/media/image10.png" Id="Rb5995e8b7ac64eb0" /><Relationship Type="http://schemas.openxmlformats.org/officeDocument/2006/relationships/notesSlide" Target="/ppt/notesSlides/notesSlide16.xml" Id="Rfce7842a4de545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0c2738d15c54c0d" /><Relationship Type="http://schemas.openxmlformats.org/officeDocument/2006/relationships/image" Target="/ppt/media/image2.jpeg" Id="R036ae9d4ef2844b3" /><Relationship Type="http://schemas.openxmlformats.org/officeDocument/2006/relationships/image" Target="/ppt/media/image2.png" Id="Rb631e07c1b184afa" /><Relationship Type="http://schemas.openxmlformats.org/officeDocument/2006/relationships/image" Target="/ppt/media/image11.png" Id="Re27c40b8996a4a8a" /><Relationship Type="http://schemas.openxmlformats.org/officeDocument/2006/relationships/image" Target="/ppt/media/image12.png" Id="Re66665cfd1af412d" /><Relationship Type="http://schemas.openxmlformats.org/officeDocument/2006/relationships/notesSlide" Target="/ppt/notesSlides/notesSlide17.xml" Id="Rbe5800f4ee134d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c579ce6a3784203" /><Relationship Type="http://schemas.openxmlformats.org/officeDocument/2006/relationships/image" Target="/ppt/media/image2.jpeg" Id="R1ec1f326dbcc49de" /><Relationship Type="http://schemas.openxmlformats.org/officeDocument/2006/relationships/image" Target="/ppt/media/image2.png" Id="R52bd71dea01e4e68" /><Relationship Type="http://schemas.openxmlformats.org/officeDocument/2006/relationships/image" Target="/ppt/media/image11.png" Id="Rd8ab444c09294280" /><Relationship Type="http://schemas.openxmlformats.org/officeDocument/2006/relationships/image" Target="/ppt/media/image13.png" Id="R75a905f35afd4bf9" /><Relationship Type="http://schemas.openxmlformats.org/officeDocument/2006/relationships/image" Target="/ppt/media/image5.jpeg" Id="Ra397f3fdc1a142a1" /><Relationship Type="http://schemas.openxmlformats.org/officeDocument/2006/relationships/image" Target="/ppt/media/image14.png" Id="Rbbf8ce9ca3224a4e" /><Relationship Type="http://schemas.openxmlformats.org/officeDocument/2006/relationships/notesSlide" Target="/ppt/notesSlides/notesSlide18.xml" Id="Ra3e101fd3ce845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2148860fd9640d2" /><Relationship Type="http://schemas.openxmlformats.org/officeDocument/2006/relationships/image" Target="/ppt/media/image2.jpeg" Id="Rdb5f36575c5d47cd" /><Relationship Type="http://schemas.openxmlformats.org/officeDocument/2006/relationships/image" Target="/ppt/media/image2.png" Id="R199049b5a3494d3a" /><Relationship Type="http://schemas.openxmlformats.org/officeDocument/2006/relationships/notesSlide" Target="/ppt/notesSlides/notesSlide19.xml" Id="R05b507aae962438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f6c3d0bddb24153" /><Relationship Type="http://schemas.openxmlformats.org/officeDocument/2006/relationships/image" Target="/ppt/media/image2.jpeg" Id="R8faadbd66e2d41a9" /><Relationship Type="http://schemas.openxmlformats.org/officeDocument/2006/relationships/image" Target="/ppt/media/image2.png" Id="R90566f3e33b94eb3" /><Relationship Type="http://schemas.openxmlformats.org/officeDocument/2006/relationships/notesSlide" Target="/ppt/notesSlides/notesSlide20.xml" Id="R9c59ad81687845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76ae96ffcaf49fa" /><Relationship Type="http://schemas.openxmlformats.org/officeDocument/2006/relationships/image" Target="/ppt/media/image2.jpeg" Id="R6b35335831f147e7" /><Relationship Type="http://schemas.openxmlformats.org/officeDocument/2006/relationships/image" Target="/ppt/media/image2.png" Id="Redf58295bde44e14" /><Relationship Type="http://schemas.openxmlformats.org/officeDocument/2006/relationships/notesSlide" Target="/ppt/notesSlides/notesSlide21.xml" Id="Rb03236321c5346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eb62103b05d4b4b" /><Relationship Type="http://schemas.openxmlformats.org/officeDocument/2006/relationships/image" Target="/ppt/media/image2.jpeg" Id="Reeddfe62a2544c34" /><Relationship Type="http://schemas.openxmlformats.org/officeDocument/2006/relationships/image" Target="/ppt/media/image2.png" Id="R2cbf403eea8f4f88" /><Relationship Type="http://schemas.openxmlformats.org/officeDocument/2006/relationships/notesSlide" Target="/ppt/notesSlides/notesSlide22.xml" Id="Ra494db1855b944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190c3f1706b4c7d" /><Relationship Type="http://schemas.openxmlformats.org/officeDocument/2006/relationships/image" Target="/ppt/media/image2.jpeg" Id="Rd776ad7bdf0d47f3" /><Relationship Type="http://schemas.openxmlformats.org/officeDocument/2006/relationships/image" Target="/ppt/media/image2.png" Id="R16079fa249c94bee" /><Relationship Type="http://schemas.openxmlformats.org/officeDocument/2006/relationships/notesSlide" Target="/ppt/notesSlides/notesSlide23.xml" Id="Rdbdeb52aa10340f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d8cf88128694235" /><Relationship Type="http://schemas.openxmlformats.org/officeDocument/2006/relationships/image" Target="/ppt/media/image2.jpeg" Id="Raff1c09265bd43ab" /><Relationship Type="http://schemas.openxmlformats.org/officeDocument/2006/relationships/image" Target="/ppt/media/image2.png" Id="R1842dd0243224898" /><Relationship Type="http://schemas.openxmlformats.org/officeDocument/2006/relationships/image" Target="/ppt/media/image4.png" Id="Recf0f5333341417d" /><Relationship Type="http://schemas.openxmlformats.org/officeDocument/2006/relationships/image" Target="/ppt/media/image15.png" Id="R8d857b1c8c0c458f" /><Relationship Type="http://schemas.openxmlformats.org/officeDocument/2006/relationships/notesSlide" Target="/ppt/notesSlides/notesSlide24.xml" Id="R36674a63c50244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23f1db005e74eb2" /><Relationship Type="http://schemas.openxmlformats.org/officeDocument/2006/relationships/image" Target="/ppt/media/image2.jpeg" Id="Rf1299c5fa32d4aa2" /><Relationship Type="http://schemas.openxmlformats.org/officeDocument/2006/relationships/image" Target="/ppt/media/image2.png" Id="R38cd079b59514051" /><Relationship Type="http://schemas.openxmlformats.org/officeDocument/2006/relationships/notesSlide" Target="/ppt/notesSlides/notesSlide25.xml" Id="R84b3dc127024470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fb8fa5e45bc47a4" /><Relationship Type="http://schemas.openxmlformats.org/officeDocument/2006/relationships/image" Target="/ppt/media/image2.jpeg" Id="R24f835e9a33d4826" /><Relationship Type="http://schemas.openxmlformats.org/officeDocument/2006/relationships/image" Target="/ppt/media/image2.png" Id="Rf65976f96e744d1e" /><Relationship Type="http://schemas.openxmlformats.org/officeDocument/2006/relationships/chart" Target="/ppt/slides/charts/chart2.xml" Id="Rfa31cb97eb184b04" /><Relationship Type="http://schemas.openxmlformats.org/officeDocument/2006/relationships/notesSlide" Target="/ppt/notesSlides/notesSlide26.xml" Id="R7d157e53e2b349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c9d706e5bdb4c97" /><Relationship Type="http://schemas.openxmlformats.org/officeDocument/2006/relationships/image" Target="/ppt/media/image2.jpeg" Id="Rdc73bcd6b29940ed" /><Relationship Type="http://schemas.openxmlformats.org/officeDocument/2006/relationships/image" Target="/ppt/media/image2.png" Id="R78e549b4779141a6" /><Relationship Type="http://schemas.openxmlformats.org/officeDocument/2006/relationships/image" Target="/ppt/media/image16.png" Id="R5bcb02ac5cfa497a" /><Relationship Type="http://schemas.openxmlformats.org/officeDocument/2006/relationships/image" Target="/ppt/media/image17.png" Id="R05e08dee06eb48df" /><Relationship Type="http://schemas.openxmlformats.org/officeDocument/2006/relationships/notesSlide" Target="/ppt/notesSlides/notesSlide27.xml" Id="R564f8c7aa09a47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2e5a99a0e28490c" /><Relationship Type="http://schemas.openxmlformats.org/officeDocument/2006/relationships/image" Target="/ppt/media/image2.jpeg" Id="Rbf6801b4194c4b8d" /><Relationship Type="http://schemas.openxmlformats.org/officeDocument/2006/relationships/image" Target="/ppt/media/image2.png" Id="R19e473e34eb74fa9" /><Relationship Type="http://schemas.openxmlformats.org/officeDocument/2006/relationships/image" Target="/ppt/media/image4.png" Id="R974d13b434064991" /><Relationship Type="http://schemas.openxmlformats.org/officeDocument/2006/relationships/image" Target="/ppt/media/image18.png" Id="Ra03cdcc5225745af" /><Relationship Type="http://schemas.openxmlformats.org/officeDocument/2006/relationships/notesSlide" Target="/ppt/notesSlides/notesSlide28.xml" Id="R93e70594e3614fa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2d43d930dbf4549" /><Relationship Type="http://schemas.openxmlformats.org/officeDocument/2006/relationships/image" Target="/ppt/media/image2.jpeg" Id="Re5b81c62cf774382" /><Relationship Type="http://schemas.openxmlformats.org/officeDocument/2006/relationships/image" Target="/ppt/media/image2.png" Id="Rf15f608de7174bcb" /><Relationship Type="http://schemas.openxmlformats.org/officeDocument/2006/relationships/notesSlide" Target="/ppt/notesSlides/notesSlide29.xml" Id="R6b84cb964ea14c7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ca6e2aaaf9848ce" /><Relationship Type="http://schemas.openxmlformats.org/officeDocument/2006/relationships/image" Target="/ppt/media/image2.jpeg" Id="R82bfadca7c874309" /><Relationship Type="http://schemas.openxmlformats.org/officeDocument/2006/relationships/image" Target="/ppt/media/image2.png" Id="Rb9bb15e30097492a" /><Relationship Type="http://schemas.openxmlformats.org/officeDocument/2006/relationships/notesSlide" Target="/ppt/notesSlides/notesSlide30.xml" Id="R7a92389acf79417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d7a7f3b5ddf4387" /><Relationship Type="http://schemas.openxmlformats.org/officeDocument/2006/relationships/image" Target="/ppt/media/image2.jpeg" Id="R68052cf89e8d4e26" /><Relationship Type="http://schemas.openxmlformats.org/officeDocument/2006/relationships/image" Target="/ppt/media/image2.png" Id="R13a75398903041cc" /><Relationship Type="http://schemas.openxmlformats.org/officeDocument/2006/relationships/notesSlide" Target="/ppt/notesSlides/notesSlide31.xml" Id="R15edf1426b6640a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eb91f9b69b146f2" /><Relationship Type="http://schemas.openxmlformats.org/officeDocument/2006/relationships/image" Target="/ppt/media/image2.jpeg" Id="Rf11ae4f4684b42de" /><Relationship Type="http://schemas.openxmlformats.org/officeDocument/2006/relationships/image" Target="/ppt/media/image2.png" Id="R084c4f035e6e4877" /><Relationship Type="http://schemas.openxmlformats.org/officeDocument/2006/relationships/notesSlide" Target="/ppt/notesSlides/notesSlide32.xml" Id="R085e70c6985248e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eb252f772ad4a3c" /><Relationship Type="http://schemas.openxmlformats.org/officeDocument/2006/relationships/image" Target="/ppt/media/image2.jpeg" Id="Rea3218f193684bed" /><Relationship Type="http://schemas.openxmlformats.org/officeDocument/2006/relationships/image" Target="/ppt/media/image2.png" Id="R143cc15208aa48bc" /><Relationship Type="http://schemas.openxmlformats.org/officeDocument/2006/relationships/notesSlide" Target="/ppt/notesSlides/notesSlide33.xml" Id="Ref968188c4a442c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15ff6de79be4164" /><Relationship Type="http://schemas.openxmlformats.org/officeDocument/2006/relationships/image" Target="/ppt/media/image2.jpeg" Id="R13469fc631f94e74" /><Relationship Type="http://schemas.openxmlformats.org/officeDocument/2006/relationships/image" Target="/ppt/media/image2.png" Id="R1fdbc29bf2df48fe" /><Relationship Type="http://schemas.openxmlformats.org/officeDocument/2006/relationships/notesSlide" Target="/ppt/notesSlides/notesSlide34.xml" Id="R94016002e9aa4dc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2e77c1c83dc42c2" /><Relationship Type="http://schemas.openxmlformats.org/officeDocument/2006/relationships/image" Target="/ppt/media/image2.jpeg" Id="Rc603ad2e5d9f4f21" /><Relationship Type="http://schemas.openxmlformats.org/officeDocument/2006/relationships/image" Target="/ppt/media/image2.png" Id="R05b6391fddb5413e" /><Relationship Type="http://schemas.openxmlformats.org/officeDocument/2006/relationships/notesSlide" Target="/ppt/notesSlides/notesSlide35.xml" Id="R663ec4d489764a0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58834748d214f5b" /><Relationship Type="http://schemas.openxmlformats.org/officeDocument/2006/relationships/image" Target="/ppt/media/image2.jpeg" Id="Rc9b6b20a2a0b4a33" /><Relationship Type="http://schemas.openxmlformats.org/officeDocument/2006/relationships/image" Target="/ppt/media/image2.png" Id="R7feaba44d75a47eb" /><Relationship Type="http://schemas.openxmlformats.org/officeDocument/2006/relationships/notesSlide" Target="/ppt/notesSlides/notesSlide36.xml" Id="R52c7bb45008042c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6aff3c6cf094aa7" /><Relationship Type="http://schemas.openxmlformats.org/officeDocument/2006/relationships/image" Target="/ppt/media/image2.jpeg" Id="R20d982c34cc84e3f" /><Relationship Type="http://schemas.openxmlformats.org/officeDocument/2006/relationships/image" Target="/ppt/media/image2.png" Id="Rb0be0433fb1a4198" /><Relationship Type="http://schemas.openxmlformats.org/officeDocument/2006/relationships/image" Target="/ppt/media/image19.png" Id="Rf43f5fb7846f4dec" /><Relationship Type="http://schemas.openxmlformats.org/officeDocument/2006/relationships/notesSlide" Target="/ppt/notesSlides/notesSlide37.xml" Id="R1bc991d6b1ed4ae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c9bedd16c8f14b69" /><Relationship Type="http://schemas.openxmlformats.org/officeDocument/2006/relationships/image" Target="/ppt/media/image2.jpeg" Id="Rf881b14ba339457c" /><Relationship Type="http://schemas.openxmlformats.org/officeDocument/2006/relationships/image" Target="/ppt/media/image.gif" Id="R9bed761d831447c2" /><Relationship Type="http://schemas.openxmlformats.org/officeDocument/2006/relationships/image" Target="/ppt/media/image2.png" Id="Rf2e0e72c89e84cee" /><Relationship Type="http://schemas.openxmlformats.org/officeDocument/2006/relationships/notesSlide" Target="/ppt/notesSlides/notesSlide38.xml" Id="Rbb6d91be81194343"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b29a395b92a1433a">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2357c0b502e54345">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96fc124eaf34f1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684471fbf03449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9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eaf5fe4e3a4f461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0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ebe1d693bf0f41f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0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a8628cbf43684683">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0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a7299d5331f847b1">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0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53da609e6be42d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24d9d4c6669420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82cc293419e84077"/>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2a11f8c3f0344e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fe00c4fcc1c430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284a8b37ed9447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a8550999387462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d76b4b9513d4f3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c93ee6c72d4c3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2c3ac63daf1749ff"/>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76c0053d1c94e2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c7d4165f33544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66f062a208f44b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b9c1dd5ac054e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6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f094a8f4f85f475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7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f8e060a6ea674e0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7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3b698a31a4d74c1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7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9937b8da2129426e">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7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84780c3a57d429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c03795c57e74c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a7f272df641c4c03"/>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c765fafbd85427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4d35c2a11a470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40db2829de64ef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73bde3886554d4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013140f06174d3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1"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2"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9E5421A0-D522-4C8D-9A2F-F019BEAACAF5}"/>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6" name=""/>
          <p:cNvPicPr>
            <a:picLocks xmlns:a="http://schemas.openxmlformats.org/drawingml/2006/main" noChangeAspect="1"/>
          </p:cNvPicPr>
          <p:nvPr/>
        </p:nvPicPr>
        <p:blipFill>
          <a:blip xmlns:r="http://schemas.openxmlformats.org/officeDocument/2006/relationships" xmlns:a="http://schemas.openxmlformats.org/drawingml/2006/main" r:embed="Rc38092668a3d43d2"/>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7" name=""/>
          <p:cNvPicPr>
            <a:picLocks xmlns:a="http://schemas.openxmlformats.org/drawingml/2006/main" noChangeAspect="1"/>
          </p:cNvPicPr>
          <p:nvPr/>
        </p:nvPicPr>
        <p:blipFill>
          <a:blip xmlns:r="http://schemas.openxmlformats.org/officeDocument/2006/relationships" xmlns:a="http://schemas.openxmlformats.org/drawingml/2006/main" r:embed="R98864ef37df942e2"/>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1268abd345e41b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3dc2435b2404c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489"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ccbd8713aea248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90"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d9df6c307a9e444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91"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9a46645dcc1747d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93"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b5995e8b7ac64eb0">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497"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36ae9d4ef2844b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631e07c1b184af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8" name=""/>
          <p:cNvPicPr>
            <a:picLocks xmlns:a="http://schemas.openxmlformats.org/drawingml/2006/main" noChangeAspect="1"/>
          </p:cNvPicPr>
          <p:nvPr/>
        </p:nvPicPr>
        <p:blipFill>
          <a:blip xmlns:r="http://schemas.openxmlformats.org/officeDocument/2006/relationships" xmlns:a="http://schemas.openxmlformats.org/drawingml/2006/main" r:embed="Re27c40b8996a4a8a"/>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127C84B5-7A3D-4341-8F18-B7E134A7DA19}"/>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42" name=""/>
          <p:cNvPicPr>
            <a:picLocks xmlns:a="http://schemas.openxmlformats.org/drawingml/2006/main" noChangeAspect="1"/>
          </p:cNvPicPr>
          <p:nvPr/>
        </p:nvPicPr>
        <p:blipFill>
          <a:blip xmlns:r="http://schemas.openxmlformats.org/officeDocument/2006/relationships" xmlns:a="http://schemas.openxmlformats.org/drawingml/2006/main" r:embed="Re66665cfd1af412d"/>
          <a:stretch xmlns:a="http://schemas.openxmlformats.org/drawingml/2006/main"/>
        </p:blipFill>
        <p:spPr>
          <a:xfrm xmlns:a="http://schemas.openxmlformats.org/drawingml/2006/main">
            <a:off x="3403600" y="1200150"/>
            <a:ext cx="5384800" cy="40386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DA289AC0-297B-4911-B1B8-AB49C619B379}"/>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6816"/>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Secure Aggregation and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ec1f326dbcc49d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2bd71dea01e4e6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3" name=""/>
          <p:cNvPicPr>
            <a:picLocks xmlns:a="http://schemas.openxmlformats.org/drawingml/2006/main" noChangeAspect="1"/>
          </p:cNvPicPr>
          <p:nvPr/>
        </p:nvPicPr>
        <p:blipFill>
          <a:blip xmlns:r="http://schemas.openxmlformats.org/officeDocument/2006/relationships" xmlns:a="http://schemas.openxmlformats.org/drawingml/2006/main" r:embed="Rd8ab444c09294280"/>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E739CBF-2D69-4DE0-B374-29857D6B7998}"/>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47" name=""/>
          <p:cNvPicPr>
            <a:picLocks xmlns:a="http://schemas.openxmlformats.org/drawingml/2006/main" noChangeAspect="1"/>
          </p:cNvPicPr>
          <p:nvPr/>
        </p:nvPicPr>
        <p:blipFill>
          <a:blip xmlns:r="http://schemas.openxmlformats.org/officeDocument/2006/relationships" xmlns:a="http://schemas.openxmlformats.org/drawingml/2006/main" r:embed="R75a905f35afd4bf9"/>
          <a:stretch xmlns:a="http://schemas.openxmlformats.org/drawingml/2006/main"/>
        </p:blipFill>
        <p:spPr>
          <a:xfrm xmlns:a="http://schemas.openxmlformats.org/drawingml/2006/main">
            <a:off x="3549650" y="1304925"/>
            <a:ext cx="5092700" cy="38195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78AC54BD-0E13-4D08-AC56-785203ACE7A9}"/>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20A8C925-DAC8-4BE9-A885-10D54865EB43}"/>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33" name="system-split-footer-rule">
            <a:extLst xmlns:a="http://schemas.openxmlformats.org/drawingml/2006/main">
              <a:ext uri="{FF2B5EF4-FFF2-40B4-BE49-F238E27FC236}">
                <a16:creationId xmlns:a16="http://schemas.microsoft.com/office/drawing/2014/main" id="{AB8E5F4E-F888-4D96-973B-9E7BEE28775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a397f3fdc1a142a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52" name=""/>
          <p:cNvPicPr>
            <a:picLocks xmlns:a="http://schemas.openxmlformats.org/drawingml/2006/main" noChangeAspect="1"/>
          </p:cNvPicPr>
          <p:nvPr/>
        </p:nvPicPr>
        <p:blipFill>
          <a:blip xmlns:r="http://schemas.openxmlformats.org/officeDocument/2006/relationships" xmlns:a="http://schemas.openxmlformats.org/drawingml/2006/main" r:embed="Rbbf8ce9ca3224a4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2CE1F889-D9EA-429A-A9A0-75AA01B64CF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b5f36575c5d47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99049b5a3494d3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faadbd66e2d41a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0566f3e33b94eb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b35335831f147e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df58295bde44e1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eddfe62a2544c3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bf403eea8f4f8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776ad7bdf0d47f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6079fa249c94b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58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aff1c09265bd43a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8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1842dd024322489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8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ecf0f5333341417d">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9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8d857b1c8c0c458f">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9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1299c5fa32d4a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8cd079b595140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4f835e9a33d482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65976f96e744d1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fa31cb97eb184b04"/>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c73bcd6b29940e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8e549b4779141a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5bcb02ac5cfa497a"/>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05e08dee06eb48df"/>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632"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bf6801b4194c4b8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33"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19e473e34eb74f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34"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974d13b43406499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36"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a03cdcc5225745af">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3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5b81c62cf77438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15f608de7174bc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2bfadca7c87430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9bb15e30097492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8052cf89e8d4e2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3a75398903041c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11ae4f4684b42d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84c4f035e6e487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a3218f193684be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43cc15208aa48b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3469fc631f94e7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fdbc29bf2df48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603ad2e5d9f4f2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b6391fddb5413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9b6b20a2a0b4a3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feaba44d75a47e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0d982c34cc84e3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0be0433fb1a419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f43f5fb7846f4dec">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f881b14ba339457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9bed761d831447c2">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2e0e72c89e84c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2026-09-24T03:04:32.8720000Z</dcterms:created>
  <dcterms:modified xsi:type="dcterms:W3CDTF">2026-09-24T03:04:32.8720000Z</dcterms:modified>
</coreProperties>
</file>