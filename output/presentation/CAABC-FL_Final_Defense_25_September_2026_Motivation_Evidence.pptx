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77ec8a1d484cae" /><Relationship Type="http://schemas.openxmlformats.org/officeDocument/2006/relationships/extended-properties" Target="/docProps/app.xml" Id="Raae33318e6bc4b08" /><Relationship Type="http://schemas.openxmlformats.org/officeDocument/2006/relationships/officeDocument" Target="/ppt/presentation.xml" Id="Rafbf9b4e1d6c46cc" /></Relationships>
</file>

<file path=ppt/presentation.xml><?xml version="1.0" encoding="utf-8"?>
<p:presentation xmlns:p="http://schemas.openxmlformats.org/presentationml/2006/main">
  <p:sldMasterIdLst>
    <p:sldMasterId xmlns:r="http://schemas.openxmlformats.org/officeDocument/2006/relationships" id="2147483648" r:id="R6062f8b9ee7f4e34"/>
  </p:sldMasterIdLst>
  <p:notesMasterIdLst>
    <p:notesMasterId xmlns:r="http://schemas.openxmlformats.org/officeDocument/2006/relationships" r:id="R218a9736168a4363"/>
  </p:notesMasterIdLst>
  <p:sldIdLst>
    <p:sldId xmlns:r="http://schemas.openxmlformats.org/officeDocument/2006/relationships" id="256" r:id="R26485ab5506242be"/>
    <p:sldId xmlns:r="http://schemas.openxmlformats.org/officeDocument/2006/relationships" id="257" r:id="R4232dfc21ddc420b"/>
    <p:sldId xmlns:r="http://schemas.openxmlformats.org/officeDocument/2006/relationships" id="258" r:id="Rfb018897a37d4f22"/>
    <p:sldId xmlns:r="http://schemas.openxmlformats.org/officeDocument/2006/relationships" id="259" r:id="R9dad1427ef5c4300"/>
    <p:sldId xmlns:r="http://schemas.openxmlformats.org/officeDocument/2006/relationships" id="260" r:id="R6db7094c19bf43e9"/>
    <p:sldId xmlns:r="http://schemas.openxmlformats.org/officeDocument/2006/relationships" id="261" r:id="Rda6c53983fcf48d7"/>
    <p:sldId xmlns:r="http://schemas.openxmlformats.org/officeDocument/2006/relationships" id="262" r:id="R9bc935946ff94c44"/>
    <p:sldId xmlns:r="http://schemas.openxmlformats.org/officeDocument/2006/relationships" id="263" r:id="R9f4258c37bb74dc1"/>
    <p:sldId xmlns:r="http://schemas.openxmlformats.org/officeDocument/2006/relationships" id="264" r:id="Rad9ac72f369d4038"/>
    <p:sldId xmlns:r="http://schemas.openxmlformats.org/officeDocument/2006/relationships" id="265" r:id="R56d68b66158d4969"/>
    <p:sldId xmlns:r="http://schemas.openxmlformats.org/officeDocument/2006/relationships" id="266" r:id="R55f72c2ef6884d1f"/>
    <p:sldId xmlns:r="http://schemas.openxmlformats.org/officeDocument/2006/relationships" id="267" r:id="R02d287a8f6be4ca5"/>
    <p:sldId xmlns:r="http://schemas.openxmlformats.org/officeDocument/2006/relationships" id="268" r:id="R73e9066934934ef2"/>
    <p:sldId xmlns:r="http://schemas.openxmlformats.org/officeDocument/2006/relationships" id="269" r:id="Raca15831d97f4a8b"/>
    <p:sldId xmlns:r="http://schemas.openxmlformats.org/officeDocument/2006/relationships" id="270" r:id="R34d86d4768dd49a8"/>
    <p:sldId xmlns:r="http://schemas.openxmlformats.org/officeDocument/2006/relationships" id="271" r:id="R9c1652fa9b6241ef"/>
    <p:sldId xmlns:r="http://schemas.openxmlformats.org/officeDocument/2006/relationships" id="272" r:id="R38c61aed48af432b"/>
    <p:sldId xmlns:r="http://schemas.openxmlformats.org/officeDocument/2006/relationships" id="273" r:id="R378f16d55ee14491"/>
    <p:sldId xmlns:r="http://schemas.openxmlformats.org/officeDocument/2006/relationships" id="274" r:id="R44fe70564f5c49ef"/>
    <p:sldId xmlns:r="http://schemas.openxmlformats.org/officeDocument/2006/relationships" id="275" r:id="R2d8748e7d5d048c4"/>
    <p:sldId xmlns:r="http://schemas.openxmlformats.org/officeDocument/2006/relationships" id="276" r:id="Rc1e34574259441e1"/>
    <p:sldId xmlns:r="http://schemas.openxmlformats.org/officeDocument/2006/relationships" id="277" r:id="R7e39045dc6ff4dc0"/>
    <p:sldId xmlns:r="http://schemas.openxmlformats.org/officeDocument/2006/relationships" id="278" r:id="R2e1c3eb0d4c9444a"/>
    <p:sldId xmlns:r="http://schemas.openxmlformats.org/officeDocument/2006/relationships" id="279" r:id="Rd96ba3d4c94441b6"/>
    <p:sldId xmlns:r="http://schemas.openxmlformats.org/officeDocument/2006/relationships" id="280" r:id="Ra85347a4c5c449dd"/>
    <p:sldId xmlns:r="http://schemas.openxmlformats.org/officeDocument/2006/relationships" id="281" r:id="R9ca8adec88ee4f40"/>
    <p:sldId xmlns:r="http://schemas.openxmlformats.org/officeDocument/2006/relationships" id="282" r:id="R394109b6d1544856"/>
    <p:sldId xmlns:r="http://schemas.openxmlformats.org/officeDocument/2006/relationships" id="283" r:id="Rabe01f051c364482"/>
    <p:sldId xmlns:r="http://schemas.openxmlformats.org/officeDocument/2006/relationships" id="284" r:id="R4fc5111b24f64e81"/>
    <p:sldId xmlns:r="http://schemas.openxmlformats.org/officeDocument/2006/relationships" id="285" r:id="R7a826a0d232941ca"/>
    <p:sldId xmlns:r="http://schemas.openxmlformats.org/officeDocument/2006/relationships" id="286" r:id="Rd0c4b729a7f94801"/>
    <p:sldId xmlns:r="http://schemas.openxmlformats.org/officeDocument/2006/relationships" id="287" r:id="R25f9dfe09ce945c4"/>
    <p:sldId xmlns:r="http://schemas.openxmlformats.org/officeDocument/2006/relationships" id="288" r:id="R1f3a192a179d4c4f"/>
    <p:sldId xmlns:r="http://schemas.openxmlformats.org/officeDocument/2006/relationships" id="289" r:id="Rae75609938644d0d"/>
    <p:sldId xmlns:r="http://schemas.openxmlformats.org/officeDocument/2006/relationships" id="290" r:id="Rdf02b51c3d984747"/>
    <p:sldId xmlns:r="http://schemas.openxmlformats.org/officeDocument/2006/relationships" id="291" r:id="R8bbdc98218fa45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1eec0d534cc4286" /><Relationship Type="http://schemas.openxmlformats.org/officeDocument/2006/relationships/slideMaster" Target="/ppt/slideMasters/slideMaster1.xml" Id="R6062f8b9ee7f4e34" /><Relationship Type="http://schemas.openxmlformats.org/officeDocument/2006/relationships/notesMaster" Target="/ppt/notesMasters/notesMaster1.xml" Id="R218a9736168a4363" /><Relationship Type="http://schemas.openxmlformats.org/officeDocument/2006/relationships/presProps" Target="/ppt/presProps.xml" Id="R97859ee5d18e4583" /><Relationship Type="http://schemas.openxmlformats.org/officeDocument/2006/relationships/viewProps" Target="/ppt/viewProps.xml" Id="R8742d4c39d9c4e03" /><Relationship Type="http://schemas.openxmlformats.org/officeDocument/2006/relationships/tableStyles" Target="/ppt/tableStyles.xml" Id="Rf14cb5949aca4e06" /><Relationship Type="http://schemas.openxmlformats.org/officeDocument/2006/relationships/slide" Target="/ppt/slides/slide1.xml" Id="R26485ab5506242be" /><Relationship Type="http://schemas.openxmlformats.org/officeDocument/2006/relationships/slide" Target="/ppt/slides/slide2.xml" Id="R4232dfc21ddc420b" /><Relationship Type="http://schemas.openxmlformats.org/officeDocument/2006/relationships/slide" Target="/ppt/slides/slide3.xml" Id="Rfb018897a37d4f22" /><Relationship Type="http://schemas.openxmlformats.org/officeDocument/2006/relationships/slide" Target="/ppt/slides/slide4.xml" Id="R9dad1427ef5c4300" /><Relationship Type="http://schemas.openxmlformats.org/officeDocument/2006/relationships/slide" Target="/ppt/slides/slide5.xml" Id="R6db7094c19bf43e9" /><Relationship Type="http://schemas.openxmlformats.org/officeDocument/2006/relationships/slide" Target="/ppt/slides/slide6.xml" Id="Rda6c53983fcf48d7" /><Relationship Type="http://schemas.openxmlformats.org/officeDocument/2006/relationships/slide" Target="/ppt/slides/slide7.xml" Id="R9bc935946ff94c44" /><Relationship Type="http://schemas.openxmlformats.org/officeDocument/2006/relationships/slide" Target="/ppt/slides/slide8.xml" Id="R9f4258c37bb74dc1" /><Relationship Type="http://schemas.openxmlformats.org/officeDocument/2006/relationships/slide" Target="/ppt/slides/slide9.xml" Id="Rad9ac72f369d4038" /><Relationship Type="http://schemas.openxmlformats.org/officeDocument/2006/relationships/slide" Target="/ppt/slides/slide10.xml" Id="R56d68b66158d4969" /><Relationship Type="http://schemas.openxmlformats.org/officeDocument/2006/relationships/slide" Target="/ppt/slides/slide11.xml" Id="R55f72c2ef6884d1f" /><Relationship Type="http://schemas.openxmlformats.org/officeDocument/2006/relationships/slide" Target="/ppt/slides/slide12.xml" Id="R02d287a8f6be4ca5" /><Relationship Type="http://schemas.openxmlformats.org/officeDocument/2006/relationships/slide" Target="/ppt/slides/slide13.xml" Id="R73e9066934934ef2" /><Relationship Type="http://schemas.openxmlformats.org/officeDocument/2006/relationships/slide" Target="/ppt/slides/slide14.xml" Id="Raca15831d97f4a8b" /><Relationship Type="http://schemas.openxmlformats.org/officeDocument/2006/relationships/slide" Target="/ppt/slides/slide15.xml" Id="R34d86d4768dd49a8" /><Relationship Type="http://schemas.openxmlformats.org/officeDocument/2006/relationships/slide" Target="/ppt/slides/slide16.xml" Id="R9c1652fa9b6241ef" /><Relationship Type="http://schemas.openxmlformats.org/officeDocument/2006/relationships/slide" Target="/ppt/slides/slide17.xml" Id="R38c61aed48af432b" /><Relationship Type="http://schemas.openxmlformats.org/officeDocument/2006/relationships/slide" Target="/ppt/slides/slide18.xml" Id="R378f16d55ee14491" /><Relationship Type="http://schemas.openxmlformats.org/officeDocument/2006/relationships/slide" Target="/ppt/slides/slide19.xml" Id="R44fe70564f5c49ef" /><Relationship Type="http://schemas.openxmlformats.org/officeDocument/2006/relationships/slide" Target="/ppt/slides/slide20.xml" Id="R2d8748e7d5d048c4" /><Relationship Type="http://schemas.openxmlformats.org/officeDocument/2006/relationships/slide" Target="/ppt/slides/slide21.xml" Id="Rc1e34574259441e1" /><Relationship Type="http://schemas.openxmlformats.org/officeDocument/2006/relationships/slide" Target="/ppt/slides/slide22.xml" Id="R7e39045dc6ff4dc0" /><Relationship Type="http://schemas.openxmlformats.org/officeDocument/2006/relationships/slide" Target="/ppt/slides/slide23.xml" Id="R2e1c3eb0d4c9444a" /><Relationship Type="http://schemas.openxmlformats.org/officeDocument/2006/relationships/slide" Target="/ppt/slides/slide24.xml" Id="Rd96ba3d4c94441b6" /><Relationship Type="http://schemas.openxmlformats.org/officeDocument/2006/relationships/slide" Target="/ppt/slides/slide25.xml" Id="Ra85347a4c5c449dd" /><Relationship Type="http://schemas.openxmlformats.org/officeDocument/2006/relationships/slide" Target="/ppt/slides/slide26.xml" Id="R9ca8adec88ee4f40" /><Relationship Type="http://schemas.openxmlformats.org/officeDocument/2006/relationships/slide" Target="/ppt/slides/slide27.xml" Id="R394109b6d1544856" /><Relationship Type="http://schemas.openxmlformats.org/officeDocument/2006/relationships/slide" Target="/ppt/slides/slide28.xml" Id="Rabe01f051c364482" /><Relationship Type="http://schemas.openxmlformats.org/officeDocument/2006/relationships/slide" Target="/ppt/slides/slide29.xml" Id="R4fc5111b24f64e81" /><Relationship Type="http://schemas.openxmlformats.org/officeDocument/2006/relationships/slide" Target="/ppt/slides/slide30.xml" Id="R7a826a0d232941ca" /><Relationship Type="http://schemas.openxmlformats.org/officeDocument/2006/relationships/slide" Target="/ppt/slides/slide31.xml" Id="Rd0c4b729a7f94801" /><Relationship Type="http://schemas.openxmlformats.org/officeDocument/2006/relationships/slide" Target="/ppt/slides/slide32.xml" Id="R25f9dfe09ce945c4" /><Relationship Type="http://schemas.openxmlformats.org/officeDocument/2006/relationships/slide" Target="/ppt/slides/slide33.xml" Id="R1f3a192a179d4c4f" /><Relationship Type="http://schemas.openxmlformats.org/officeDocument/2006/relationships/slide" Target="/ppt/slides/slide34.xml" Id="Rae75609938644d0d" /><Relationship Type="http://schemas.openxmlformats.org/officeDocument/2006/relationships/slide" Target="/ppt/slides/slide35.xml" Id="Rdf02b51c3d984747" /><Relationship Type="http://schemas.openxmlformats.org/officeDocument/2006/relationships/slide" Target="/ppt/slides/slide36.xml" Id="R8bbdc98218fa45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5507f193649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c623ad17c14f4a" /><Relationship Type="http://schemas.openxmlformats.org/officeDocument/2006/relationships/notesMaster" Target="/ppt/notesMasters/notesMaster1.xml" Id="Rc8fd40b0c8ca4d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f1d3bfb59f4d92" /><Relationship Type="http://schemas.openxmlformats.org/officeDocument/2006/relationships/notesMaster" Target="/ppt/notesMasters/notesMaster1.xml" Id="R00f8606e3a03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02741e8d454741" /><Relationship Type="http://schemas.openxmlformats.org/officeDocument/2006/relationships/notesMaster" Target="/ppt/notesMasters/notesMaster1.xml" Id="Rd7efc2237ee048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4c10220d634509" /><Relationship Type="http://schemas.openxmlformats.org/officeDocument/2006/relationships/notesMaster" Target="/ppt/notesMasters/notesMaster1.xml" Id="R240dd4cf9ab646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5242dd6437416a" /><Relationship Type="http://schemas.openxmlformats.org/officeDocument/2006/relationships/notesMaster" Target="/ppt/notesMasters/notesMaster1.xml" Id="R96f579b73a0b45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78a0c47b8743d7" /><Relationship Type="http://schemas.openxmlformats.org/officeDocument/2006/relationships/notesMaster" Target="/ppt/notesMasters/notesMaster1.xml" Id="R1c6c9546a2e646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20c7642584484b" /><Relationship Type="http://schemas.openxmlformats.org/officeDocument/2006/relationships/notesMaster" Target="/ppt/notesMasters/notesMaster1.xml" Id="Rbffc13e6868543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c6912e6c35400e" /><Relationship Type="http://schemas.openxmlformats.org/officeDocument/2006/relationships/notesMaster" Target="/ppt/notesMasters/notesMaster1.xml" Id="Ree890a486a3742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df20fac9d7464b" /><Relationship Type="http://schemas.openxmlformats.org/officeDocument/2006/relationships/notesMaster" Target="/ppt/notesMasters/notesMaster1.xml" Id="Rc7754eb5c4634d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8cf8985ec04725" /><Relationship Type="http://schemas.openxmlformats.org/officeDocument/2006/relationships/notesMaster" Target="/ppt/notesMasters/notesMaster1.xml" Id="Rc15bfae2074e43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843d551bba45c8" /><Relationship Type="http://schemas.openxmlformats.org/officeDocument/2006/relationships/notesMaster" Target="/ppt/notesMasters/notesMaster1.xml" Id="Rfecb758d8b1f47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3db00d865a4ce9" /><Relationship Type="http://schemas.openxmlformats.org/officeDocument/2006/relationships/notesMaster" Target="/ppt/notesMasters/notesMaster1.xml" Id="R44f84823cdc14e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ce9b185b20465b" /><Relationship Type="http://schemas.openxmlformats.org/officeDocument/2006/relationships/notesMaster" Target="/ppt/notesMasters/notesMaster1.xml" Id="R4cfab3301f9b4e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eaabf64d6845f8" /><Relationship Type="http://schemas.openxmlformats.org/officeDocument/2006/relationships/notesMaster" Target="/ppt/notesMasters/notesMaster1.xml" Id="R4722e19ec92d44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fc75f7997f40f4" /><Relationship Type="http://schemas.openxmlformats.org/officeDocument/2006/relationships/notesMaster" Target="/ppt/notesMasters/notesMaster1.xml" Id="R2c3c77593e4f4b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efebefb9cd4e11" /><Relationship Type="http://schemas.openxmlformats.org/officeDocument/2006/relationships/notesMaster" Target="/ppt/notesMasters/notesMaster1.xml" Id="R2a2ea70001e146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2b0c1f133242f7" /><Relationship Type="http://schemas.openxmlformats.org/officeDocument/2006/relationships/notesMaster" Target="/ppt/notesMasters/notesMaster1.xml" Id="Raee78a5c05904b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cc890ee54a4039" /><Relationship Type="http://schemas.openxmlformats.org/officeDocument/2006/relationships/notesMaster" Target="/ppt/notesMasters/notesMaster1.xml" Id="R333908c974d947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f6fb796a6444f3" /><Relationship Type="http://schemas.openxmlformats.org/officeDocument/2006/relationships/notesMaster" Target="/ppt/notesMasters/notesMaster1.xml" Id="R22f2b6067f064b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819065309e4244" /><Relationship Type="http://schemas.openxmlformats.org/officeDocument/2006/relationships/notesMaster" Target="/ppt/notesMasters/notesMaster1.xml" Id="Rfe36925201fd4c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18a156f7fe453c" /><Relationship Type="http://schemas.openxmlformats.org/officeDocument/2006/relationships/notesMaster" Target="/ppt/notesMasters/notesMaster1.xml" Id="Rafa5ddc185a24b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6e1468f8ac42fa" /><Relationship Type="http://schemas.openxmlformats.org/officeDocument/2006/relationships/notesMaster" Target="/ppt/notesMasters/notesMaster1.xml" Id="Re26a73237d654c8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1c4c65bfd1415d" /><Relationship Type="http://schemas.openxmlformats.org/officeDocument/2006/relationships/notesMaster" Target="/ppt/notesMasters/notesMaster1.xml" Id="R13fd9faa6ce146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341b8891104ef1" /><Relationship Type="http://schemas.openxmlformats.org/officeDocument/2006/relationships/notesMaster" Target="/ppt/notesMasters/notesMaster1.xml" Id="Rd62b9ae96aef41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3b62156ad94ba9" /><Relationship Type="http://schemas.openxmlformats.org/officeDocument/2006/relationships/notesMaster" Target="/ppt/notesMasters/notesMaster1.xml" Id="R27673c15927e48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6173b1eb7b46df" /><Relationship Type="http://schemas.openxmlformats.org/officeDocument/2006/relationships/notesMaster" Target="/ppt/notesMasters/notesMaster1.xml" Id="R8bbe7f4f07184b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9a279aacc4646ac" /><Relationship Type="http://schemas.openxmlformats.org/officeDocument/2006/relationships/notesMaster" Target="/ppt/notesMasters/notesMaster1.xml" Id="R1eed88c6023c40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369165162a4cc1" /><Relationship Type="http://schemas.openxmlformats.org/officeDocument/2006/relationships/notesMaster" Target="/ppt/notesMasters/notesMaster1.xml" Id="R3b55083303684a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6dd456400a64394" /><Relationship Type="http://schemas.openxmlformats.org/officeDocument/2006/relationships/notesMaster" Target="/ppt/notesMasters/notesMaster1.xml" Id="Rd49ae6f4aefb44c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f17f5cbb5b44227" /><Relationship Type="http://schemas.openxmlformats.org/officeDocument/2006/relationships/notesMaster" Target="/ppt/notesMasters/notesMaster1.xml" Id="Red905a0ec14344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46443783dc41e9" /><Relationship Type="http://schemas.openxmlformats.org/officeDocument/2006/relationships/notesMaster" Target="/ppt/notesMasters/notesMaster1.xml" Id="Rb756b864c4df491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6a74541451e4fee" /><Relationship Type="http://schemas.openxmlformats.org/officeDocument/2006/relationships/notesMaster" Target="/ppt/notesMasters/notesMaster1.xml" Id="Rd0fc038091dd420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66afaf00334da8" /><Relationship Type="http://schemas.openxmlformats.org/officeDocument/2006/relationships/notesMaster" Target="/ppt/notesMasters/notesMaster1.xml" Id="Rc0a154727cc345d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cf57549725c4e8d" /><Relationship Type="http://schemas.openxmlformats.org/officeDocument/2006/relationships/notesMaster" Target="/ppt/notesMasters/notesMaster1.xml" Id="R912e4ed0d12d4cf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2743dc291c4986" /><Relationship Type="http://schemas.openxmlformats.org/officeDocument/2006/relationships/notesMaster" Target="/ppt/notesMasters/notesMaster1.xml" Id="Rba8b912ba3d2453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63315fdaa7242b8" /><Relationship Type="http://schemas.openxmlformats.org/officeDocument/2006/relationships/notesMaster" Target="/ppt/notesMasters/notesMaster1.xml" Id="R752cc9df46f942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92ad16821f44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b74356312246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854a9ef2134a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75f49e764b49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daf418c3734e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c8d16c5f974a7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1c8bf7d86c04d8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79665c19fa4aa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b9ec7fe39a2423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0f4813475e6499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2870597c975440e"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0"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94342055fd4541" /><Relationship Type="http://schemas.openxmlformats.org/officeDocument/2006/relationships/slideLayout" Target="/ppt/slideLayouts/slideLayout1.xml" Id="R1c315f5e833c4a22" /><Relationship Type="http://schemas.openxmlformats.org/officeDocument/2006/relationships/slideLayout" Target="/ppt/slideLayouts/slideLayout2.xml" Id="R027df757c1dd4028" /><Relationship Type="http://schemas.openxmlformats.org/officeDocument/2006/relationships/slideLayout" Target="/ppt/slideLayouts/slideLayout3.xml" Id="R9a265f42dbf742c7" /><Relationship Type="http://schemas.openxmlformats.org/officeDocument/2006/relationships/slideLayout" Target="/ppt/slideLayouts/slideLayout4.xml" Id="R6a109ef9609949a1" /><Relationship Type="http://schemas.openxmlformats.org/officeDocument/2006/relationships/slideLayout" Target="/ppt/slideLayouts/slideLayout5.xml" Id="R77b4aa5d709e4aea" /><Relationship Type="http://schemas.openxmlformats.org/officeDocument/2006/relationships/slideLayout" Target="/ppt/slideLayouts/slideLayout6.xml" Id="R6d062752e05a4e46" /><Relationship Type="http://schemas.openxmlformats.org/officeDocument/2006/relationships/slideLayout" Target="/ppt/slideLayouts/slideLayout7.xml" Id="Rcf35493b63904410" /><Relationship Type="http://schemas.openxmlformats.org/officeDocument/2006/relationships/slideLayout" Target="/ppt/slideLayouts/slideLayout8.xml" Id="Rcda46a615d724c1e" /><Relationship Type="http://schemas.openxmlformats.org/officeDocument/2006/relationships/slideLayout" Target="/ppt/slideLayouts/slideLayout9.xml" Id="R31989e2235944b83" /><Relationship Type="http://schemas.openxmlformats.org/officeDocument/2006/relationships/slideLayout" Target="/ppt/slideLayouts/slideLayout10.xml" Id="R111e0b39867d4bf9" /><Relationship Type="http://schemas.openxmlformats.org/officeDocument/2006/relationships/slideLayout" Target="/ppt/slideLayouts/slideLayout11.xml" Id="R9690a77536634ca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c315f5e833c4a22"/>
    <p:sldLayoutId xmlns:r="http://schemas.openxmlformats.org/officeDocument/2006/relationships" id="2147483650" r:id="R027df757c1dd4028"/>
    <p:sldLayoutId xmlns:r="http://schemas.openxmlformats.org/officeDocument/2006/relationships" id="2147483651" r:id="R9a265f42dbf742c7"/>
    <p:sldLayoutId xmlns:r="http://schemas.openxmlformats.org/officeDocument/2006/relationships" id="2147483652" r:id="R6a109ef9609949a1"/>
    <p:sldLayoutId xmlns:r="http://schemas.openxmlformats.org/officeDocument/2006/relationships" id="2147483653" r:id="R77b4aa5d709e4aea"/>
    <p:sldLayoutId xmlns:r="http://schemas.openxmlformats.org/officeDocument/2006/relationships" id="2147483654" r:id="R6d062752e05a4e46"/>
    <p:sldLayoutId xmlns:r="http://schemas.openxmlformats.org/officeDocument/2006/relationships" id="2147483655" r:id="Rcf35493b63904410"/>
    <p:sldLayoutId xmlns:r="http://schemas.openxmlformats.org/officeDocument/2006/relationships" id="2147483656" r:id="Rcda46a615d724c1e"/>
    <p:sldLayoutId xmlns:r="http://schemas.openxmlformats.org/officeDocument/2006/relationships" id="2147483657" r:id="R31989e2235944b83"/>
    <p:sldLayoutId xmlns:r="http://schemas.openxmlformats.org/officeDocument/2006/relationships" id="2147483658" r:id="R111e0b39867d4bf9"/>
    <p:sldLayoutId xmlns:r="http://schemas.openxmlformats.org/officeDocument/2006/relationships" id="2147483659" r:id="R9690a77536634ca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2cc321486b4c7e" /><Relationship Type="http://schemas.openxmlformats.org/officeDocument/2006/relationships/image" Target="/ppt/media/image.png" Id="R1923fb88e9b04bcb" /><Relationship Type="http://schemas.openxmlformats.org/officeDocument/2006/relationships/image" Target="/ppt/media/image2.png" Id="Rdbbd0d7eb0e748d9" /><Relationship Type="http://schemas.openxmlformats.org/officeDocument/2006/relationships/notesSlide" Target="/ppt/notesSlides/notesSlide1.xml" Id="R74302c19306342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c1ecef8b91495b" /><Relationship Type="http://schemas.openxmlformats.org/officeDocument/2006/relationships/image" Target="/ppt/media/image.jpeg" Id="Rb02bd92bbf1d4587" /><Relationship Type="http://schemas.openxmlformats.org/officeDocument/2006/relationships/image" Target="/ppt/media/image3.png" Id="R673be9cdd38143ec" /><Relationship Type="http://schemas.openxmlformats.org/officeDocument/2006/relationships/notesSlide" Target="/ppt/notesSlides/notesSlide2.xml" Id="R63c6069caa3c4e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88f7ee9145c4930" /><Relationship Type="http://schemas.openxmlformats.org/officeDocument/2006/relationships/image" Target="/ppt/media/image2.jpeg" Id="R63f8dc0f61ec4ae4" /><Relationship Type="http://schemas.openxmlformats.org/officeDocument/2006/relationships/image" Target="/ppt/media/image2.png" Id="Rdd18da9da0d2414b" /><Relationship Type="http://schemas.openxmlformats.org/officeDocument/2006/relationships/image" Target="/ppt/media/image4.png" Id="Ra7a58c6f3c7a40cb" /><Relationship Type="http://schemas.openxmlformats.org/officeDocument/2006/relationships/image" Target="/ppt/media/image5.png" Id="R71e6acc77d8c4590" /><Relationship Type="http://schemas.openxmlformats.org/officeDocument/2006/relationships/notesSlide" Target="/ppt/notesSlides/notesSlide3.xml" Id="R8ade94f112e845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2c4cfd287d49c5" /><Relationship Type="http://schemas.openxmlformats.org/officeDocument/2006/relationships/image" Target="/ppt/media/image2.jpeg" Id="R093261b063e14c7a" /><Relationship Type="http://schemas.openxmlformats.org/officeDocument/2006/relationships/image" Target="/ppt/media/image2.png" Id="R84d538dd5aca41f3" /><Relationship Type="http://schemas.openxmlformats.org/officeDocument/2006/relationships/image" Target="/ppt/media/image6.png" Id="R7537ad2a78864480" /><Relationship Type="http://schemas.openxmlformats.org/officeDocument/2006/relationships/notesSlide" Target="/ppt/notesSlides/notesSlide4.xml" Id="R91a30e2c47334f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bee4a4a58c4e1d" /><Relationship Type="http://schemas.openxmlformats.org/officeDocument/2006/relationships/image" Target="/ppt/media/image2.jpeg" Id="R0f9a2319bc3f4146" /><Relationship Type="http://schemas.openxmlformats.org/officeDocument/2006/relationships/image" Target="/ppt/media/image2.png" Id="Ra4614a305701478b" /><Relationship Type="http://schemas.openxmlformats.org/officeDocument/2006/relationships/notesSlide" Target="/ppt/notesSlides/notesSlide5.xml" Id="Rf8ecc7f22cbe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f8a13853fe45bf" /><Relationship Type="http://schemas.openxmlformats.org/officeDocument/2006/relationships/image" Target="/ppt/media/image2.jpeg" Id="Re92f62e12d2149d2" /><Relationship Type="http://schemas.openxmlformats.org/officeDocument/2006/relationships/image" Target="/ppt/media/image2.png" Id="R88a364f3c926431f" /><Relationship Type="http://schemas.openxmlformats.org/officeDocument/2006/relationships/notesSlide" Target="/ppt/notesSlides/notesSlide6.xml" Id="Rd2f8d204c9774a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4b6151808e4039" /><Relationship Type="http://schemas.openxmlformats.org/officeDocument/2006/relationships/image" Target="/ppt/media/image2.jpeg" Id="Re16d2964af5043b7" /><Relationship Type="http://schemas.openxmlformats.org/officeDocument/2006/relationships/image" Target="/ppt/media/image2.png" Id="R7d997f2f491f43a9" /><Relationship Type="http://schemas.openxmlformats.org/officeDocument/2006/relationships/chart" Target="/ppt/slides/charts/chart1.xml" Id="R6d0c7e754d8845ea" /><Relationship Type="http://schemas.openxmlformats.org/officeDocument/2006/relationships/notesSlide" Target="/ppt/notesSlides/notesSlide7.xml" Id="Red837e0a409642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8acfecbc014b40" /><Relationship Type="http://schemas.openxmlformats.org/officeDocument/2006/relationships/image" Target="/ppt/media/image2.jpeg" Id="Rad5737e81fa34e11" /><Relationship Type="http://schemas.openxmlformats.org/officeDocument/2006/relationships/image" Target="/ppt/media/image2.png" Id="R91ffaa829508491a" /><Relationship Type="http://schemas.openxmlformats.org/officeDocument/2006/relationships/notesSlide" Target="/ppt/notesSlides/notesSlide8.xml" Id="Re7efe320d75a49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71dfa6ac1142bc" /><Relationship Type="http://schemas.openxmlformats.org/officeDocument/2006/relationships/image" Target="/ppt/media/image2.jpeg" Id="R89ddf134b8714b4d" /><Relationship Type="http://schemas.openxmlformats.org/officeDocument/2006/relationships/image" Target="/ppt/media/image2.png" Id="R14cbf8c15d914c86" /><Relationship Type="http://schemas.openxmlformats.org/officeDocument/2006/relationships/notesSlide" Target="/ppt/notesSlides/notesSlide9.xml" Id="R101636f82b4d40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0d94055bbf04b4b" /><Relationship Type="http://schemas.openxmlformats.org/officeDocument/2006/relationships/image" Target="/ppt/media/image2.jpeg" Id="R4628a5d18dc446be" /><Relationship Type="http://schemas.openxmlformats.org/officeDocument/2006/relationships/image" Target="/ppt/media/image2.png" Id="Ra68cd408714e4f07" /><Relationship Type="http://schemas.openxmlformats.org/officeDocument/2006/relationships/image" Target="/ppt/media/image4.png" Id="Rc86a6baf38204902" /><Relationship Type="http://schemas.openxmlformats.org/officeDocument/2006/relationships/image" Target="/ppt/media/image7.png" Id="R018ac1f0a92540c2" /><Relationship Type="http://schemas.openxmlformats.org/officeDocument/2006/relationships/notesSlide" Target="/ppt/notesSlides/notesSlide10.xml" Id="Rdab8b4cb9e964f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689823534f4f2b" /><Relationship Type="http://schemas.openxmlformats.org/officeDocument/2006/relationships/image" Target="/ppt/media/image2.jpeg" Id="Raad72d92aac64b95" /><Relationship Type="http://schemas.openxmlformats.org/officeDocument/2006/relationships/image" Target="/ppt/media/image2.png" Id="R768302b638a04026" /><Relationship Type="http://schemas.openxmlformats.org/officeDocument/2006/relationships/notesSlide" Target="/ppt/notesSlides/notesSlide11.xml" Id="R43cdbe5acc3342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271b96667f4490" /><Relationship Type="http://schemas.openxmlformats.org/officeDocument/2006/relationships/image" Target="/ppt/media/image3.jpeg" Id="Rc023283d4e6d460c" /><Relationship Type="http://schemas.openxmlformats.org/officeDocument/2006/relationships/image" Target="/ppt/media/image8.png" Id="R2cd5bc3eb35647f9" /><Relationship Type="http://schemas.openxmlformats.org/officeDocument/2006/relationships/notesSlide" Target="/ppt/notesSlides/notesSlide12.xml" Id="R2d7924f4e1fa4c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56a772b12042ed" /><Relationship Type="http://schemas.openxmlformats.org/officeDocument/2006/relationships/image" Target="/ppt/media/image2.jpeg" Id="Rda5d6191000f43dd" /><Relationship Type="http://schemas.openxmlformats.org/officeDocument/2006/relationships/image" Target="/ppt/media/image2.png" Id="R9a3bf6f184dd4c0e" /><Relationship Type="http://schemas.openxmlformats.org/officeDocument/2006/relationships/notesSlide" Target="/ppt/notesSlides/notesSlide13.xml" Id="R1761bed56a474d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41332b01c594850" /><Relationship Type="http://schemas.openxmlformats.org/officeDocument/2006/relationships/image" Target="/ppt/media/image2.jpeg" Id="Rbe4aacd1ce2a4151" /><Relationship Type="http://schemas.openxmlformats.org/officeDocument/2006/relationships/image" Target="/ppt/media/image2.png" Id="Rbffa3894fe2d4302" /><Relationship Type="http://schemas.openxmlformats.org/officeDocument/2006/relationships/notesSlide" Target="/ppt/notesSlides/notesSlide14.xml" Id="R99e50040e2da4b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7d1b7a667b14c2d" /><Relationship Type="http://schemas.openxmlformats.org/officeDocument/2006/relationships/image" Target="/ppt/media/image2.jpeg" Id="R0c23f61679504a03" /><Relationship Type="http://schemas.openxmlformats.org/officeDocument/2006/relationships/image" Target="/ppt/media/image2.png" Id="Redc683bc4f394bfa" /><Relationship Type="http://schemas.openxmlformats.org/officeDocument/2006/relationships/image" Target="/ppt/media/image4.png" Id="R35693fdfcea04bd4" /><Relationship Type="http://schemas.openxmlformats.org/officeDocument/2006/relationships/image" Target="/ppt/media/image9.png" Id="R28163c797f7e4f49" /><Relationship Type="http://schemas.openxmlformats.org/officeDocument/2006/relationships/notesSlide" Target="/ppt/notesSlides/notesSlide15.xml" Id="R870ba91a39e640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db052aa65a4489" /><Relationship Type="http://schemas.openxmlformats.org/officeDocument/2006/relationships/image" Target="/ppt/media/image2.jpeg" Id="Rcf046b48e0364e96" /><Relationship Type="http://schemas.openxmlformats.org/officeDocument/2006/relationships/image" Target="/ppt/media/image2.png" Id="R58bb7129d37a4245" /><Relationship Type="http://schemas.openxmlformats.org/officeDocument/2006/relationships/image" Target="/ppt/media/image10.png" Id="R3bc0106b072d4e4e" /><Relationship Type="http://schemas.openxmlformats.org/officeDocument/2006/relationships/notesSlide" Target="/ppt/notesSlides/notesSlide16.xml" Id="Red9f0947a28f4c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240d1d78c04c6f" /><Relationship Type="http://schemas.openxmlformats.org/officeDocument/2006/relationships/image" Target="/ppt/media/image2.jpeg" Id="Rbe204f2131654ac3" /><Relationship Type="http://schemas.openxmlformats.org/officeDocument/2006/relationships/image" Target="/ppt/media/image2.png" Id="Rd16268deb01548f6" /><Relationship Type="http://schemas.openxmlformats.org/officeDocument/2006/relationships/notesSlide" Target="/ppt/notesSlides/notesSlide17.xml" Id="Ree19ce85a4b442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e5a445c208b4a19" /><Relationship Type="http://schemas.openxmlformats.org/officeDocument/2006/relationships/image" Target="/ppt/media/image2.jpeg" Id="R99b384149f134b25" /><Relationship Type="http://schemas.openxmlformats.org/officeDocument/2006/relationships/image" Target="/ppt/media/image2.png" Id="R7935e0fc52c848c8" /><Relationship Type="http://schemas.openxmlformats.org/officeDocument/2006/relationships/notesSlide" Target="/ppt/notesSlides/notesSlide18.xml" Id="Rde4b2dea1f9245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55b00ea45844b9" /><Relationship Type="http://schemas.openxmlformats.org/officeDocument/2006/relationships/image" Target="/ppt/media/image2.jpeg" Id="R36dabc65ccfa44c7" /><Relationship Type="http://schemas.openxmlformats.org/officeDocument/2006/relationships/image" Target="/ppt/media/image2.png" Id="R0e14aa7075ac4838" /><Relationship Type="http://schemas.openxmlformats.org/officeDocument/2006/relationships/notesSlide" Target="/ppt/notesSlides/notesSlide19.xml" Id="R60eecaa5266847b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d50580ee38642cb" /><Relationship Type="http://schemas.openxmlformats.org/officeDocument/2006/relationships/image" Target="/ppt/media/image2.jpeg" Id="R2976c73baaec449a" /><Relationship Type="http://schemas.openxmlformats.org/officeDocument/2006/relationships/image" Target="/ppt/media/image2.png" Id="R40aafd6f5d644af7" /><Relationship Type="http://schemas.openxmlformats.org/officeDocument/2006/relationships/notesSlide" Target="/ppt/notesSlides/notesSlide20.xml" Id="R2d14a3b09ee546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41ac4f467dd45d5" /><Relationship Type="http://schemas.openxmlformats.org/officeDocument/2006/relationships/image" Target="/ppt/media/image2.jpeg" Id="R055d1c9042c04c46" /><Relationship Type="http://schemas.openxmlformats.org/officeDocument/2006/relationships/image" Target="/ppt/media/image2.png" Id="R263ed5113617484d" /><Relationship Type="http://schemas.openxmlformats.org/officeDocument/2006/relationships/notesSlide" Target="/ppt/notesSlides/notesSlide21.xml" Id="R12d8b9141c644a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ecae204fc374b03" /><Relationship Type="http://schemas.openxmlformats.org/officeDocument/2006/relationships/image" Target="/ppt/media/image2.jpeg" Id="R4438d3c1877948a2" /><Relationship Type="http://schemas.openxmlformats.org/officeDocument/2006/relationships/image" Target="/ppt/media/image2.png" Id="Raf0223d041174e98" /><Relationship Type="http://schemas.openxmlformats.org/officeDocument/2006/relationships/image" Target="/ppt/media/image4.png" Id="Rdf4f566194624a4d" /><Relationship Type="http://schemas.openxmlformats.org/officeDocument/2006/relationships/image" Target="/ppt/media/image11.png" Id="Ra9ed9f34d3d24854" /><Relationship Type="http://schemas.openxmlformats.org/officeDocument/2006/relationships/notesSlide" Target="/ppt/notesSlides/notesSlide22.xml" Id="R6ce59e1e0ea740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f7afd15bad24c39" /><Relationship Type="http://schemas.openxmlformats.org/officeDocument/2006/relationships/image" Target="/ppt/media/image2.jpeg" Id="Rad67f3f6e22a4752" /><Relationship Type="http://schemas.openxmlformats.org/officeDocument/2006/relationships/image" Target="/ppt/media/image2.png" Id="Rcf3e03eb3ddd436d" /><Relationship Type="http://schemas.openxmlformats.org/officeDocument/2006/relationships/notesSlide" Target="/ppt/notesSlides/notesSlide23.xml" Id="R5b832ce2289442d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9bc9093a4ec4677" /><Relationship Type="http://schemas.openxmlformats.org/officeDocument/2006/relationships/image" Target="/ppt/media/image2.jpeg" Id="R5f964d4849cb415c" /><Relationship Type="http://schemas.openxmlformats.org/officeDocument/2006/relationships/image" Target="/ppt/media/image2.png" Id="R6c33a0849ec24168" /><Relationship Type="http://schemas.openxmlformats.org/officeDocument/2006/relationships/chart" Target="/ppt/slides/charts/chart2.xml" Id="R963dfdb977364435" /><Relationship Type="http://schemas.openxmlformats.org/officeDocument/2006/relationships/notesSlide" Target="/ppt/notesSlides/notesSlide24.xml" Id="Rbc74fe70568f4e0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cd01f6660de4da0" /><Relationship Type="http://schemas.openxmlformats.org/officeDocument/2006/relationships/image" Target="/ppt/media/image2.jpeg" Id="R4fff74bdc536490d" /><Relationship Type="http://schemas.openxmlformats.org/officeDocument/2006/relationships/image" Target="/ppt/media/image2.png" Id="Rfd62370dbe2e45bd" /><Relationship Type="http://schemas.openxmlformats.org/officeDocument/2006/relationships/image" Target="/ppt/media/image12.png" Id="R66b1d697cf4b46a0" /><Relationship Type="http://schemas.openxmlformats.org/officeDocument/2006/relationships/image" Target="/ppt/media/image13.png" Id="Ra341e003973b4bc2" /><Relationship Type="http://schemas.openxmlformats.org/officeDocument/2006/relationships/notesSlide" Target="/ppt/notesSlides/notesSlide25.xml" Id="R40a0acd4def143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b32ab9022f84ae4" /><Relationship Type="http://schemas.openxmlformats.org/officeDocument/2006/relationships/image" Target="/ppt/media/image2.jpeg" Id="R16939b9567514b0d" /><Relationship Type="http://schemas.openxmlformats.org/officeDocument/2006/relationships/image" Target="/ppt/media/image2.png" Id="R2283e334548b4505" /><Relationship Type="http://schemas.openxmlformats.org/officeDocument/2006/relationships/image" Target="/ppt/media/image4.png" Id="Rfd928b7a1529448f" /><Relationship Type="http://schemas.openxmlformats.org/officeDocument/2006/relationships/image" Target="/ppt/media/image14.png" Id="R84e7057f3d364189" /><Relationship Type="http://schemas.openxmlformats.org/officeDocument/2006/relationships/notesSlide" Target="/ppt/notesSlides/notesSlide26.xml" Id="R21b1f72273d3409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de7561f784943b6" /><Relationship Type="http://schemas.openxmlformats.org/officeDocument/2006/relationships/image" Target="/ppt/media/image2.jpeg" Id="R19a727e5cf4946cc" /><Relationship Type="http://schemas.openxmlformats.org/officeDocument/2006/relationships/image" Target="/ppt/media/image2.png" Id="R739d0f21d19c419a" /><Relationship Type="http://schemas.openxmlformats.org/officeDocument/2006/relationships/notesSlide" Target="/ppt/notesSlides/notesSlide27.xml" Id="Rf97911367be74c8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729bd174066480b" /><Relationship Type="http://schemas.openxmlformats.org/officeDocument/2006/relationships/image" Target="/ppt/media/image2.jpeg" Id="R472e3cf699124e11" /><Relationship Type="http://schemas.openxmlformats.org/officeDocument/2006/relationships/image" Target="/ppt/media/image2.png" Id="R58c0f14988ab41d6" /><Relationship Type="http://schemas.openxmlformats.org/officeDocument/2006/relationships/notesSlide" Target="/ppt/notesSlides/notesSlide28.xml" Id="R7e11f71a12be4b3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172f74e6364472c" /><Relationship Type="http://schemas.openxmlformats.org/officeDocument/2006/relationships/image" Target="/ppt/media/image2.jpeg" Id="R5d9acfea967849d5" /><Relationship Type="http://schemas.openxmlformats.org/officeDocument/2006/relationships/image" Target="/ppt/media/image2.png" Id="R23ab45d00c164e71" /><Relationship Type="http://schemas.openxmlformats.org/officeDocument/2006/relationships/notesSlide" Target="/ppt/notesSlides/notesSlide29.xml" Id="R3587d346d16c4f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d6c3849fa224e80" /><Relationship Type="http://schemas.openxmlformats.org/officeDocument/2006/relationships/image" Target="/ppt/media/image2.jpeg" Id="R119cb206c1d54275" /><Relationship Type="http://schemas.openxmlformats.org/officeDocument/2006/relationships/image" Target="/ppt/media/image2.png" Id="R276d0abf416d421b" /><Relationship Type="http://schemas.openxmlformats.org/officeDocument/2006/relationships/notesSlide" Target="/ppt/notesSlides/notesSlide30.xml" Id="R997fdf430daf44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e8f8374ef49406c" /><Relationship Type="http://schemas.openxmlformats.org/officeDocument/2006/relationships/image" Target="/ppt/media/image2.jpeg" Id="R41a0433de0984150" /><Relationship Type="http://schemas.openxmlformats.org/officeDocument/2006/relationships/image" Target="/ppt/media/image2.png" Id="R827741207a0d4e7f" /><Relationship Type="http://schemas.openxmlformats.org/officeDocument/2006/relationships/notesSlide" Target="/ppt/notesSlides/notesSlide31.xml" Id="Re3db71446dbc47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c2931ddfffc4a27" /><Relationship Type="http://schemas.openxmlformats.org/officeDocument/2006/relationships/image" Target="/ppt/media/image2.jpeg" Id="Rbb5d1b97162a4681" /><Relationship Type="http://schemas.openxmlformats.org/officeDocument/2006/relationships/image" Target="/ppt/media/image2.png" Id="Re3be004bd8d14749" /><Relationship Type="http://schemas.openxmlformats.org/officeDocument/2006/relationships/notesSlide" Target="/ppt/notesSlides/notesSlide32.xml" Id="R03039acfb03c41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a70013b9a9d45dc" /><Relationship Type="http://schemas.openxmlformats.org/officeDocument/2006/relationships/image" Target="/ppt/media/image2.jpeg" Id="Rc8068666250445a0" /><Relationship Type="http://schemas.openxmlformats.org/officeDocument/2006/relationships/image" Target="/ppt/media/image2.png" Id="Re964e1c5173542ee" /><Relationship Type="http://schemas.openxmlformats.org/officeDocument/2006/relationships/notesSlide" Target="/ppt/notesSlides/notesSlide33.xml" Id="Rf177dee6573e46d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1a01aeb01224a45" /><Relationship Type="http://schemas.openxmlformats.org/officeDocument/2006/relationships/image" Target="/ppt/media/image2.jpeg" Id="Rb3267558901641f9" /><Relationship Type="http://schemas.openxmlformats.org/officeDocument/2006/relationships/image" Target="/ppt/media/image2.png" Id="R9cb29ae52e354e3f" /><Relationship Type="http://schemas.openxmlformats.org/officeDocument/2006/relationships/notesSlide" Target="/ppt/notesSlides/notesSlide34.xml" Id="R426be552a22746e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011bba73ac44f1c" /><Relationship Type="http://schemas.openxmlformats.org/officeDocument/2006/relationships/image" Target="/ppt/media/image2.jpeg" Id="R04a8d3e0d4254692" /><Relationship Type="http://schemas.openxmlformats.org/officeDocument/2006/relationships/image" Target="/ppt/media/image2.png" Id="R1e6d535dc2384c5c" /><Relationship Type="http://schemas.openxmlformats.org/officeDocument/2006/relationships/image" Target="/ppt/media/image15.png" Id="R8a1654dda7a44cdf" /><Relationship Type="http://schemas.openxmlformats.org/officeDocument/2006/relationships/notesSlide" Target="/ppt/notesSlides/notesSlide35.xml" Id="Rd9b796351450439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afff074617684e48" /><Relationship Type="http://schemas.openxmlformats.org/officeDocument/2006/relationships/image" Target="/ppt/media/image2.jpeg" Id="R80641114a3e0474a" /><Relationship Type="http://schemas.openxmlformats.org/officeDocument/2006/relationships/image" Target="/ppt/media/image.gif" Id="Rbac1eb9970444736" /><Relationship Type="http://schemas.openxmlformats.org/officeDocument/2006/relationships/image" Target="/ppt/media/image2.png" Id="R2db7175057224172" /><Relationship Type="http://schemas.openxmlformats.org/officeDocument/2006/relationships/notesSlide" Target="/ppt/notesSlides/notesSlide36.xml" Id="R4db0e883ee1b42bd"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AUROC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1923fb88e9b04bcb">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dbbd0d7eb0e748d9">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02bd92bbf1d4587"/>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73be9cdd38143e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5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63f8dc0f61ec4a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dd18da9da0d241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6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a7a58c6f3c7a40cb">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6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1e6acc77d8c4590">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6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3261b063e14c7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d538dd5aca41f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7537ad2a78864480"/>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9a2319bc3f41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614a30570147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2f62e12d2149d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8a364f3c92643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86802"/>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Published 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16d2964af5043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997f2f491f43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0FC5BD3E-28C7-4C13-9993-EDCCB489F486}"/>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369F2C6-BCD3-498B-9A67-E970D8C17F47}"/>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E8B08483-A8BD-4E78-AD60-D7D1857F2B8B}"/>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B689F8BE-1E90-4B16-BBFA-55BFA66AE736}"/>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C2FD6F1F-455B-425B-86ED-C60FC6642662}"/>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8"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6d0c7e754d8845ea"/>
          </a:graphicData>
        </a:graphic>
      </p:graphicFrame>
      <p:sp>
        <p:nvSpPr>
          <p:cNvPr id="244" name="evidence-chart-caption">
            <a:extLst xmlns:a="http://schemas.openxmlformats.org/drawingml/2006/main">
              <a:ext uri="{FF2B5EF4-FFF2-40B4-BE49-F238E27FC236}">
                <a16:creationId xmlns:a16="http://schemas.microsoft.com/office/drawing/2014/main" id="{FC590568-A67D-44ED-829C-8B49B7F6CEBE}"/>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D77BA82D-7E2D-4140-8AC6-79A379B8FE02}"/>
              </a:ext>
            </a:extLst>
          </p:cNvPr>
          <p:cNvSpPr>
            <a:spLocks xmlns:a="http://schemas.openxmlformats.org/drawingml/2006/main" noGrp="1"/>
          </p:cNvSpPr>
          <p:nvPr/>
        </p:nvSpPr>
        <p:spPr>
          <a:xfrm xmlns:a="http://schemas.openxmlformats.org/drawingml/2006/main">
            <a:off x="1381125" y="5381625"/>
            <a:ext cx="942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02"/>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Across 10 institutions, federated training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5737e81fa34e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ffaa82950849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ddf134b8714b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cbf8c15d914c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2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4628a5d18dc446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3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68cd408714e4f0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3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c86a6baf3820490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3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018ac1f0a92540c2">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3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d72d92aac64b9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8302b638a040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023283d4e6d460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cd5bc3eb35647f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a5d6191000f43d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3bf6f184dd4c0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4aacd1ce2a41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fa3894fe2d43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37"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0c23f61679504a0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38"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edc683bc4f394b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39"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35693fdfcea04bd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41"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8163c797f7e4f49">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45"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f046b48e0364e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bb7129d37a42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3bc0106b072d4e4e"/>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204f2131654ac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16268deb01548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b384149f134b2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935e0fc52c848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6dabc65ccfa44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e14aa7075ac48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976c73baaec44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aafd6f5d644a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5d1c9042c04c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3ed511361748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4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4438d3c1877948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af0223d041174e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df4f566194624a4d">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5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a9ed9f34d3d24854">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5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67f3f6e22a47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f3e03eb3ddd43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964d4849cb41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33a0849ec241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963dfdb977364435"/>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ff74bdc53649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d62370dbe2e45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66b1d697cf4b46a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a341e003973b4bc2"/>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588"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16939b9567514b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9"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2283e334548b45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0"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fd928b7a1529448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92"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84e7057f3d364189">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94"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9a727e5cf4946c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9d0f21d19c41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72e3cf699124e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c0f14988ab41d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d9acfea967849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ab45d00c164e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9cb206c1d542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6d0abf416d42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a0433de09841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7741207a0d4e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5d1b97162a46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be004bd8d147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8068666250445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64e1c5173542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3267558901641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b29ae52e354e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4a8d3e0d42546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6d535dc2384c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8a1654dda7a44cdf">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80641114a3e047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bac1eb9970444736">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b71750572241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2026-09-24T01:38:54.5670000Z</dcterms:created>
  <dcterms:modified xsi:type="dcterms:W3CDTF">2026-09-24T01:38:54.5670000Z</dcterms:modified>
</coreProperties>
</file>