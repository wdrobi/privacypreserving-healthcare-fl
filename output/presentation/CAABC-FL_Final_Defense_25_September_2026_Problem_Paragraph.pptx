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958cf0e1ba4915" /><Relationship Type="http://schemas.openxmlformats.org/officeDocument/2006/relationships/extended-properties" Target="/docProps/app.xml" Id="Rf8163c06fb344d6d" /><Relationship Type="http://schemas.openxmlformats.org/officeDocument/2006/relationships/officeDocument" Target="/ppt/presentation.xml" Id="R11bfb2ed471b42fd" /></Relationships>
</file>

<file path=ppt/presentation.xml><?xml version="1.0" encoding="utf-8"?>
<p:presentation xmlns:p="http://schemas.openxmlformats.org/presentationml/2006/main">
  <p:sldMasterIdLst>
    <p:sldMasterId xmlns:r="http://schemas.openxmlformats.org/officeDocument/2006/relationships" id="2147483648" r:id="R136719645ff04570"/>
  </p:sldMasterIdLst>
  <p:notesMasterIdLst>
    <p:notesMasterId xmlns:r="http://schemas.openxmlformats.org/officeDocument/2006/relationships" r:id="R12bc2a52e23c4d64"/>
  </p:notesMasterIdLst>
  <p:sldIdLst>
    <p:sldId xmlns:r="http://schemas.openxmlformats.org/officeDocument/2006/relationships" id="256" r:id="R9c898ed52b6e4e51"/>
    <p:sldId xmlns:r="http://schemas.openxmlformats.org/officeDocument/2006/relationships" id="257" r:id="R48d8d50ead5646c9"/>
    <p:sldId xmlns:r="http://schemas.openxmlformats.org/officeDocument/2006/relationships" id="258" r:id="R76e2b1ccd70c4b13"/>
    <p:sldId xmlns:r="http://schemas.openxmlformats.org/officeDocument/2006/relationships" id="259" r:id="R58155b8ab6d046d4"/>
    <p:sldId xmlns:r="http://schemas.openxmlformats.org/officeDocument/2006/relationships" id="260" r:id="Rff9a4c842e894dd0"/>
    <p:sldId xmlns:r="http://schemas.openxmlformats.org/officeDocument/2006/relationships" id="261" r:id="R7f4c72ffd0124832"/>
    <p:sldId xmlns:r="http://schemas.openxmlformats.org/officeDocument/2006/relationships" id="262" r:id="R2f06fa0916534416"/>
    <p:sldId xmlns:r="http://schemas.openxmlformats.org/officeDocument/2006/relationships" id="263" r:id="R32823f6b0dfb407d"/>
    <p:sldId xmlns:r="http://schemas.openxmlformats.org/officeDocument/2006/relationships" id="264" r:id="R2a6db3f818b648b9"/>
    <p:sldId xmlns:r="http://schemas.openxmlformats.org/officeDocument/2006/relationships" id="265" r:id="Rd0a5778ba1114e72"/>
    <p:sldId xmlns:r="http://schemas.openxmlformats.org/officeDocument/2006/relationships" id="266" r:id="R08f5baf11ebd414d"/>
    <p:sldId xmlns:r="http://schemas.openxmlformats.org/officeDocument/2006/relationships" id="267" r:id="Rfc50abc3dc204e0d"/>
    <p:sldId xmlns:r="http://schemas.openxmlformats.org/officeDocument/2006/relationships" id="268" r:id="R9f914dd172e9414b"/>
    <p:sldId xmlns:r="http://schemas.openxmlformats.org/officeDocument/2006/relationships" id="269" r:id="R7598bce202584a0c"/>
    <p:sldId xmlns:r="http://schemas.openxmlformats.org/officeDocument/2006/relationships" id="270" r:id="Ra97f3e1c560e45b8"/>
    <p:sldId xmlns:r="http://schemas.openxmlformats.org/officeDocument/2006/relationships" id="271" r:id="R3350e02f8f60489c"/>
    <p:sldId xmlns:r="http://schemas.openxmlformats.org/officeDocument/2006/relationships" id="272" r:id="Re97c456fdc924ada"/>
    <p:sldId xmlns:r="http://schemas.openxmlformats.org/officeDocument/2006/relationships" id="273" r:id="R35e9b25a336b4b0f"/>
    <p:sldId xmlns:r="http://schemas.openxmlformats.org/officeDocument/2006/relationships" id="274" r:id="Rb73a0e8589cf4941"/>
    <p:sldId xmlns:r="http://schemas.openxmlformats.org/officeDocument/2006/relationships" id="275" r:id="Ra1932494acfb447d"/>
    <p:sldId xmlns:r="http://schemas.openxmlformats.org/officeDocument/2006/relationships" id="276" r:id="R7747e567e3834a05"/>
    <p:sldId xmlns:r="http://schemas.openxmlformats.org/officeDocument/2006/relationships" id="277" r:id="R595ff4c986414c5c"/>
    <p:sldId xmlns:r="http://schemas.openxmlformats.org/officeDocument/2006/relationships" id="278" r:id="Rc22fe88f580b4f28"/>
    <p:sldId xmlns:r="http://schemas.openxmlformats.org/officeDocument/2006/relationships" id="279" r:id="Ra135f5bd0fd1414e"/>
    <p:sldId xmlns:r="http://schemas.openxmlformats.org/officeDocument/2006/relationships" id="280" r:id="Raea6ecef1b5c46e5"/>
    <p:sldId xmlns:r="http://schemas.openxmlformats.org/officeDocument/2006/relationships" id="281" r:id="Rf4233c0dc46e4116"/>
    <p:sldId xmlns:r="http://schemas.openxmlformats.org/officeDocument/2006/relationships" id="282" r:id="Rd9c547f36ee74a80"/>
    <p:sldId xmlns:r="http://schemas.openxmlformats.org/officeDocument/2006/relationships" id="283" r:id="Rffdbdb6855a74bfd"/>
    <p:sldId xmlns:r="http://schemas.openxmlformats.org/officeDocument/2006/relationships" id="284" r:id="R30d8b82ce8ce4bc2"/>
    <p:sldId xmlns:r="http://schemas.openxmlformats.org/officeDocument/2006/relationships" id="285" r:id="Rc86736bfcf9b4c46"/>
    <p:sldId xmlns:r="http://schemas.openxmlformats.org/officeDocument/2006/relationships" id="286" r:id="R0a454542b01c43e1"/>
    <p:sldId xmlns:r="http://schemas.openxmlformats.org/officeDocument/2006/relationships" id="287" r:id="Rbfc6b9ac5d7e4d2f"/>
    <p:sldId xmlns:r="http://schemas.openxmlformats.org/officeDocument/2006/relationships" id="288" r:id="Rf788b6b2de8047c9"/>
    <p:sldId xmlns:r="http://schemas.openxmlformats.org/officeDocument/2006/relationships" id="289" r:id="Rff31f001212a4a05"/>
    <p:sldId xmlns:r="http://schemas.openxmlformats.org/officeDocument/2006/relationships" id="290" r:id="R453bdd7259cb4281"/>
    <p:sldId xmlns:r="http://schemas.openxmlformats.org/officeDocument/2006/relationships" id="291" r:id="Rabfe80c25eb541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45f7c06cdfe4cc4" /><Relationship Type="http://schemas.openxmlformats.org/officeDocument/2006/relationships/slideMaster" Target="/ppt/slideMasters/slideMaster1.xml" Id="R136719645ff04570" /><Relationship Type="http://schemas.openxmlformats.org/officeDocument/2006/relationships/notesMaster" Target="/ppt/notesMasters/notesMaster1.xml" Id="R12bc2a52e23c4d64" /><Relationship Type="http://schemas.openxmlformats.org/officeDocument/2006/relationships/presProps" Target="/ppt/presProps.xml" Id="Rda1f27885ac94d5e" /><Relationship Type="http://schemas.openxmlformats.org/officeDocument/2006/relationships/viewProps" Target="/ppt/viewProps.xml" Id="R7e5ec39c2e7d4c20" /><Relationship Type="http://schemas.openxmlformats.org/officeDocument/2006/relationships/tableStyles" Target="/ppt/tableStyles.xml" Id="Rde493bb2b5464ab9" /><Relationship Type="http://schemas.openxmlformats.org/officeDocument/2006/relationships/slide" Target="/ppt/slides/slide1.xml" Id="R9c898ed52b6e4e51" /><Relationship Type="http://schemas.openxmlformats.org/officeDocument/2006/relationships/slide" Target="/ppt/slides/slide2.xml" Id="R48d8d50ead5646c9" /><Relationship Type="http://schemas.openxmlformats.org/officeDocument/2006/relationships/slide" Target="/ppt/slides/slide3.xml" Id="R76e2b1ccd70c4b13" /><Relationship Type="http://schemas.openxmlformats.org/officeDocument/2006/relationships/slide" Target="/ppt/slides/slide4.xml" Id="R58155b8ab6d046d4" /><Relationship Type="http://schemas.openxmlformats.org/officeDocument/2006/relationships/slide" Target="/ppt/slides/slide5.xml" Id="Rff9a4c842e894dd0" /><Relationship Type="http://schemas.openxmlformats.org/officeDocument/2006/relationships/slide" Target="/ppt/slides/slide6.xml" Id="R7f4c72ffd0124832" /><Relationship Type="http://schemas.openxmlformats.org/officeDocument/2006/relationships/slide" Target="/ppt/slides/slide7.xml" Id="R2f06fa0916534416" /><Relationship Type="http://schemas.openxmlformats.org/officeDocument/2006/relationships/slide" Target="/ppt/slides/slide8.xml" Id="R32823f6b0dfb407d" /><Relationship Type="http://schemas.openxmlformats.org/officeDocument/2006/relationships/slide" Target="/ppt/slides/slide9.xml" Id="R2a6db3f818b648b9" /><Relationship Type="http://schemas.openxmlformats.org/officeDocument/2006/relationships/slide" Target="/ppt/slides/slide10.xml" Id="Rd0a5778ba1114e72" /><Relationship Type="http://schemas.openxmlformats.org/officeDocument/2006/relationships/slide" Target="/ppt/slides/slide11.xml" Id="R08f5baf11ebd414d" /><Relationship Type="http://schemas.openxmlformats.org/officeDocument/2006/relationships/slide" Target="/ppt/slides/slide12.xml" Id="Rfc50abc3dc204e0d" /><Relationship Type="http://schemas.openxmlformats.org/officeDocument/2006/relationships/slide" Target="/ppt/slides/slide13.xml" Id="R9f914dd172e9414b" /><Relationship Type="http://schemas.openxmlformats.org/officeDocument/2006/relationships/slide" Target="/ppt/slides/slide14.xml" Id="R7598bce202584a0c" /><Relationship Type="http://schemas.openxmlformats.org/officeDocument/2006/relationships/slide" Target="/ppt/slides/slide15.xml" Id="Ra97f3e1c560e45b8" /><Relationship Type="http://schemas.openxmlformats.org/officeDocument/2006/relationships/slide" Target="/ppt/slides/slide16.xml" Id="R3350e02f8f60489c" /><Relationship Type="http://schemas.openxmlformats.org/officeDocument/2006/relationships/slide" Target="/ppt/slides/slide17.xml" Id="Re97c456fdc924ada" /><Relationship Type="http://schemas.openxmlformats.org/officeDocument/2006/relationships/slide" Target="/ppt/slides/slide18.xml" Id="R35e9b25a336b4b0f" /><Relationship Type="http://schemas.openxmlformats.org/officeDocument/2006/relationships/slide" Target="/ppt/slides/slide19.xml" Id="Rb73a0e8589cf4941" /><Relationship Type="http://schemas.openxmlformats.org/officeDocument/2006/relationships/slide" Target="/ppt/slides/slide20.xml" Id="Ra1932494acfb447d" /><Relationship Type="http://schemas.openxmlformats.org/officeDocument/2006/relationships/slide" Target="/ppt/slides/slide21.xml" Id="R7747e567e3834a05" /><Relationship Type="http://schemas.openxmlformats.org/officeDocument/2006/relationships/slide" Target="/ppt/slides/slide22.xml" Id="R595ff4c986414c5c" /><Relationship Type="http://schemas.openxmlformats.org/officeDocument/2006/relationships/slide" Target="/ppt/slides/slide23.xml" Id="Rc22fe88f580b4f28" /><Relationship Type="http://schemas.openxmlformats.org/officeDocument/2006/relationships/slide" Target="/ppt/slides/slide24.xml" Id="Ra135f5bd0fd1414e" /><Relationship Type="http://schemas.openxmlformats.org/officeDocument/2006/relationships/slide" Target="/ppt/slides/slide25.xml" Id="Raea6ecef1b5c46e5" /><Relationship Type="http://schemas.openxmlformats.org/officeDocument/2006/relationships/slide" Target="/ppt/slides/slide26.xml" Id="Rf4233c0dc46e4116" /><Relationship Type="http://schemas.openxmlformats.org/officeDocument/2006/relationships/slide" Target="/ppt/slides/slide27.xml" Id="Rd9c547f36ee74a80" /><Relationship Type="http://schemas.openxmlformats.org/officeDocument/2006/relationships/slide" Target="/ppt/slides/slide28.xml" Id="Rffdbdb6855a74bfd" /><Relationship Type="http://schemas.openxmlformats.org/officeDocument/2006/relationships/slide" Target="/ppt/slides/slide29.xml" Id="R30d8b82ce8ce4bc2" /><Relationship Type="http://schemas.openxmlformats.org/officeDocument/2006/relationships/slide" Target="/ppt/slides/slide30.xml" Id="Rc86736bfcf9b4c46" /><Relationship Type="http://schemas.openxmlformats.org/officeDocument/2006/relationships/slide" Target="/ppt/slides/slide31.xml" Id="R0a454542b01c43e1" /><Relationship Type="http://schemas.openxmlformats.org/officeDocument/2006/relationships/slide" Target="/ppt/slides/slide32.xml" Id="Rbfc6b9ac5d7e4d2f" /><Relationship Type="http://schemas.openxmlformats.org/officeDocument/2006/relationships/slide" Target="/ppt/slides/slide33.xml" Id="Rf788b6b2de8047c9" /><Relationship Type="http://schemas.openxmlformats.org/officeDocument/2006/relationships/slide" Target="/ppt/slides/slide34.xml" Id="Rff31f001212a4a05" /><Relationship Type="http://schemas.openxmlformats.org/officeDocument/2006/relationships/slide" Target="/ppt/slides/slide35.xml" Id="R453bdd7259cb4281" /><Relationship Type="http://schemas.openxmlformats.org/officeDocument/2006/relationships/slide" Target="/ppt/slides/slide36.xml" Id="Rabfe80c25eb541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50d761674340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7fb68917754c0b" /><Relationship Type="http://schemas.openxmlformats.org/officeDocument/2006/relationships/notesMaster" Target="/ppt/notesMasters/notesMaster1.xml" Id="R112e931da69e48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d3917c94d64ff0" /><Relationship Type="http://schemas.openxmlformats.org/officeDocument/2006/relationships/notesMaster" Target="/ppt/notesMasters/notesMaster1.xml" Id="Rfba42dd5fc814e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06acef55d245a2" /><Relationship Type="http://schemas.openxmlformats.org/officeDocument/2006/relationships/notesMaster" Target="/ppt/notesMasters/notesMaster1.xml" Id="R95276edb614641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815a9f7e2f4167" /><Relationship Type="http://schemas.openxmlformats.org/officeDocument/2006/relationships/notesMaster" Target="/ppt/notesMasters/notesMaster1.xml" Id="R8b94acaf682d45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6c801e65a9402e" /><Relationship Type="http://schemas.openxmlformats.org/officeDocument/2006/relationships/notesMaster" Target="/ppt/notesMasters/notesMaster1.xml" Id="Rc288554e3ca946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027bfb0ea24753" /><Relationship Type="http://schemas.openxmlformats.org/officeDocument/2006/relationships/notesMaster" Target="/ppt/notesMasters/notesMaster1.xml" Id="R61d33a26adef4e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de54be5799345f9" /><Relationship Type="http://schemas.openxmlformats.org/officeDocument/2006/relationships/notesMaster" Target="/ppt/notesMasters/notesMaster1.xml" Id="R9ae1ff5d2ef94a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f54c7970be4ab5" /><Relationship Type="http://schemas.openxmlformats.org/officeDocument/2006/relationships/notesMaster" Target="/ppt/notesMasters/notesMaster1.xml" Id="R7480504ef4b94c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de14e1c1d4475f" /><Relationship Type="http://schemas.openxmlformats.org/officeDocument/2006/relationships/notesMaster" Target="/ppt/notesMasters/notesMaster1.xml" Id="R58a7d3e31c6940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c89321817cb4e6e" /><Relationship Type="http://schemas.openxmlformats.org/officeDocument/2006/relationships/notesMaster" Target="/ppt/notesMasters/notesMaster1.xml" Id="Rbfae36c8d13b44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e58ce03fca4710" /><Relationship Type="http://schemas.openxmlformats.org/officeDocument/2006/relationships/notesMaster" Target="/ppt/notesMasters/notesMaster1.xml" Id="R92efc7a097d147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f9e93f50054bd9" /><Relationship Type="http://schemas.openxmlformats.org/officeDocument/2006/relationships/notesMaster" Target="/ppt/notesMasters/notesMaster1.xml" Id="R3f28dd5bc49944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0cc2a813df6414c" /><Relationship Type="http://schemas.openxmlformats.org/officeDocument/2006/relationships/notesMaster" Target="/ppt/notesMasters/notesMaster1.xml" Id="R89613c055a3e49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c914db86304827" /><Relationship Type="http://schemas.openxmlformats.org/officeDocument/2006/relationships/notesMaster" Target="/ppt/notesMasters/notesMaster1.xml" Id="Rf0a80ec9ee4049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04134616ff4600" /><Relationship Type="http://schemas.openxmlformats.org/officeDocument/2006/relationships/notesMaster" Target="/ppt/notesMasters/notesMaster1.xml" Id="R1a5ac36bef8b4d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f36a187f73456b" /><Relationship Type="http://schemas.openxmlformats.org/officeDocument/2006/relationships/notesMaster" Target="/ppt/notesMasters/notesMaster1.xml" Id="R1e5ffd655c2842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7be6dd2b3814c90" /><Relationship Type="http://schemas.openxmlformats.org/officeDocument/2006/relationships/notesMaster" Target="/ppt/notesMasters/notesMaster1.xml" Id="R34a283b26f8f493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dd08a3802924ae4" /><Relationship Type="http://schemas.openxmlformats.org/officeDocument/2006/relationships/notesMaster" Target="/ppt/notesMasters/notesMaster1.xml" Id="R97cc811f34b54e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4068cf7934a4c97" /><Relationship Type="http://schemas.openxmlformats.org/officeDocument/2006/relationships/notesMaster" Target="/ppt/notesMasters/notesMaster1.xml" Id="Rbac1c137a76549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35a5dd2e084054" /><Relationship Type="http://schemas.openxmlformats.org/officeDocument/2006/relationships/notesMaster" Target="/ppt/notesMasters/notesMaster1.xml" Id="R485a8ad7fc3148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ff3222552f34a30" /><Relationship Type="http://schemas.openxmlformats.org/officeDocument/2006/relationships/notesMaster" Target="/ppt/notesMasters/notesMaster1.xml" Id="R97e7e25e4bd8457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69024ce74f746c4" /><Relationship Type="http://schemas.openxmlformats.org/officeDocument/2006/relationships/notesMaster" Target="/ppt/notesMasters/notesMaster1.xml" Id="Ra7da9378a18a425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e2720bc699e4fc1" /><Relationship Type="http://schemas.openxmlformats.org/officeDocument/2006/relationships/notesMaster" Target="/ppt/notesMasters/notesMaster1.xml" Id="R7b78f4f42f404f5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32db382293425e" /><Relationship Type="http://schemas.openxmlformats.org/officeDocument/2006/relationships/notesMaster" Target="/ppt/notesMasters/notesMaster1.xml" Id="R1131fdba16844f2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c8cefae27764952" /><Relationship Type="http://schemas.openxmlformats.org/officeDocument/2006/relationships/notesMaster" Target="/ppt/notesMasters/notesMaster1.xml" Id="Rc26b91d4105a475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b74d5475b384a38" /><Relationship Type="http://schemas.openxmlformats.org/officeDocument/2006/relationships/notesMaster" Target="/ppt/notesMasters/notesMaster1.xml" Id="R2435325ba620493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b284937abab45b8" /><Relationship Type="http://schemas.openxmlformats.org/officeDocument/2006/relationships/notesMaster" Target="/ppt/notesMasters/notesMaster1.xml" Id="Rcfc7ff57757a4b1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c6104b6e90e47e7" /><Relationship Type="http://schemas.openxmlformats.org/officeDocument/2006/relationships/notesMaster" Target="/ppt/notesMasters/notesMaster1.xml" Id="R5957364de04840b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74165871990454f" /><Relationship Type="http://schemas.openxmlformats.org/officeDocument/2006/relationships/notesMaster" Target="/ppt/notesMasters/notesMaster1.xml" Id="R79ccd8f1dd7f481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ed934268fe04a35" /><Relationship Type="http://schemas.openxmlformats.org/officeDocument/2006/relationships/notesMaster" Target="/ppt/notesMasters/notesMaster1.xml" Id="Rb27e2fe67f54495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309c4cd08f64c7a" /><Relationship Type="http://schemas.openxmlformats.org/officeDocument/2006/relationships/notesMaster" Target="/ppt/notesMasters/notesMaster1.xml" Id="R1cc0dcd549ca4a3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ed91aeb35ba433a" /><Relationship Type="http://schemas.openxmlformats.org/officeDocument/2006/relationships/notesMaster" Target="/ppt/notesMasters/notesMaster1.xml" Id="R3bd9bd2a66ad452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c4950addd894e75" /><Relationship Type="http://schemas.openxmlformats.org/officeDocument/2006/relationships/notesMaster" Target="/ppt/notesMasters/notesMaster1.xml" Id="R3a669fd5cc0b422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2f59cee1ebe45cd" /><Relationship Type="http://schemas.openxmlformats.org/officeDocument/2006/relationships/notesMaster" Target="/ppt/notesMasters/notesMaster1.xml" Id="Rbfc033c82b09421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4c41d01447d4567" /><Relationship Type="http://schemas.openxmlformats.org/officeDocument/2006/relationships/notesMaster" Target="/ppt/notesMasters/notesMaster1.xml" Id="Rfee6df6934e9472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86cf348bdf5404c" /><Relationship Type="http://schemas.openxmlformats.org/officeDocument/2006/relationships/notesMaster" Target="/ppt/notesMasters/notesMaster1.xml" Id="R692f95d47d934a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b7a76d868640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3d1984aa6049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0bfd6446e140d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5a18cad6284c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182c76f2af488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5884c401004a0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3b0b156cca1475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5e7760953bd489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f94b35343e54c3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2bc860fa7164d0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44277e785f14651"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87"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87"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e4317129e64e04" /><Relationship Type="http://schemas.openxmlformats.org/officeDocument/2006/relationships/slideLayout" Target="/ppt/slideLayouts/slideLayout1.xml" Id="R989a318767264218" /><Relationship Type="http://schemas.openxmlformats.org/officeDocument/2006/relationships/slideLayout" Target="/ppt/slideLayouts/slideLayout2.xml" Id="Rad4f41c2ff334af7" /><Relationship Type="http://schemas.openxmlformats.org/officeDocument/2006/relationships/slideLayout" Target="/ppt/slideLayouts/slideLayout3.xml" Id="Re74aff211cdd49e5" /><Relationship Type="http://schemas.openxmlformats.org/officeDocument/2006/relationships/slideLayout" Target="/ppt/slideLayouts/slideLayout4.xml" Id="R0c671cd7e4ab4ce7" /><Relationship Type="http://schemas.openxmlformats.org/officeDocument/2006/relationships/slideLayout" Target="/ppt/slideLayouts/slideLayout5.xml" Id="Rac9ea97069144cf8" /><Relationship Type="http://schemas.openxmlformats.org/officeDocument/2006/relationships/slideLayout" Target="/ppt/slideLayouts/slideLayout6.xml" Id="Rd6150eb29df342ba" /><Relationship Type="http://schemas.openxmlformats.org/officeDocument/2006/relationships/slideLayout" Target="/ppt/slideLayouts/slideLayout7.xml" Id="Rf70872d336454018" /><Relationship Type="http://schemas.openxmlformats.org/officeDocument/2006/relationships/slideLayout" Target="/ppt/slideLayouts/slideLayout8.xml" Id="Rcac6c8a6a63f4620" /><Relationship Type="http://schemas.openxmlformats.org/officeDocument/2006/relationships/slideLayout" Target="/ppt/slideLayouts/slideLayout9.xml" Id="R96e29efa80274a7a" /><Relationship Type="http://schemas.openxmlformats.org/officeDocument/2006/relationships/slideLayout" Target="/ppt/slideLayouts/slideLayout10.xml" Id="R3929106499d444e8" /><Relationship Type="http://schemas.openxmlformats.org/officeDocument/2006/relationships/slideLayout" Target="/ppt/slideLayouts/slideLayout11.xml" Id="R5f98f854bdac4e0b"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89a318767264218"/>
    <p:sldLayoutId xmlns:r="http://schemas.openxmlformats.org/officeDocument/2006/relationships" id="2147483650" r:id="Rad4f41c2ff334af7"/>
    <p:sldLayoutId xmlns:r="http://schemas.openxmlformats.org/officeDocument/2006/relationships" id="2147483651" r:id="Re74aff211cdd49e5"/>
    <p:sldLayoutId xmlns:r="http://schemas.openxmlformats.org/officeDocument/2006/relationships" id="2147483652" r:id="R0c671cd7e4ab4ce7"/>
    <p:sldLayoutId xmlns:r="http://schemas.openxmlformats.org/officeDocument/2006/relationships" id="2147483653" r:id="Rac9ea97069144cf8"/>
    <p:sldLayoutId xmlns:r="http://schemas.openxmlformats.org/officeDocument/2006/relationships" id="2147483654" r:id="Rd6150eb29df342ba"/>
    <p:sldLayoutId xmlns:r="http://schemas.openxmlformats.org/officeDocument/2006/relationships" id="2147483655" r:id="Rf70872d336454018"/>
    <p:sldLayoutId xmlns:r="http://schemas.openxmlformats.org/officeDocument/2006/relationships" id="2147483656" r:id="Rcac6c8a6a63f4620"/>
    <p:sldLayoutId xmlns:r="http://schemas.openxmlformats.org/officeDocument/2006/relationships" id="2147483657" r:id="R96e29efa80274a7a"/>
    <p:sldLayoutId xmlns:r="http://schemas.openxmlformats.org/officeDocument/2006/relationships" id="2147483658" r:id="R3929106499d444e8"/>
    <p:sldLayoutId xmlns:r="http://schemas.openxmlformats.org/officeDocument/2006/relationships" id="2147483659" r:id="R5f98f854bdac4e0b"/>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80103824604d3d" /><Relationship Type="http://schemas.openxmlformats.org/officeDocument/2006/relationships/image" Target="/ppt/media/image.png" Id="Ra18d0884bb0e49ad" /><Relationship Type="http://schemas.openxmlformats.org/officeDocument/2006/relationships/image" Target="/ppt/media/image2.png" Id="Ra581639f84a94bfa" /><Relationship Type="http://schemas.openxmlformats.org/officeDocument/2006/relationships/notesSlide" Target="/ppt/notesSlides/notesSlide1.xml" Id="Rcecda36864c94c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dcc7bbf57a48ee" /><Relationship Type="http://schemas.openxmlformats.org/officeDocument/2006/relationships/image" Target="/ppt/media/image.jpeg" Id="Re5a4153b456f4cbc" /><Relationship Type="http://schemas.openxmlformats.org/officeDocument/2006/relationships/image" Target="/ppt/media/image3.png" Id="Rab2f3de6a8ec4325" /><Relationship Type="http://schemas.openxmlformats.org/officeDocument/2006/relationships/notesSlide" Target="/ppt/notesSlides/notesSlide2.xml" Id="R1650e194a8d44f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7bcda30a8384f7f" /><Relationship Type="http://schemas.openxmlformats.org/officeDocument/2006/relationships/image" Target="/ppt/media/image2.jpeg" Id="R46a5e1f5f54a4eaa" /><Relationship Type="http://schemas.openxmlformats.org/officeDocument/2006/relationships/image" Target="/ppt/media/image2.png" Id="R4cf7bd24f1b049b1" /><Relationship Type="http://schemas.openxmlformats.org/officeDocument/2006/relationships/image" Target="/ppt/media/image4.png" Id="Rc56da6d5369e4ec3" /><Relationship Type="http://schemas.openxmlformats.org/officeDocument/2006/relationships/image" Target="/ppt/media/image5.png" Id="R4afd4b3d850143d0" /><Relationship Type="http://schemas.openxmlformats.org/officeDocument/2006/relationships/notesSlide" Target="/ppt/notesSlides/notesSlide3.xml" Id="Ra4a97b82519a46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e2e9d693eb4fa8" /><Relationship Type="http://schemas.openxmlformats.org/officeDocument/2006/relationships/image" Target="/ppt/media/image2.jpeg" Id="Red3aa17cd1d84fbc" /><Relationship Type="http://schemas.openxmlformats.org/officeDocument/2006/relationships/image" Target="/ppt/media/image2.png" Id="R9174edd392ee4139" /><Relationship Type="http://schemas.openxmlformats.org/officeDocument/2006/relationships/image" Target="/ppt/media/image6.png" Id="R244c7b3f59404baa" /><Relationship Type="http://schemas.openxmlformats.org/officeDocument/2006/relationships/notesSlide" Target="/ppt/notesSlides/notesSlide4.xml" Id="R813842154d474d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92e4eca7cc4378" /><Relationship Type="http://schemas.openxmlformats.org/officeDocument/2006/relationships/image" Target="/ppt/media/image2.jpeg" Id="Rc1650bec437d4317" /><Relationship Type="http://schemas.openxmlformats.org/officeDocument/2006/relationships/image" Target="/ppt/media/image2.png" Id="R8fd38959d8754097" /><Relationship Type="http://schemas.openxmlformats.org/officeDocument/2006/relationships/notesSlide" Target="/ppt/notesSlides/notesSlide5.xml" Id="R046050860baa4f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49d1f5f6094873" /><Relationship Type="http://schemas.openxmlformats.org/officeDocument/2006/relationships/image" Target="/ppt/media/image2.jpeg" Id="R1a3f11cd31954e53" /><Relationship Type="http://schemas.openxmlformats.org/officeDocument/2006/relationships/image" Target="/ppt/media/image2.png" Id="R7cb3fb0c97814ab7" /><Relationship Type="http://schemas.openxmlformats.org/officeDocument/2006/relationships/notesSlide" Target="/ppt/notesSlides/notesSlide6.xml" Id="R2914fe8a5dac45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68225c6b3c4317" /><Relationship Type="http://schemas.openxmlformats.org/officeDocument/2006/relationships/image" Target="/ppt/media/image2.jpeg" Id="R1222e54476cb4818" /><Relationship Type="http://schemas.openxmlformats.org/officeDocument/2006/relationships/image" Target="/ppt/media/image2.png" Id="Rfc6af14a61c444fc" /><Relationship Type="http://schemas.openxmlformats.org/officeDocument/2006/relationships/chart" Target="/ppt/slides/charts/chart1.xml" Id="Rbfaa56cb7f634f71" /><Relationship Type="http://schemas.openxmlformats.org/officeDocument/2006/relationships/notesSlide" Target="/ppt/notesSlides/notesSlide7.xml" Id="R56057a6504d641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3c887f18ca140e5" /><Relationship Type="http://schemas.openxmlformats.org/officeDocument/2006/relationships/image" Target="/ppt/media/image2.jpeg" Id="Rda072014268d4ba1" /><Relationship Type="http://schemas.openxmlformats.org/officeDocument/2006/relationships/image" Target="/ppt/media/image2.png" Id="R8777e29a29134caa" /><Relationship Type="http://schemas.openxmlformats.org/officeDocument/2006/relationships/notesSlide" Target="/ppt/notesSlides/notesSlide8.xml" Id="R04194628274143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4b79502930243b2" /><Relationship Type="http://schemas.openxmlformats.org/officeDocument/2006/relationships/image" Target="/ppt/media/image2.jpeg" Id="R0f3bac4f2af34857" /><Relationship Type="http://schemas.openxmlformats.org/officeDocument/2006/relationships/image" Target="/ppt/media/image2.png" Id="R3236b1335b8c4b10" /><Relationship Type="http://schemas.openxmlformats.org/officeDocument/2006/relationships/notesSlide" Target="/ppt/notesSlides/notesSlide9.xml" Id="R8c026c0e25ac44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3a9d29c7c9c4fe5" /><Relationship Type="http://schemas.openxmlformats.org/officeDocument/2006/relationships/image" Target="/ppt/media/image2.jpeg" Id="R689f8d59f04f4aa0" /><Relationship Type="http://schemas.openxmlformats.org/officeDocument/2006/relationships/image" Target="/ppt/media/image2.png" Id="Ra6c3a937c7ce4f0d" /><Relationship Type="http://schemas.openxmlformats.org/officeDocument/2006/relationships/image" Target="/ppt/media/image4.png" Id="Rf2a4bc32373c4b0f" /><Relationship Type="http://schemas.openxmlformats.org/officeDocument/2006/relationships/image" Target="/ppt/media/image7.png" Id="Rc1aa63f96fd248f6" /><Relationship Type="http://schemas.openxmlformats.org/officeDocument/2006/relationships/notesSlide" Target="/ppt/notesSlides/notesSlide10.xml" Id="R03c0bb05ff664d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990524a7a34b27" /><Relationship Type="http://schemas.openxmlformats.org/officeDocument/2006/relationships/image" Target="/ppt/media/image2.jpeg" Id="Re543c9f797834261" /><Relationship Type="http://schemas.openxmlformats.org/officeDocument/2006/relationships/image" Target="/ppt/media/image2.png" Id="Ra914a9bf2396491e" /><Relationship Type="http://schemas.openxmlformats.org/officeDocument/2006/relationships/notesSlide" Target="/ppt/notesSlides/notesSlide11.xml" Id="R179f5c5af62046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10406e850c04c4c" /><Relationship Type="http://schemas.openxmlformats.org/officeDocument/2006/relationships/image" Target="/ppt/media/image3.jpeg" Id="Rbff207b19a6941d4" /><Relationship Type="http://schemas.openxmlformats.org/officeDocument/2006/relationships/image" Target="/ppt/media/image8.png" Id="R0f0af090f8a3414a" /><Relationship Type="http://schemas.openxmlformats.org/officeDocument/2006/relationships/notesSlide" Target="/ppt/notesSlides/notesSlide12.xml" Id="Re111afd7ad3744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480ce3667a41c8" /><Relationship Type="http://schemas.openxmlformats.org/officeDocument/2006/relationships/image" Target="/ppt/media/image2.jpeg" Id="Rdd9cb83f47ac426d" /><Relationship Type="http://schemas.openxmlformats.org/officeDocument/2006/relationships/image" Target="/ppt/media/image2.png" Id="Re5d47e74ba034a10" /><Relationship Type="http://schemas.openxmlformats.org/officeDocument/2006/relationships/notesSlide" Target="/ppt/notesSlides/notesSlide13.xml" Id="R5700d526d35c41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b87cadca5a6481e" /><Relationship Type="http://schemas.openxmlformats.org/officeDocument/2006/relationships/image" Target="/ppt/media/image2.jpeg" Id="R62263023aa834839" /><Relationship Type="http://schemas.openxmlformats.org/officeDocument/2006/relationships/image" Target="/ppt/media/image2.png" Id="Rb10f7eded02e4e17" /><Relationship Type="http://schemas.openxmlformats.org/officeDocument/2006/relationships/notesSlide" Target="/ppt/notesSlides/notesSlide14.xml" Id="R0b55ffe072274f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2881fa7f1dc4db1" /><Relationship Type="http://schemas.openxmlformats.org/officeDocument/2006/relationships/image" Target="/ppt/media/image2.jpeg" Id="R5a5f02ec2cff4d23" /><Relationship Type="http://schemas.openxmlformats.org/officeDocument/2006/relationships/image" Target="/ppt/media/image2.png" Id="Radf3168fa24a4b17" /><Relationship Type="http://schemas.openxmlformats.org/officeDocument/2006/relationships/image" Target="/ppt/media/image4.png" Id="Rb2107429114c40e2" /><Relationship Type="http://schemas.openxmlformats.org/officeDocument/2006/relationships/image" Target="/ppt/media/image9.png" Id="R12b3e6fa775343c0" /><Relationship Type="http://schemas.openxmlformats.org/officeDocument/2006/relationships/notesSlide" Target="/ppt/notesSlides/notesSlide15.xml" Id="R5a29a4ca589648a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2d508c37ff04b02" /><Relationship Type="http://schemas.openxmlformats.org/officeDocument/2006/relationships/image" Target="/ppt/media/image2.jpeg" Id="R183165c7728c431b" /><Relationship Type="http://schemas.openxmlformats.org/officeDocument/2006/relationships/image" Target="/ppt/media/image2.png" Id="R05e97fefd79e4abb" /><Relationship Type="http://schemas.openxmlformats.org/officeDocument/2006/relationships/image" Target="/ppt/media/image10.png" Id="R2e816e7426db4741" /><Relationship Type="http://schemas.openxmlformats.org/officeDocument/2006/relationships/notesSlide" Target="/ppt/notesSlides/notesSlide16.xml" Id="R84bfda1991ae45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9881dd60abb4e1c" /><Relationship Type="http://schemas.openxmlformats.org/officeDocument/2006/relationships/image" Target="/ppt/media/image2.jpeg" Id="R2ef00acb1463440a" /><Relationship Type="http://schemas.openxmlformats.org/officeDocument/2006/relationships/image" Target="/ppt/media/image2.png" Id="R05e357d6403c4004" /><Relationship Type="http://schemas.openxmlformats.org/officeDocument/2006/relationships/notesSlide" Target="/ppt/notesSlides/notesSlide17.xml" Id="Rcd9a86425539410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ac46d8d7a9a4fce" /><Relationship Type="http://schemas.openxmlformats.org/officeDocument/2006/relationships/image" Target="/ppt/media/image2.jpeg" Id="Rd83cf2674a9b4093" /><Relationship Type="http://schemas.openxmlformats.org/officeDocument/2006/relationships/image" Target="/ppt/media/image2.png" Id="Ra33dcaef002b42b9" /><Relationship Type="http://schemas.openxmlformats.org/officeDocument/2006/relationships/notesSlide" Target="/ppt/notesSlides/notesSlide18.xml" Id="R2bd13fb01ecc4e3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b198c290af74d6f" /><Relationship Type="http://schemas.openxmlformats.org/officeDocument/2006/relationships/image" Target="/ppt/media/image2.jpeg" Id="R7e17ca8d156c4cd7" /><Relationship Type="http://schemas.openxmlformats.org/officeDocument/2006/relationships/image" Target="/ppt/media/image2.png" Id="R4ee77afcb10643e3" /><Relationship Type="http://schemas.openxmlformats.org/officeDocument/2006/relationships/notesSlide" Target="/ppt/notesSlides/notesSlide19.xml" Id="Rebbe9671fc5247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58b7da9c4bc4451" /><Relationship Type="http://schemas.openxmlformats.org/officeDocument/2006/relationships/image" Target="/ppt/media/image2.jpeg" Id="R02d2a777a839412e" /><Relationship Type="http://schemas.openxmlformats.org/officeDocument/2006/relationships/image" Target="/ppt/media/image2.png" Id="Reebc19790b7f43e6" /><Relationship Type="http://schemas.openxmlformats.org/officeDocument/2006/relationships/notesSlide" Target="/ppt/notesSlides/notesSlide20.xml" Id="Re408bd62bf144b2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f825e7852f54b64" /><Relationship Type="http://schemas.openxmlformats.org/officeDocument/2006/relationships/image" Target="/ppt/media/image2.jpeg" Id="R629cba0b48c84252" /><Relationship Type="http://schemas.openxmlformats.org/officeDocument/2006/relationships/image" Target="/ppt/media/image2.png" Id="R195af487fead49ac" /><Relationship Type="http://schemas.openxmlformats.org/officeDocument/2006/relationships/notesSlide" Target="/ppt/notesSlides/notesSlide21.xml" Id="R29f60ccd7a6d4b9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ac55e4db06244c61" /><Relationship Type="http://schemas.openxmlformats.org/officeDocument/2006/relationships/image" Target="/ppt/media/image2.jpeg" Id="Reb3884bc5018475c" /><Relationship Type="http://schemas.openxmlformats.org/officeDocument/2006/relationships/image" Target="/ppt/media/image2.png" Id="Rdf2e58f0141c4357" /><Relationship Type="http://schemas.openxmlformats.org/officeDocument/2006/relationships/image" Target="/ppt/media/image4.png" Id="R4f74bd049e4b4064" /><Relationship Type="http://schemas.openxmlformats.org/officeDocument/2006/relationships/image" Target="/ppt/media/image11.png" Id="R024fdbce349f47ec" /><Relationship Type="http://schemas.openxmlformats.org/officeDocument/2006/relationships/notesSlide" Target="/ppt/notesSlides/notesSlide22.xml" Id="R5cb96bceb04c434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42725e79f554e3a" /><Relationship Type="http://schemas.openxmlformats.org/officeDocument/2006/relationships/image" Target="/ppt/media/image2.jpeg" Id="R982a5e6d63b84974" /><Relationship Type="http://schemas.openxmlformats.org/officeDocument/2006/relationships/image" Target="/ppt/media/image2.png" Id="R21da0b5232fa41fb" /><Relationship Type="http://schemas.openxmlformats.org/officeDocument/2006/relationships/notesSlide" Target="/ppt/notesSlides/notesSlide23.xml" Id="Rc76217cafeaa447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02ff98646194817" /><Relationship Type="http://schemas.openxmlformats.org/officeDocument/2006/relationships/image" Target="/ppt/media/image2.jpeg" Id="R8d62d3bc5eeb46d4" /><Relationship Type="http://schemas.openxmlformats.org/officeDocument/2006/relationships/image" Target="/ppt/media/image2.png" Id="R77c21cc6df0a4229" /><Relationship Type="http://schemas.openxmlformats.org/officeDocument/2006/relationships/chart" Target="/ppt/slides/charts/chart2.xml" Id="R35c19223a1f240fb" /><Relationship Type="http://schemas.openxmlformats.org/officeDocument/2006/relationships/notesSlide" Target="/ppt/notesSlides/notesSlide24.xml" Id="R821952269fb7494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169a1b9ebb24e04" /><Relationship Type="http://schemas.openxmlformats.org/officeDocument/2006/relationships/image" Target="/ppt/media/image2.jpeg" Id="R17f84a739e7d45da" /><Relationship Type="http://schemas.openxmlformats.org/officeDocument/2006/relationships/image" Target="/ppt/media/image2.png" Id="Rd979fb85db644544" /><Relationship Type="http://schemas.openxmlformats.org/officeDocument/2006/relationships/image" Target="/ppt/media/image12.png" Id="R9af1df4bc1cd4d3d" /><Relationship Type="http://schemas.openxmlformats.org/officeDocument/2006/relationships/image" Target="/ppt/media/image13.png" Id="R4c9eaa85aa53479f" /><Relationship Type="http://schemas.openxmlformats.org/officeDocument/2006/relationships/notesSlide" Target="/ppt/notesSlides/notesSlide25.xml" Id="R28ca263e53f449b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547dbfde4ab640f0" /><Relationship Type="http://schemas.openxmlformats.org/officeDocument/2006/relationships/image" Target="/ppt/media/image2.jpeg" Id="R379fdabfddd245fe" /><Relationship Type="http://schemas.openxmlformats.org/officeDocument/2006/relationships/image" Target="/ppt/media/image2.png" Id="R693abb37ace240b2" /><Relationship Type="http://schemas.openxmlformats.org/officeDocument/2006/relationships/image" Target="/ppt/media/image4.png" Id="Re1721b2d1b784e83" /><Relationship Type="http://schemas.openxmlformats.org/officeDocument/2006/relationships/image" Target="/ppt/media/image14.png" Id="Rd60d4944c6d94eb2" /><Relationship Type="http://schemas.openxmlformats.org/officeDocument/2006/relationships/notesSlide" Target="/ppt/notesSlides/notesSlide26.xml" Id="Racddaffcfe1b42e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4bc3888e6034924" /><Relationship Type="http://schemas.openxmlformats.org/officeDocument/2006/relationships/image" Target="/ppt/media/image2.jpeg" Id="R1db9184e039848c9" /><Relationship Type="http://schemas.openxmlformats.org/officeDocument/2006/relationships/image" Target="/ppt/media/image2.png" Id="Rd6374f481eb94c78" /><Relationship Type="http://schemas.openxmlformats.org/officeDocument/2006/relationships/notesSlide" Target="/ppt/notesSlides/notesSlide27.xml" Id="R43382355a5704fc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1ef3d57954a4d91" /><Relationship Type="http://schemas.openxmlformats.org/officeDocument/2006/relationships/image" Target="/ppt/media/image2.jpeg" Id="R138cc20f554f4aff" /><Relationship Type="http://schemas.openxmlformats.org/officeDocument/2006/relationships/image" Target="/ppt/media/image2.png" Id="Rd58f14e8b86a4ffa" /><Relationship Type="http://schemas.openxmlformats.org/officeDocument/2006/relationships/notesSlide" Target="/ppt/notesSlides/notesSlide28.xml" Id="R167a45bcdda54d8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4a397617ccc49eb" /><Relationship Type="http://schemas.openxmlformats.org/officeDocument/2006/relationships/image" Target="/ppt/media/image2.jpeg" Id="R4193f47ec98d43e8" /><Relationship Type="http://schemas.openxmlformats.org/officeDocument/2006/relationships/image" Target="/ppt/media/image2.png" Id="R8c4e760347004bb6" /><Relationship Type="http://schemas.openxmlformats.org/officeDocument/2006/relationships/notesSlide" Target="/ppt/notesSlides/notesSlide29.xml" Id="R47ff6cf0df3547b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bd5f54d162445b4" /><Relationship Type="http://schemas.openxmlformats.org/officeDocument/2006/relationships/image" Target="/ppt/media/image2.jpeg" Id="Re9b925ea85ae495b" /><Relationship Type="http://schemas.openxmlformats.org/officeDocument/2006/relationships/image" Target="/ppt/media/image2.png" Id="R9d5eeae29b8c4e38" /><Relationship Type="http://schemas.openxmlformats.org/officeDocument/2006/relationships/notesSlide" Target="/ppt/notesSlides/notesSlide30.xml" Id="Rb4838c85e1e64d7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02b446b6b804374" /><Relationship Type="http://schemas.openxmlformats.org/officeDocument/2006/relationships/image" Target="/ppt/media/image2.jpeg" Id="R159122db808c4658" /><Relationship Type="http://schemas.openxmlformats.org/officeDocument/2006/relationships/image" Target="/ppt/media/image2.png" Id="R6c7f07ad39664ee0" /><Relationship Type="http://schemas.openxmlformats.org/officeDocument/2006/relationships/notesSlide" Target="/ppt/notesSlides/notesSlide31.xml" Id="R9f99d3c6c6c9470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d0053a63ad64a8b" /><Relationship Type="http://schemas.openxmlformats.org/officeDocument/2006/relationships/image" Target="/ppt/media/image2.jpeg" Id="R31b6d4c9589b4c4e" /><Relationship Type="http://schemas.openxmlformats.org/officeDocument/2006/relationships/image" Target="/ppt/media/image2.png" Id="Rfffe205b02de4e0a" /><Relationship Type="http://schemas.openxmlformats.org/officeDocument/2006/relationships/notesSlide" Target="/ppt/notesSlides/notesSlide32.xml" Id="R3cacf99b9d744a5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0f230eb8bab4a55" /><Relationship Type="http://schemas.openxmlformats.org/officeDocument/2006/relationships/image" Target="/ppt/media/image2.jpeg" Id="Re9d2d18e335e48c2" /><Relationship Type="http://schemas.openxmlformats.org/officeDocument/2006/relationships/image" Target="/ppt/media/image2.png" Id="Rd1f2582cc59f471a" /><Relationship Type="http://schemas.openxmlformats.org/officeDocument/2006/relationships/notesSlide" Target="/ppt/notesSlides/notesSlide33.xml" Id="R656255f89b96452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23bc116af8549b7" /><Relationship Type="http://schemas.openxmlformats.org/officeDocument/2006/relationships/image" Target="/ppt/media/image2.jpeg" Id="Re0bc29caa3a84bac" /><Relationship Type="http://schemas.openxmlformats.org/officeDocument/2006/relationships/image" Target="/ppt/media/image2.png" Id="R8a91be1c1baf45ba" /><Relationship Type="http://schemas.openxmlformats.org/officeDocument/2006/relationships/notesSlide" Target="/ppt/notesSlides/notesSlide34.xml" Id="Ra6441dab42eb481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8309d5fbe3246af" /><Relationship Type="http://schemas.openxmlformats.org/officeDocument/2006/relationships/image" Target="/ppt/media/image2.jpeg" Id="Rd7ebb3e0312d4ac7" /><Relationship Type="http://schemas.openxmlformats.org/officeDocument/2006/relationships/image" Target="/ppt/media/image2.png" Id="Ra9ea29b3162c4172" /><Relationship Type="http://schemas.openxmlformats.org/officeDocument/2006/relationships/image" Target="/ppt/media/image15.png" Id="R7b6729552b2d4715" /><Relationship Type="http://schemas.openxmlformats.org/officeDocument/2006/relationships/notesSlide" Target="/ppt/notesSlides/notesSlide35.xml" Id="Red4f7ca40260473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02e269374e484cfa" /><Relationship Type="http://schemas.openxmlformats.org/officeDocument/2006/relationships/image" Target="/ppt/media/image2.jpeg" Id="R6deff3dafbf245cd" /><Relationship Type="http://schemas.openxmlformats.org/officeDocument/2006/relationships/image" Target="/ppt/media/image.gif" Id="Re4f1452af5fe4374" /><Relationship Type="http://schemas.openxmlformats.org/officeDocument/2006/relationships/image" Target="/ppt/media/image2.png" Id="Rf6f3c127f3b54f85" /><Relationship Type="http://schemas.openxmlformats.org/officeDocument/2006/relationships/notesSlide" Target="/ppt/notesSlides/notesSlide36.xml" Id="R171916f9559645c0"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a18d0884bb0e49ad">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a581639f84a94bfa">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5a4153b456f4cbc"/>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b2f3de6a8ec4325"/>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6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46a5e1f5f54a4ea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7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4cf7bd24f1b049b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7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c56da6d5369e4ec3">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7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4afd4b3d850143d0">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7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d3aa17cd1d84fb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174edd392ee413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244c7b3f59404baa"/>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1650bec437d431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fd38959d875409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43D98B31-9556-4DF4-A6B6-D2C1E79850D5}"/>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just">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a3f11cd31954e5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cb3fb0c97814a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222e54476cb481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c6af14a61c444f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bfaa56cb7f634f71"/>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a072014268d4ba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777e29a29134ca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f3bac4f2af3485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236b1335b8c4b1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3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689f8d59f04f4aa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4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a6c3a937c7ce4f0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4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f2a4bc32373c4b0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4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c1aa63f96fd248f6">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4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543c9f79783426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14a9bf2396491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ff207b19a6941d4"/>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f0af090f8a3414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d9cb83f47ac426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5d47e74ba034a1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7"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2263023aa83483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10f7eded02e4e1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450"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5a5f02ec2cff4d2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51"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adf3168fa24a4b1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52"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b2107429114c40e2">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54"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12b3e6fa775343c0">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cxnSp>
        <p:nvCxnSpPr>
          <p:cNvPr id="458"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83165c7728c431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e97fefd79e4ab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2e816e7426db4741"/>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ef00acb1463440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5e357d6403c400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83cf2674a9b409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33dcaef002b42b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e17ca8d156c4cd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ee77afcb10643e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2d2a777a839412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ebc19790b7f43e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29cba0b48c8425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95af487fead49a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55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eb3884bc5018475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5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df2e58f0141c435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5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4f74bd049e4b4064">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6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024fdbce349f47ec">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6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82a5e6d63b8497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1da0b5232fa41f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d62d3bc5eeb46d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7c21cc6df0a422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35c19223a1f240fb"/>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7f84a739e7d45d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979fb85db64454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9af1df4bc1cd4d3d"/>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4c9eaa85aa53479f"/>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599"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379fdabfddd245f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00"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693abb37ace240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01"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e1721b2d1b784e8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03"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d60d4944c6d94eb2">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05"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db9184e039848c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6374f481eb94c7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38cc20f554f4af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58f14e8b86a4ff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193f47ec98d43e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4e760347004bb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9b925ea85ae495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d5eeae29b8c4e3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59122db808c465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c7f07ad39664e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1b6d4c9589b4c4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ffe205b02de4e0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9d2d18e335e48c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1f2582cc59f471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0bc29caa3a84ba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a91be1c1baf45b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7ebb3e0312d4ac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ea29b3162c41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7b6729552b2d4715">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6deff3dafbf245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e4f1452af5fe4374">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6f3c127f3b54f8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2026-09-24T01:46:59.9350000Z</dcterms:created>
  <dcterms:modified xsi:type="dcterms:W3CDTF">2026-09-24T01:46:59.9360000Z</dcterms:modified>
</coreProperties>
</file>