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2.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967b9ad2c794f7b" /><Relationship Type="http://schemas.openxmlformats.org/officeDocument/2006/relationships/extended-properties" Target="/docProps/app.xml" Id="R291535db8be84318" /><Relationship Type="http://schemas.openxmlformats.org/officeDocument/2006/relationships/officeDocument" Target="/ppt/presentation.xml" Id="R0bb57c55e0c047da" /></Relationships>
</file>

<file path=ppt/presentation.xml><?xml version="1.0" encoding="utf-8"?>
<p:presentation xmlns:p="http://schemas.openxmlformats.org/presentationml/2006/main">
  <p:sldMasterIdLst>
    <p:sldMasterId xmlns:r="http://schemas.openxmlformats.org/officeDocument/2006/relationships" id="2147483648" r:id="R907f48e1aa7a460e"/>
  </p:sldMasterIdLst>
  <p:notesMasterIdLst>
    <p:notesMasterId xmlns:r="http://schemas.openxmlformats.org/officeDocument/2006/relationships" r:id="Re856d0a121144273"/>
  </p:notesMasterIdLst>
  <p:sldIdLst>
    <p:sldId xmlns:r="http://schemas.openxmlformats.org/officeDocument/2006/relationships" id="256" r:id="R91132a1fffff42f7"/>
    <p:sldId xmlns:r="http://schemas.openxmlformats.org/officeDocument/2006/relationships" id="257" r:id="Rd85e4fe2b8af410e"/>
    <p:sldId xmlns:r="http://schemas.openxmlformats.org/officeDocument/2006/relationships" id="258" r:id="R0fd1faea00374088"/>
    <p:sldId xmlns:r="http://schemas.openxmlformats.org/officeDocument/2006/relationships" id="259" r:id="Rd9ec8dbf329c468a"/>
    <p:sldId xmlns:r="http://schemas.openxmlformats.org/officeDocument/2006/relationships" id="260" r:id="R42a0afad71d14c4b"/>
    <p:sldId xmlns:r="http://schemas.openxmlformats.org/officeDocument/2006/relationships" id="261" r:id="R417fd2b64a044a2b"/>
    <p:sldId xmlns:r="http://schemas.openxmlformats.org/officeDocument/2006/relationships" id="262" r:id="Rb5b8deb67f0a4783"/>
    <p:sldId xmlns:r="http://schemas.openxmlformats.org/officeDocument/2006/relationships" id="263" r:id="R07ad09e0885342b2"/>
    <p:sldId xmlns:r="http://schemas.openxmlformats.org/officeDocument/2006/relationships" id="264" r:id="Rd85a544660eb410a"/>
    <p:sldId xmlns:r="http://schemas.openxmlformats.org/officeDocument/2006/relationships" id="265" r:id="Rf2a99ea6cd044f1b"/>
    <p:sldId xmlns:r="http://schemas.openxmlformats.org/officeDocument/2006/relationships" id="266" r:id="Rb484bfde46f24809"/>
    <p:sldId xmlns:r="http://schemas.openxmlformats.org/officeDocument/2006/relationships" id="267" r:id="R23004fb43b9f402b"/>
    <p:sldId xmlns:r="http://schemas.openxmlformats.org/officeDocument/2006/relationships" id="268" r:id="R16369c05a4a6477e"/>
    <p:sldId xmlns:r="http://schemas.openxmlformats.org/officeDocument/2006/relationships" id="269" r:id="Rd53b35dba67948ed"/>
    <p:sldId xmlns:r="http://schemas.openxmlformats.org/officeDocument/2006/relationships" id="270" r:id="R2a816d2ab337419b"/>
    <p:sldId xmlns:r="http://schemas.openxmlformats.org/officeDocument/2006/relationships" id="271" r:id="R82e768e0a3ba41f2"/>
    <p:sldId xmlns:r="http://schemas.openxmlformats.org/officeDocument/2006/relationships" id="272" r:id="Rca70a4f680084b7c"/>
    <p:sldId xmlns:r="http://schemas.openxmlformats.org/officeDocument/2006/relationships" id="273" r:id="Rb0d2f0231a6444fb"/>
    <p:sldId xmlns:r="http://schemas.openxmlformats.org/officeDocument/2006/relationships" id="274" r:id="Rf01d731db4594224"/>
    <p:sldId xmlns:r="http://schemas.openxmlformats.org/officeDocument/2006/relationships" id="275" r:id="R9c973cc909dc410b"/>
    <p:sldId xmlns:r="http://schemas.openxmlformats.org/officeDocument/2006/relationships" id="276" r:id="Rb3a604c8765e4056"/>
    <p:sldId xmlns:r="http://schemas.openxmlformats.org/officeDocument/2006/relationships" id="277" r:id="Rebede04ba8f54532"/>
    <p:sldId xmlns:r="http://schemas.openxmlformats.org/officeDocument/2006/relationships" id="278" r:id="R08949a61c2fd4669"/>
    <p:sldId xmlns:r="http://schemas.openxmlformats.org/officeDocument/2006/relationships" id="279" r:id="R9386dc6c4ef74d74"/>
    <p:sldId xmlns:r="http://schemas.openxmlformats.org/officeDocument/2006/relationships" id="280" r:id="Rc9960b9f6eb244a4"/>
    <p:sldId xmlns:r="http://schemas.openxmlformats.org/officeDocument/2006/relationships" id="281" r:id="R4da9ca66fb9f47ee"/>
    <p:sldId xmlns:r="http://schemas.openxmlformats.org/officeDocument/2006/relationships" id="282" r:id="Ra7f7f162bb234a7f"/>
    <p:sldId xmlns:r="http://schemas.openxmlformats.org/officeDocument/2006/relationships" id="283" r:id="R4e40f845abb841f1"/>
    <p:sldId xmlns:r="http://schemas.openxmlformats.org/officeDocument/2006/relationships" id="284" r:id="R436ddfe74f3c42ba"/>
    <p:sldId xmlns:r="http://schemas.openxmlformats.org/officeDocument/2006/relationships" id="285" r:id="Rb053de5054c8446c"/>
    <p:sldId xmlns:r="http://schemas.openxmlformats.org/officeDocument/2006/relationships" id="286" r:id="Rb7b8e5910d6d48a3"/>
    <p:sldId xmlns:r="http://schemas.openxmlformats.org/officeDocument/2006/relationships" id="287" r:id="R64a7abaef7394024"/>
    <p:sldId xmlns:r="http://schemas.openxmlformats.org/officeDocument/2006/relationships" id="288" r:id="Rbf6ced66ac7741a6"/>
    <p:sldId xmlns:r="http://schemas.openxmlformats.org/officeDocument/2006/relationships" id="289" r:id="R6b20418ec7384e80"/>
    <p:sldId xmlns:r="http://schemas.openxmlformats.org/officeDocument/2006/relationships" id="290" r:id="R7c302fdaa6f64025"/>
    <p:sldId xmlns:r="http://schemas.openxmlformats.org/officeDocument/2006/relationships" id="291" r:id="R45f6fd41f6c14c70"/>
    <p:sldId xmlns:r="http://schemas.openxmlformats.org/officeDocument/2006/relationships" id="292" r:id="Rc21c9a03a85341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da741c9fe0547ef" /><Relationship Type="http://schemas.openxmlformats.org/officeDocument/2006/relationships/slideMaster" Target="/ppt/slideMasters/slideMaster1.xml" Id="R907f48e1aa7a460e" /><Relationship Type="http://schemas.openxmlformats.org/officeDocument/2006/relationships/notesMaster" Target="/ppt/notesMasters/notesMaster1.xml" Id="Re856d0a121144273" /><Relationship Type="http://schemas.openxmlformats.org/officeDocument/2006/relationships/presProps" Target="/ppt/presProps.xml" Id="Rc357e890a78147ee" /><Relationship Type="http://schemas.openxmlformats.org/officeDocument/2006/relationships/viewProps" Target="/ppt/viewProps.xml" Id="R5d17d3be42fb42c1" /><Relationship Type="http://schemas.openxmlformats.org/officeDocument/2006/relationships/tableStyles" Target="/ppt/tableStyles.xml" Id="R277e450e27ab43f1" /><Relationship Type="http://schemas.openxmlformats.org/officeDocument/2006/relationships/slide" Target="/ppt/slides/slide1.xml" Id="R91132a1fffff42f7" /><Relationship Type="http://schemas.openxmlformats.org/officeDocument/2006/relationships/slide" Target="/ppt/slides/slide2.xml" Id="Rd85e4fe2b8af410e" /><Relationship Type="http://schemas.openxmlformats.org/officeDocument/2006/relationships/slide" Target="/ppt/slides/slide3.xml" Id="R0fd1faea00374088" /><Relationship Type="http://schemas.openxmlformats.org/officeDocument/2006/relationships/slide" Target="/ppt/slides/slide4.xml" Id="Rd9ec8dbf329c468a" /><Relationship Type="http://schemas.openxmlformats.org/officeDocument/2006/relationships/slide" Target="/ppt/slides/slide5.xml" Id="R42a0afad71d14c4b" /><Relationship Type="http://schemas.openxmlformats.org/officeDocument/2006/relationships/slide" Target="/ppt/slides/slide6.xml" Id="R417fd2b64a044a2b" /><Relationship Type="http://schemas.openxmlformats.org/officeDocument/2006/relationships/slide" Target="/ppt/slides/slide7.xml" Id="Rb5b8deb67f0a4783" /><Relationship Type="http://schemas.openxmlformats.org/officeDocument/2006/relationships/slide" Target="/ppt/slides/slide8.xml" Id="R07ad09e0885342b2" /><Relationship Type="http://schemas.openxmlformats.org/officeDocument/2006/relationships/slide" Target="/ppt/slides/slide9.xml" Id="Rd85a544660eb410a" /><Relationship Type="http://schemas.openxmlformats.org/officeDocument/2006/relationships/slide" Target="/ppt/slides/slide10.xml" Id="Rf2a99ea6cd044f1b" /><Relationship Type="http://schemas.openxmlformats.org/officeDocument/2006/relationships/slide" Target="/ppt/slides/slide11.xml" Id="Rb484bfde46f24809" /><Relationship Type="http://schemas.openxmlformats.org/officeDocument/2006/relationships/slide" Target="/ppt/slides/slide12.xml" Id="R23004fb43b9f402b" /><Relationship Type="http://schemas.openxmlformats.org/officeDocument/2006/relationships/slide" Target="/ppt/slides/slide13.xml" Id="R16369c05a4a6477e" /><Relationship Type="http://schemas.openxmlformats.org/officeDocument/2006/relationships/slide" Target="/ppt/slides/slide14.xml" Id="Rd53b35dba67948ed" /><Relationship Type="http://schemas.openxmlformats.org/officeDocument/2006/relationships/slide" Target="/ppt/slides/slide15.xml" Id="R2a816d2ab337419b" /><Relationship Type="http://schemas.openxmlformats.org/officeDocument/2006/relationships/slide" Target="/ppt/slides/slide16.xml" Id="R82e768e0a3ba41f2" /><Relationship Type="http://schemas.openxmlformats.org/officeDocument/2006/relationships/slide" Target="/ppt/slides/slide17.xml" Id="Rca70a4f680084b7c" /><Relationship Type="http://schemas.openxmlformats.org/officeDocument/2006/relationships/slide" Target="/ppt/slides/slide18.xml" Id="Rb0d2f0231a6444fb" /><Relationship Type="http://schemas.openxmlformats.org/officeDocument/2006/relationships/slide" Target="/ppt/slides/slide19.xml" Id="Rf01d731db4594224" /><Relationship Type="http://schemas.openxmlformats.org/officeDocument/2006/relationships/slide" Target="/ppt/slides/slide20.xml" Id="R9c973cc909dc410b" /><Relationship Type="http://schemas.openxmlformats.org/officeDocument/2006/relationships/slide" Target="/ppt/slides/slide21.xml" Id="Rb3a604c8765e4056" /><Relationship Type="http://schemas.openxmlformats.org/officeDocument/2006/relationships/slide" Target="/ppt/slides/slide22.xml" Id="Rebede04ba8f54532" /><Relationship Type="http://schemas.openxmlformats.org/officeDocument/2006/relationships/slide" Target="/ppt/slides/slide23.xml" Id="R08949a61c2fd4669" /><Relationship Type="http://schemas.openxmlformats.org/officeDocument/2006/relationships/slide" Target="/ppt/slides/slide24.xml" Id="R9386dc6c4ef74d74" /><Relationship Type="http://schemas.openxmlformats.org/officeDocument/2006/relationships/slide" Target="/ppt/slides/slide25.xml" Id="Rc9960b9f6eb244a4" /><Relationship Type="http://schemas.openxmlformats.org/officeDocument/2006/relationships/slide" Target="/ppt/slides/slide26.xml" Id="R4da9ca66fb9f47ee" /><Relationship Type="http://schemas.openxmlformats.org/officeDocument/2006/relationships/slide" Target="/ppt/slides/slide27.xml" Id="Ra7f7f162bb234a7f" /><Relationship Type="http://schemas.openxmlformats.org/officeDocument/2006/relationships/slide" Target="/ppt/slides/slide28.xml" Id="R4e40f845abb841f1" /><Relationship Type="http://schemas.openxmlformats.org/officeDocument/2006/relationships/slide" Target="/ppt/slides/slide29.xml" Id="R436ddfe74f3c42ba" /><Relationship Type="http://schemas.openxmlformats.org/officeDocument/2006/relationships/slide" Target="/ppt/slides/slide30.xml" Id="Rb053de5054c8446c" /><Relationship Type="http://schemas.openxmlformats.org/officeDocument/2006/relationships/slide" Target="/ppt/slides/slide31.xml" Id="Rb7b8e5910d6d48a3" /><Relationship Type="http://schemas.openxmlformats.org/officeDocument/2006/relationships/slide" Target="/ppt/slides/slide32.xml" Id="R64a7abaef7394024" /><Relationship Type="http://schemas.openxmlformats.org/officeDocument/2006/relationships/slide" Target="/ppt/slides/slide33.xml" Id="Rbf6ced66ac7741a6" /><Relationship Type="http://schemas.openxmlformats.org/officeDocument/2006/relationships/slide" Target="/ppt/slides/slide34.xml" Id="R6b20418ec7384e80" /><Relationship Type="http://schemas.openxmlformats.org/officeDocument/2006/relationships/slide" Target="/ppt/slides/slide35.xml" Id="R7c302fdaa6f64025" /><Relationship Type="http://schemas.openxmlformats.org/officeDocument/2006/relationships/slide" Target="/ppt/slides/slide36.xml" Id="R45f6fd41f6c14c70" /><Relationship Type="http://schemas.openxmlformats.org/officeDocument/2006/relationships/slide" Target="/ppt/slides/slide37.xml" Id="Rc21c9a03a85341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2d4aebefe7433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b5bf2708934b9a" /><Relationship Type="http://schemas.openxmlformats.org/officeDocument/2006/relationships/notesMaster" Target="/ppt/notesMasters/notesMaster1.xml" Id="R890dfd7990fb45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34603996ee43a9" /><Relationship Type="http://schemas.openxmlformats.org/officeDocument/2006/relationships/notesMaster" Target="/ppt/notesMasters/notesMaster1.xml" Id="R7a141dfeaeb440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8b7351ace641f2" /><Relationship Type="http://schemas.openxmlformats.org/officeDocument/2006/relationships/notesMaster" Target="/ppt/notesMasters/notesMaster1.xml" Id="R500639f9dda347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68a0734ee0431b" /><Relationship Type="http://schemas.openxmlformats.org/officeDocument/2006/relationships/notesMaster" Target="/ppt/notesMasters/notesMaster1.xml" Id="R8eae5484185f45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dcd55e5706480c" /><Relationship Type="http://schemas.openxmlformats.org/officeDocument/2006/relationships/notesMaster" Target="/ppt/notesMasters/notesMaster1.xml" Id="Rbff7f445c3884f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be3ac5654d4a07" /><Relationship Type="http://schemas.openxmlformats.org/officeDocument/2006/relationships/notesMaster" Target="/ppt/notesMasters/notesMaster1.xml" Id="R35ea50e299034a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6a93a978d84e42" /><Relationship Type="http://schemas.openxmlformats.org/officeDocument/2006/relationships/notesMaster" Target="/ppt/notesMasters/notesMaster1.xml" Id="Rb4f68058a9194c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9e3901eaa590479c" /><Relationship Type="http://schemas.openxmlformats.org/officeDocument/2006/relationships/notesMaster" Target="/ppt/notesMasters/notesMaster1.xml" Id="R8e365b9eb42f47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0258d7066614ade" /><Relationship Type="http://schemas.openxmlformats.org/officeDocument/2006/relationships/notesMaster" Target="/ppt/notesMasters/notesMaster1.xml" Id="R8f034a2dd3cd4b1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8af02fc41bf4503" /><Relationship Type="http://schemas.openxmlformats.org/officeDocument/2006/relationships/notesMaster" Target="/ppt/notesMasters/notesMaster1.xml" Id="R887f3c4ff30a4da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aa201a3ff894dd7" /><Relationship Type="http://schemas.openxmlformats.org/officeDocument/2006/relationships/notesMaster" Target="/ppt/notesMasters/notesMaster1.xml" Id="Ra186da0ba6344c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2ee4d0555694b5b" /><Relationship Type="http://schemas.openxmlformats.org/officeDocument/2006/relationships/notesMaster" Target="/ppt/notesMasters/notesMaster1.xml" Id="Rba2218ba559d404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21c67f8697a4ec2" /><Relationship Type="http://schemas.openxmlformats.org/officeDocument/2006/relationships/notesMaster" Target="/ppt/notesMasters/notesMaster1.xml" Id="R22b0d770733f418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0146854e1264547" /><Relationship Type="http://schemas.openxmlformats.org/officeDocument/2006/relationships/notesMaster" Target="/ppt/notesMasters/notesMaster1.xml" Id="Re14ac779b808427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945fc67793c401b" /><Relationship Type="http://schemas.openxmlformats.org/officeDocument/2006/relationships/notesMaster" Target="/ppt/notesMasters/notesMaster1.xml" Id="R2f1f7abcdc51409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60910a9d1794ea2" /><Relationship Type="http://schemas.openxmlformats.org/officeDocument/2006/relationships/notesMaster" Target="/ppt/notesMasters/notesMaster1.xml" Id="R06a1e94ea53f400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0631010299a4715" /><Relationship Type="http://schemas.openxmlformats.org/officeDocument/2006/relationships/notesMaster" Target="/ppt/notesMasters/notesMaster1.xml" Id="R09b07340852a4bb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0f85b2fb2de4c12" /><Relationship Type="http://schemas.openxmlformats.org/officeDocument/2006/relationships/notesMaster" Target="/ppt/notesMasters/notesMaster1.xml" Id="Rb96e511dbdd8411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29f66aeaeac42dd" /><Relationship Type="http://schemas.openxmlformats.org/officeDocument/2006/relationships/notesMaster" Target="/ppt/notesMasters/notesMaster1.xml" Id="R8fcd0e00f7604df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85ff15331164aac" /><Relationship Type="http://schemas.openxmlformats.org/officeDocument/2006/relationships/notesMaster" Target="/ppt/notesMasters/notesMaster1.xml" Id="Ra9903fd0863d459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0c9b3bf5cdf4d14" /><Relationship Type="http://schemas.openxmlformats.org/officeDocument/2006/relationships/notesMaster" Target="/ppt/notesMasters/notesMaster1.xml" Id="R3498058a40ab498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ea5686f23bb4cd2" /><Relationship Type="http://schemas.openxmlformats.org/officeDocument/2006/relationships/notesMaster" Target="/ppt/notesMasters/notesMaster1.xml" Id="R47b1e4f019ad4f8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7ff358ee5bc45d1" /><Relationship Type="http://schemas.openxmlformats.org/officeDocument/2006/relationships/notesMaster" Target="/ppt/notesMasters/notesMaster1.xml" Id="R7110209530b8462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4d843659ce8464d" /><Relationship Type="http://schemas.openxmlformats.org/officeDocument/2006/relationships/notesMaster" Target="/ppt/notesMasters/notesMaster1.xml" Id="R36296d42e58944a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182b6dc4ab64b87" /><Relationship Type="http://schemas.openxmlformats.org/officeDocument/2006/relationships/notesMaster" Target="/ppt/notesMasters/notesMaster1.xml" Id="Rf3c808f339ef474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f217cc5eb224f3d" /><Relationship Type="http://schemas.openxmlformats.org/officeDocument/2006/relationships/notesMaster" Target="/ppt/notesMasters/notesMaster1.xml" Id="R036c133265b54b9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330fe346404424b" /><Relationship Type="http://schemas.openxmlformats.org/officeDocument/2006/relationships/notesMaster" Target="/ppt/notesMasters/notesMaster1.xml" Id="R5ed1f44d8aba461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b65e9934d774f5b" /><Relationship Type="http://schemas.openxmlformats.org/officeDocument/2006/relationships/notesMaster" Target="/ppt/notesMasters/notesMaster1.xml" Id="R64f7ec8e7127455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6343103b8bd476a" /><Relationship Type="http://schemas.openxmlformats.org/officeDocument/2006/relationships/notesMaster" Target="/ppt/notesMasters/notesMaster1.xml" Id="R3c4ffdc0695440e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6ba753bc5564b61" /><Relationship Type="http://schemas.openxmlformats.org/officeDocument/2006/relationships/notesMaster" Target="/ppt/notesMasters/notesMaster1.xml" Id="R15536cb88f7e42e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c2c5c4e73284210" /><Relationship Type="http://schemas.openxmlformats.org/officeDocument/2006/relationships/notesMaster" Target="/ppt/notesMasters/notesMaster1.xml" Id="R9c11bbe7f377428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44dec5d40f344eb" /><Relationship Type="http://schemas.openxmlformats.org/officeDocument/2006/relationships/notesMaster" Target="/ppt/notesMasters/notesMaster1.xml" Id="R699b2abc6064426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79ce8b792c84056" /><Relationship Type="http://schemas.openxmlformats.org/officeDocument/2006/relationships/notesMaster" Target="/ppt/notesMasters/notesMaster1.xml" Id="Rd21073d43f8c438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b2434dd1da94f8c" /><Relationship Type="http://schemas.openxmlformats.org/officeDocument/2006/relationships/notesMaster" Target="/ppt/notesMasters/notesMaster1.xml" Id="R63ba6a937da544c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168293a8a85486d" /><Relationship Type="http://schemas.openxmlformats.org/officeDocument/2006/relationships/notesMaster" Target="/ppt/notesMasters/notesMaster1.xml" Id="R1afa0edee684425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62a15bdb854486c" /><Relationship Type="http://schemas.openxmlformats.org/officeDocument/2006/relationships/notesMaster" Target="/ppt/notesMasters/notesMaster1.xml" Id="Rb9ca8ac22da6480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443b529100d4b18" /><Relationship Type="http://schemas.openxmlformats.org/officeDocument/2006/relationships/notesMaster" Target="/ppt/notesMasters/notesMaster1.xml" Id="R389de74ad83048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068e14704344f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b0c4f31bf55495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14553751d344d2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5935a628b041a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3267dc2c86e49b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211a866f1f24a4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f900d908404456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00c001d943e479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d7e50a954bf42b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1c5fe1448ba499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ea8df375aa14fe6"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01"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99"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2d97d9d4834653" /><Relationship Type="http://schemas.openxmlformats.org/officeDocument/2006/relationships/slideLayout" Target="/ppt/slideLayouts/slideLayout1.xml" Id="Rad819674c4134bcf" /><Relationship Type="http://schemas.openxmlformats.org/officeDocument/2006/relationships/slideLayout" Target="/ppt/slideLayouts/slideLayout2.xml" Id="R53214fc00f3e4587" /><Relationship Type="http://schemas.openxmlformats.org/officeDocument/2006/relationships/slideLayout" Target="/ppt/slideLayouts/slideLayout3.xml" Id="R48e662f39da84829" /><Relationship Type="http://schemas.openxmlformats.org/officeDocument/2006/relationships/slideLayout" Target="/ppt/slideLayouts/slideLayout4.xml" Id="R7fab5b03bf914524" /><Relationship Type="http://schemas.openxmlformats.org/officeDocument/2006/relationships/slideLayout" Target="/ppt/slideLayouts/slideLayout5.xml" Id="Rb0e070387040484a" /><Relationship Type="http://schemas.openxmlformats.org/officeDocument/2006/relationships/slideLayout" Target="/ppt/slideLayouts/slideLayout6.xml" Id="R6af3571b6cf84fe2" /><Relationship Type="http://schemas.openxmlformats.org/officeDocument/2006/relationships/slideLayout" Target="/ppt/slideLayouts/slideLayout7.xml" Id="Ra0dbea0d8b6f4aa5" /><Relationship Type="http://schemas.openxmlformats.org/officeDocument/2006/relationships/slideLayout" Target="/ppt/slideLayouts/slideLayout8.xml" Id="R7ebb5b2ec7ae4af6" /><Relationship Type="http://schemas.openxmlformats.org/officeDocument/2006/relationships/slideLayout" Target="/ppt/slideLayouts/slideLayout9.xml" Id="R4c1700be297347ad" /><Relationship Type="http://schemas.openxmlformats.org/officeDocument/2006/relationships/slideLayout" Target="/ppt/slideLayouts/slideLayout10.xml" Id="R6942ec7a6ba0457c" /><Relationship Type="http://schemas.openxmlformats.org/officeDocument/2006/relationships/slideLayout" Target="/ppt/slideLayouts/slideLayout11.xml" Id="R988c787950af4b7d"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d819674c4134bcf"/>
    <p:sldLayoutId xmlns:r="http://schemas.openxmlformats.org/officeDocument/2006/relationships" id="2147483650" r:id="R53214fc00f3e4587"/>
    <p:sldLayoutId xmlns:r="http://schemas.openxmlformats.org/officeDocument/2006/relationships" id="2147483651" r:id="R48e662f39da84829"/>
    <p:sldLayoutId xmlns:r="http://schemas.openxmlformats.org/officeDocument/2006/relationships" id="2147483652" r:id="R7fab5b03bf914524"/>
    <p:sldLayoutId xmlns:r="http://schemas.openxmlformats.org/officeDocument/2006/relationships" id="2147483653" r:id="Rb0e070387040484a"/>
    <p:sldLayoutId xmlns:r="http://schemas.openxmlformats.org/officeDocument/2006/relationships" id="2147483654" r:id="R6af3571b6cf84fe2"/>
    <p:sldLayoutId xmlns:r="http://schemas.openxmlformats.org/officeDocument/2006/relationships" id="2147483655" r:id="Ra0dbea0d8b6f4aa5"/>
    <p:sldLayoutId xmlns:r="http://schemas.openxmlformats.org/officeDocument/2006/relationships" id="2147483656" r:id="R7ebb5b2ec7ae4af6"/>
    <p:sldLayoutId xmlns:r="http://schemas.openxmlformats.org/officeDocument/2006/relationships" id="2147483657" r:id="R4c1700be297347ad"/>
    <p:sldLayoutId xmlns:r="http://schemas.openxmlformats.org/officeDocument/2006/relationships" id="2147483658" r:id="R6942ec7a6ba0457c"/>
    <p:sldLayoutId xmlns:r="http://schemas.openxmlformats.org/officeDocument/2006/relationships" id="2147483659" r:id="R988c787950af4b7d"/>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d984f736b214ae5" /><Relationship Type="http://schemas.openxmlformats.org/officeDocument/2006/relationships/image" Target="/ppt/media/image.png" Id="Rb259ac41875e4a08" /><Relationship Type="http://schemas.openxmlformats.org/officeDocument/2006/relationships/image" Target="/ppt/media/image2.png" Id="Ree9a0f7e31c84fb6" /><Relationship Type="http://schemas.openxmlformats.org/officeDocument/2006/relationships/notesSlide" Target="/ppt/notesSlides/notesSlide1.xml" Id="R91539726054d4d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1ddf94f3c944f12" /><Relationship Type="http://schemas.openxmlformats.org/officeDocument/2006/relationships/image" Target="/ppt/media/image.jpeg" Id="Rd73acc8f51d04450" /><Relationship Type="http://schemas.openxmlformats.org/officeDocument/2006/relationships/image" Target="/ppt/media/image3.png" Id="R5ccd84b3bc2a412b" /><Relationship Type="http://schemas.openxmlformats.org/officeDocument/2006/relationships/notesSlide" Target="/ppt/notesSlides/notesSlide2.xml" Id="R7ca799ba26b645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d5884fbe9c5451f" /><Relationship Type="http://schemas.openxmlformats.org/officeDocument/2006/relationships/image" Target="/ppt/media/image2.jpeg" Id="R82008959345444fd" /><Relationship Type="http://schemas.openxmlformats.org/officeDocument/2006/relationships/image" Target="/ppt/media/image2.png" Id="R3e4ea8e57ec6441b" /><Relationship Type="http://schemas.openxmlformats.org/officeDocument/2006/relationships/image" Target="/ppt/media/image4.png" Id="R50d338091e2e460e" /><Relationship Type="http://schemas.openxmlformats.org/officeDocument/2006/relationships/image" Target="/ppt/media/image5.png" Id="Rfc0cdb2f4c114cc2" /><Relationship Type="http://schemas.openxmlformats.org/officeDocument/2006/relationships/notesSlide" Target="/ppt/notesSlides/notesSlide3.xml" Id="R04ec33287ae74f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ac8763909cb4c7b" /><Relationship Type="http://schemas.openxmlformats.org/officeDocument/2006/relationships/image" Target="/ppt/media/image2.jpeg" Id="Rb771f9e8e7594632" /><Relationship Type="http://schemas.openxmlformats.org/officeDocument/2006/relationships/image" Target="/ppt/media/image2.png" Id="R3d6e5cced61b4719" /><Relationship Type="http://schemas.openxmlformats.org/officeDocument/2006/relationships/image" Target="/ppt/media/image6.png" Id="Ra82988b839a94bdd" /><Relationship Type="http://schemas.openxmlformats.org/officeDocument/2006/relationships/notesSlide" Target="/ppt/notesSlides/notesSlide4.xml" Id="R4f9874ee8dcf46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22e036692f84d8e" /><Relationship Type="http://schemas.openxmlformats.org/officeDocument/2006/relationships/image" Target="/ppt/media/image2.jpeg" Id="R7e4e7dccc6e04df8" /><Relationship Type="http://schemas.openxmlformats.org/officeDocument/2006/relationships/image" Target="/ppt/media/image2.png" Id="R211d4ec49a3e48df" /><Relationship Type="http://schemas.openxmlformats.org/officeDocument/2006/relationships/notesSlide" Target="/ppt/notesSlides/notesSlide5.xml" Id="R8c974cf1320344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a48c0158a3242a4" /><Relationship Type="http://schemas.openxmlformats.org/officeDocument/2006/relationships/image" Target="/ppt/media/image2.jpeg" Id="R18c5afb3b0e644a4" /><Relationship Type="http://schemas.openxmlformats.org/officeDocument/2006/relationships/image" Target="/ppt/media/image2.png" Id="R4e2a676593114368" /><Relationship Type="http://schemas.openxmlformats.org/officeDocument/2006/relationships/notesSlide" Target="/ppt/notesSlides/notesSlide6.xml" Id="R649e8be8b83d48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da7b2aa2d054ed8" /><Relationship Type="http://schemas.openxmlformats.org/officeDocument/2006/relationships/image" Target="/ppt/media/image2.jpeg" Id="R43bf7a8b34854611" /><Relationship Type="http://schemas.openxmlformats.org/officeDocument/2006/relationships/image" Target="/ppt/media/image2.png" Id="R46369c17a214475d" /><Relationship Type="http://schemas.openxmlformats.org/officeDocument/2006/relationships/chart" Target="/ppt/slides/charts/chart1.xml" Id="Rfa303ca5d3db4ee9" /><Relationship Type="http://schemas.openxmlformats.org/officeDocument/2006/relationships/notesSlide" Target="/ppt/notesSlides/notesSlide7.xml" Id="Rce49688e660d4a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c08ee6121904a61" /><Relationship Type="http://schemas.openxmlformats.org/officeDocument/2006/relationships/image" Target="/ppt/media/image2.jpeg" Id="Rdd65995eed334d63" /><Relationship Type="http://schemas.openxmlformats.org/officeDocument/2006/relationships/image" Target="/ppt/media/image2.png" Id="Re8358eacf3b14dee" /><Relationship Type="http://schemas.openxmlformats.org/officeDocument/2006/relationships/notesSlide" Target="/ppt/notesSlides/notesSlide8.xml" Id="R8d442e7c2160412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9e1770741d0440a" /><Relationship Type="http://schemas.openxmlformats.org/officeDocument/2006/relationships/image" Target="/ppt/media/image2.jpeg" Id="Ra7bcafd30cfd4d9a" /><Relationship Type="http://schemas.openxmlformats.org/officeDocument/2006/relationships/image" Target="/ppt/media/image2.png" Id="Ra456c85d7aa34c9e" /><Relationship Type="http://schemas.openxmlformats.org/officeDocument/2006/relationships/notesSlide" Target="/ppt/notesSlides/notesSlide9.xml" Id="Racf1106fcdfe44e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2345ee03da36467e" /><Relationship Type="http://schemas.openxmlformats.org/officeDocument/2006/relationships/image" Target="/ppt/media/image2.jpeg" Id="R366f0426219944d6" /><Relationship Type="http://schemas.openxmlformats.org/officeDocument/2006/relationships/image" Target="/ppt/media/image2.png" Id="R506f4ec5bb6946cb" /><Relationship Type="http://schemas.openxmlformats.org/officeDocument/2006/relationships/image" Target="/ppt/media/image4.png" Id="R41ac9ab9724f4db1" /><Relationship Type="http://schemas.openxmlformats.org/officeDocument/2006/relationships/image" Target="/ppt/media/image7.png" Id="R68a5eca747b24b4a" /><Relationship Type="http://schemas.openxmlformats.org/officeDocument/2006/relationships/notesSlide" Target="/ppt/notesSlides/notesSlide10.xml" Id="R0c107103b908430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6e101406e7a4c14" /><Relationship Type="http://schemas.openxmlformats.org/officeDocument/2006/relationships/image" Target="/ppt/media/image2.jpeg" Id="Rec3d5799ea35473b" /><Relationship Type="http://schemas.openxmlformats.org/officeDocument/2006/relationships/image" Target="/ppt/media/image2.png" Id="R55e0c805e33a4c0d" /><Relationship Type="http://schemas.openxmlformats.org/officeDocument/2006/relationships/notesSlide" Target="/ppt/notesSlides/notesSlide11.xml" Id="R220c3f0641944f7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a4f6a1675c047c4" /><Relationship Type="http://schemas.openxmlformats.org/officeDocument/2006/relationships/image" Target="/ppt/media/image3.jpeg" Id="R60aa00fc131041e0" /><Relationship Type="http://schemas.openxmlformats.org/officeDocument/2006/relationships/image" Target="/ppt/media/image8.png" Id="R03e8c58fbf824c00" /><Relationship Type="http://schemas.openxmlformats.org/officeDocument/2006/relationships/notesSlide" Target="/ppt/notesSlides/notesSlide12.xml" Id="Rd8280c9642a6446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e87b94a51f54d58" /><Relationship Type="http://schemas.openxmlformats.org/officeDocument/2006/relationships/image" Target="/ppt/media/image2.jpeg" Id="R850475b79566439f" /><Relationship Type="http://schemas.openxmlformats.org/officeDocument/2006/relationships/image" Target="/ppt/media/image2.png" Id="R97ec4188f8254a82" /><Relationship Type="http://schemas.openxmlformats.org/officeDocument/2006/relationships/notesSlide" Target="/ppt/notesSlides/notesSlide13.xml" Id="Rc1041d4447804d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825b91f57774360" /><Relationship Type="http://schemas.openxmlformats.org/officeDocument/2006/relationships/image" Target="/ppt/media/image2.jpeg" Id="Ra5e2a308018045f1" /><Relationship Type="http://schemas.openxmlformats.org/officeDocument/2006/relationships/image" Target="/ppt/media/image2.png" Id="R5cfaae5f38d243cf" /><Relationship Type="http://schemas.openxmlformats.org/officeDocument/2006/relationships/image" Target="/ppt/media/image4.jpeg" Id="R464cd303bf5544a5" /><Relationship Type="http://schemas.openxmlformats.org/officeDocument/2006/relationships/image" Target="/ppt/media/image9.png" Id="Rab5fdd89215f4ca0" /><Relationship Type="http://schemas.openxmlformats.org/officeDocument/2006/relationships/notesSlide" Target="/ppt/notesSlides/notesSlide14.xml" Id="R529a737d485a4fb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6af503ea24246f4" /><Relationship Type="http://schemas.openxmlformats.org/officeDocument/2006/relationships/image" Target="/ppt/media/image2.jpeg" Id="Rc27eaddd65fd4ae6" /><Relationship Type="http://schemas.openxmlformats.org/officeDocument/2006/relationships/image" Target="/ppt/media/image2.png" Id="R0d5537d691574e9b" /><Relationship Type="http://schemas.openxmlformats.org/officeDocument/2006/relationships/notesSlide" Target="/ppt/notesSlides/notesSlide15.xml" Id="Re6624d0646d54b7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e45c35f229544802" /><Relationship Type="http://schemas.openxmlformats.org/officeDocument/2006/relationships/image" Target="/ppt/media/image2.jpeg" Id="R8ef3df097f384cce" /><Relationship Type="http://schemas.openxmlformats.org/officeDocument/2006/relationships/image" Target="/ppt/media/image2.png" Id="Rd8b4b832f2844c38" /><Relationship Type="http://schemas.openxmlformats.org/officeDocument/2006/relationships/image" Target="/ppt/media/image4.png" Id="Rca47010320584c7e" /><Relationship Type="http://schemas.openxmlformats.org/officeDocument/2006/relationships/image" Target="/ppt/media/image10.png" Id="R2a441c07b0a84ac0" /><Relationship Type="http://schemas.openxmlformats.org/officeDocument/2006/relationships/notesSlide" Target="/ppt/notesSlides/notesSlide16.xml" Id="R32e406abba9b416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a7fbfe410e44325" /><Relationship Type="http://schemas.openxmlformats.org/officeDocument/2006/relationships/image" Target="/ppt/media/image2.jpeg" Id="R66d1b189ecca4a7e" /><Relationship Type="http://schemas.openxmlformats.org/officeDocument/2006/relationships/image" Target="/ppt/media/image2.png" Id="Rc0828ac6d0af468e" /><Relationship Type="http://schemas.openxmlformats.org/officeDocument/2006/relationships/image" Target="/ppt/media/image11.png" Id="Rb528507f010b4583" /><Relationship Type="http://schemas.openxmlformats.org/officeDocument/2006/relationships/notesSlide" Target="/ppt/notesSlides/notesSlide17.xml" Id="Rb3ea4173257a4a2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191963f3f894aab" /><Relationship Type="http://schemas.openxmlformats.org/officeDocument/2006/relationships/image" Target="/ppt/media/image2.jpeg" Id="R59742e8b54fa4965" /><Relationship Type="http://schemas.openxmlformats.org/officeDocument/2006/relationships/image" Target="/ppt/media/image2.png" Id="R8a6fe49503824de2" /><Relationship Type="http://schemas.openxmlformats.org/officeDocument/2006/relationships/notesSlide" Target="/ppt/notesSlides/notesSlide18.xml" Id="Ra95469d9c54547c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c8bffe810014591" /><Relationship Type="http://schemas.openxmlformats.org/officeDocument/2006/relationships/image" Target="/ppt/media/image2.jpeg" Id="R1e8dd45e8ebe491d" /><Relationship Type="http://schemas.openxmlformats.org/officeDocument/2006/relationships/image" Target="/ppt/media/image2.png" Id="Red29aeb4f8ae4d5d" /><Relationship Type="http://schemas.openxmlformats.org/officeDocument/2006/relationships/notesSlide" Target="/ppt/notesSlides/notesSlide19.xml" Id="R6b69d6c808044da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c5c9d3e495c49bf" /><Relationship Type="http://schemas.openxmlformats.org/officeDocument/2006/relationships/image" Target="/ppt/media/image2.jpeg" Id="R983146dd880946f3" /><Relationship Type="http://schemas.openxmlformats.org/officeDocument/2006/relationships/image" Target="/ppt/media/image2.png" Id="R624fdec9de94421c" /><Relationship Type="http://schemas.openxmlformats.org/officeDocument/2006/relationships/notesSlide" Target="/ppt/notesSlides/notesSlide20.xml" Id="R1303c02926e649f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9efcd0b0f9a4463" /><Relationship Type="http://schemas.openxmlformats.org/officeDocument/2006/relationships/image" Target="/ppt/media/image2.jpeg" Id="Rc8311a084f744e77" /><Relationship Type="http://schemas.openxmlformats.org/officeDocument/2006/relationships/image" Target="/ppt/media/image2.png" Id="Rf4b73a258402494a" /><Relationship Type="http://schemas.openxmlformats.org/officeDocument/2006/relationships/notesSlide" Target="/ppt/notesSlides/notesSlide21.xml" Id="R809da5e0751341d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23f90da7af144d1" /><Relationship Type="http://schemas.openxmlformats.org/officeDocument/2006/relationships/image" Target="/ppt/media/image2.jpeg" Id="R38366e76a22d4e45" /><Relationship Type="http://schemas.openxmlformats.org/officeDocument/2006/relationships/image" Target="/ppt/media/image2.png" Id="Rc4b284a67297477f" /><Relationship Type="http://schemas.openxmlformats.org/officeDocument/2006/relationships/notesSlide" Target="/ppt/notesSlides/notesSlide22.xml" Id="R4c3d8a6265ee4e8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635beefce75544a0" /><Relationship Type="http://schemas.openxmlformats.org/officeDocument/2006/relationships/image" Target="/ppt/media/image2.jpeg" Id="Rf691215954d44392" /><Relationship Type="http://schemas.openxmlformats.org/officeDocument/2006/relationships/image" Target="/ppt/media/image2.png" Id="R3bc45fc1d5024f08" /><Relationship Type="http://schemas.openxmlformats.org/officeDocument/2006/relationships/image" Target="/ppt/media/image4.png" Id="R2890e0b4c59d4ab5" /><Relationship Type="http://schemas.openxmlformats.org/officeDocument/2006/relationships/image" Target="/ppt/media/image12.png" Id="R1b32f19e50834f5c" /><Relationship Type="http://schemas.openxmlformats.org/officeDocument/2006/relationships/notesSlide" Target="/ppt/notesSlides/notesSlide23.xml" Id="R4035d680529f4b0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738222ac1544605" /><Relationship Type="http://schemas.openxmlformats.org/officeDocument/2006/relationships/image" Target="/ppt/media/image2.jpeg" Id="Rf7ec6d793c614ec9" /><Relationship Type="http://schemas.openxmlformats.org/officeDocument/2006/relationships/image" Target="/ppt/media/image2.png" Id="R8601ff9d7adb4dfc" /><Relationship Type="http://schemas.openxmlformats.org/officeDocument/2006/relationships/notesSlide" Target="/ppt/notesSlides/notesSlide24.xml" Id="Rd58af7be652d418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c851822addc4bdb" /><Relationship Type="http://schemas.openxmlformats.org/officeDocument/2006/relationships/image" Target="/ppt/media/image2.jpeg" Id="Rbd04613542414902" /><Relationship Type="http://schemas.openxmlformats.org/officeDocument/2006/relationships/image" Target="/ppt/media/image2.png" Id="Rbfaae0489cfd46bd" /><Relationship Type="http://schemas.openxmlformats.org/officeDocument/2006/relationships/chart" Target="/ppt/slides/charts/chart2.xml" Id="R35f707301fee41b5" /><Relationship Type="http://schemas.openxmlformats.org/officeDocument/2006/relationships/notesSlide" Target="/ppt/notesSlides/notesSlide25.xml" Id="R6e547a1f524e41b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4262e0e6c2c4024" /><Relationship Type="http://schemas.openxmlformats.org/officeDocument/2006/relationships/image" Target="/ppt/media/image2.jpeg" Id="R35263b0e4804423e" /><Relationship Type="http://schemas.openxmlformats.org/officeDocument/2006/relationships/image" Target="/ppt/media/image2.png" Id="R42691663afb843ca" /><Relationship Type="http://schemas.openxmlformats.org/officeDocument/2006/relationships/image" Target="/ppt/media/image13.png" Id="R5dae28bc32154543" /><Relationship Type="http://schemas.openxmlformats.org/officeDocument/2006/relationships/image" Target="/ppt/media/image14.png" Id="R34f51077855f4dfd" /><Relationship Type="http://schemas.openxmlformats.org/officeDocument/2006/relationships/notesSlide" Target="/ppt/notesSlides/notesSlide26.xml" Id="R6567dc39710e4d0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ab9da4e0a9a245d4" /><Relationship Type="http://schemas.openxmlformats.org/officeDocument/2006/relationships/image" Target="/ppt/media/image2.jpeg" Id="R2c258dcc756042dc" /><Relationship Type="http://schemas.openxmlformats.org/officeDocument/2006/relationships/image" Target="/ppt/media/image2.png" Id="Rec8d8282103c493d" /><Relationship Type="http://schemas.openxmlformats.org/officeDocument/2006/relationships/image" Target="/ppt/media/image4.png" Id="Rb689341456324c58" /><Relationship Type="http://schemas.openxmlformats.org/officeDocument/2006/relationships/image" Target="/ppt/media/image15.png" Id="R58d87db14f944618" /><Relationship Type="http://schemas.openxmlformats.org/officeDocument/2006/relationships/notesSlide" Target="/ppt/notesSlides/notesSlide27.xml" Id="R9a9a77599cab483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45bb3c42a0c4b40" /><Relationship Type="http://schemas.openxmlformats.org/officeDocument/2006/relationships/image" Target="/ppt/media/image2.jpeg" Id="R6a5ea7ce4d494717" /><Relationship Type="http://schemas.openxmlformats.org/officeDocument/2006/relationships/image" Target="/ppt/media/image2.png" Id="Rca5fd4e6e28f4c04" /><Relationship Type="http://schemas.openxmlformats.org/officeDocument/2006/relationships/notesSlide" Target="/ppt/notesSlides/notesSlide28.xml" Id="R39c5d295ae844e7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3fcdfa5f03c4efd" /><Relationship Type="http://schemas.openxmlformats.org/officeDocument/2006/relationships/image" Target="/ppt/media/image2.jpeg" Id="Re7d28e78b91542fe" /><Relationship Type="http://schemas.openxmlformats.org/officeDocument/2006/relationships/image" Target="/ppt/media/image2.png" Id="R37207fbd582a43bc" /><Relationship Type="http://schemas.openxmlformats.org/officeDocument/2006/relationships/notesSlide" Target="/ppt/notesSlides/notesSlide29.xml" Id="R52f0575db54a46b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558e2d9cbea4333" /><Relationship Type="http://schemas.openxmlformats.org/officeDocument/2006/relationships/image" Target="/ppt/media/image2.jpeg" Id="R08c3b261e43d44bc" /><Relationship Type="http://schemas.openxmlformats.org/officeDocument/2006/relationships/image" Target="/ppt/media/image2.png" Id="Rfb652c795a0f422e" /><Relationship Type="http://schemas.openxmlformats.org/officeDocument/2006/relationships/notesSlide" Target="/ppt/notesSlides/notesSlide30.xml" Id="R673aa349ef114dc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2cde2272cb94f20" /><Relationship Type="http://schemas.openxmlformats.org/officeDocument/2006/relationships/image" Target="/ppt/media/image2.jpeg" Id="Rc7fc562c04194684" /><Relationship Type="http://schemas.openxmlformats.org/officeDocument/2006/relationships/image" Target="/ppt/media/image2.png" Id="R20e67916c3cb418f" /><Relationship Type="http://schemas.openxmlformats.org/officeDocument/2006/relationships/notesSlide" Target="/ppt/notesSlides/notesSlide31.xml" Id="R916e01d38699433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318ee4950c946b7" /><Relationship Type="http://schemas.openxmlformats.org/officeDocument/2006/relationships/image" Target="/ppt/media/image2.jpeg" Id="Re998dacb29c34b01" /><Relationship Type="http://schemas.openxmlformats.org/officeDocument/2006/relationships/image" Target="/ppt/media/image2.png" Id="R8c6e533897b5475e" /><Relationship Type="http://schemas.openxmlformats.org/officeDocument/2006/relationships/notesSlide" Target="/ppt/notesSlides/notesSlide32.xml" Id="R53d506f431f0467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657b7edb0274768" /><Relationship Type="http://schemas.openxmlformats.org/officeDocument/2006/relationships/image" Target="/ppt/media/image2.jpeg" Id="R41b57ec7cfa74d7c" /><Relationship Type="http://schemas.openxmlformats.org/officeDocument/2006/relationships/image" Target="/ppt/media/image2.png" Id="Reafc28c830664f77" /><Relationship Type="http://schemas.openxmlformats.org/officeDocument/2006/relationships/notesSlide" Target="/ppt/notesSlides/notesSlide33.xml" Id="R8c0fd44a54c0404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0a224c11501043bb" /><Relationship Type="http://schemas.openxmlformats.org/officeDocument/2006/relationships/image" Target="/ppt/media/image2.jpeg" Id="Re2cb1fefbc784005" /><Relationship Type="http://schemas.openxmlformats.org/officeDocument/2006/relationships/image" Target="/ppt/media/image2.png" Id="R6e1d5ee040e9451d" /><Relationship Type="http://schemas.openxmlformats.org/officeDocument/2006/relationships/notesSlide" Target="/ppt/notesSlides/notesSlide34.xml" Id="R1734cf9b3d2c405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b5a5fdf3ded41d7" /><Relationship Type="http://schemas.openxmlformats.org/officeDocument/2006/relationships/image" Target="/ppt/media/image2.jpeg" Id="R3254002a42614c8a" /><Relationship Type="http://schemas.openxmlformats.org/officeDocument/2006/relationships/image" Target="/ppt/media/image2.png" Id="R6b90e1105b18496b" /><Relationship Type="http://schemas.openxmlformats.org/officeDocument/2006/relationships/notesSlide" Target="/ppt/notesSlides/notesSlide35.xml" Id="Re648c25c967a4c5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d5daddf9517f4adc" /><Relationship Type="http://schemas.openxmlformats.org/officeDocument/2006/relationships/image" Target="/ppt/media/image2.jpeg" Id="R4468b14cd56241b6" /><Relationship Type="http://schemas.openxmlformats.org/officeDocument/2006/relationships/image" Target="/ppt/media/image2.png" Id="R01fe1c4b76fc4702" /><Relationship Type="http://schemas.openxmlformats.org/officeDocument/2006/relationships/image" Target="/ppt/media/image16.png" Id="Re03f655a3b02448f" /><Relationship Type="http://schemas.openxmlformats.org/officeDocument/2006/relationships/notesSlide" Target="/ppt/notesSlides/notesSlide36.xml" Id="R6b23b01f79154e9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1a9be426f5b74604" /><Relationship Type="http://schemas.openxmlformats.org/officeDocument/2006/relationships/image" Target="/ppt/media/image2.jpeg" Id="Rfae7773ffaf04e41" /><Relationship Type="http://schemas.openxmlformats.org/officeDocument/2006/relationships/image" Target="/ppt/media/image.gif" Id="R4538158fd73f42dc" /><Relationship Type="http://schemas.openxmlformats.org/officeDocument/2006/relationships/image" Target="/ppt/media/image2.png" Id="Rea9c48669dc74d6e" /><Relationship Type="http://schemas.openxmlformats.org/officeDocument/2006/relationships/notesSlide" Target="/ppt/notesSlides/notesSlide37.xml" Id="Rcfb398639e144d77"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b259ac41875e4a08">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ee9a0f7e31c84fb6">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73acc8f51d04450"/>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ccd84b3bc2a412b"/>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8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82008959345444f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9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3e4ea8e57ec6441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9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50d338091e2e460e">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9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fc0cdb2f4c114cc2">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9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771f9e8e759463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d6e5cced61b471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a82988b839a94bdd"/>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e4e7dccc6e04df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11d4ec49a3e48d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8c5afb3b0e644a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e2a67659311436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3bf7a8b3485461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6369c17a214475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1"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fa303ca5d3db4ee9"/>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d65995eed334d6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8358eacf3b14de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7bcafd30cfd4d9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456c85d7aa34c9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5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366f0426219944d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6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506f4ec5bb6946c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6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41ac9ab9724f4db1">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6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68a5eca747b24b4a">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6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c3d5799ea35473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5e0c805e33a4c0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60aa00fc131041e0"/>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03e8c58fbf824c00"/>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8"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related-study-top-rule-2">
            <a:extLst xmlns:a="http://schemas.openxmlformats.org/drawingml/2006/main">
              <a:ext uri="{FF2B5EF4-FFF2-40B4-BE49-F238E27FC236}">
                <a16:creationId xmlns:a16="http://schemas.microsoft.com/office/drawing/2014/main" id="{E07068EC-4D22-49B3-962C-9317FC4B4B24}"/>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50475b79566439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7ec4188f8254a8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6"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6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5e2a308018045f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cfaae5f38d243c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66"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F262F6F5-66C5-41C2-A6B8-4357AA2BCDAB}"/>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2293FD22-E90B-45B7-90C3-A0334AC07E1B}"/>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87" name=""/>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72F9CE40-30DD-44A7-9D02-1F220502F031}"/>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3" name="related-comparison-border">
            <a:extLst xmlns:a="http://schemas.openxmlformats.org/drawingml/2006/main">
              <a:ext uri="{FF2B5EF4-FFF2-40B4-BE49-F238E27FC236}">
                <a16:creationId xmlns:a16="http://schemas.microsoft.com/office/drawing/2014/main" id="{08EAB2C3-6107-462F-9F14-644E3F18FF24}"/>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sp>
        <p:nvSpPr>
          <p:cNvPr id="254" name="related-comparison-footer-rule">
            <a:extLst xmlns:a="http://schemas.openxmlformats.org/drawingml/2006/main">
              <a:ext uri="{FF2B5EF4-FFF2-40B4-BE49-F238E27FC236}">
                <a16:creationId xmlns:a16="http://schemas.microsoft.com/office/drawing/2014/main" id="{9D949AE1-9F15-426D-9279-33143BF7742B}"/>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1" name=""/>
          <p:cNvPicPr>
            <a:picLocks xmlns:a="http://schemas.openxmlformats.org/drawingml/2006/main" noChangeAspect="1"/>
          </p:cNvPicPr>
          <p:nvPr/>
        </p:nvPicPr>
        <p:blipFill>
          <a:blip xmlns:r="http://schemas.openxmlformats.org/officeDocument/2006/relationships" xmlns:a="http://schemas.openxmlformats.org/drawingml/2006/main" r:embed="R464cd303bf5544a5"/>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92" name=""/>
          <p:cNvPicPr>
            <a:picLocks xmlns:a="http://schemas.openxmlformats.org/drawingml/2006/main" noChangeAspect="1"/>
          </p:cNvPicPr>
          <p:nvPr/>
        </p:nvPicPr>
        <p:blipFill>
          <a:blip xmlns:r="http://schemas.openxmlformats.org/officeDocument/2006/relationships" xmlns:a="http://schemas.openxmlformats.org/drawingml/2006/main" r:embed="Rab5fdd89215f4ca0"/>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F7BAC9D-9BFA-4C4D-80CB-4013CF08A8C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sp>
        <p:nvSpPr>
          <p:cNvPr id="258" name="related-comparison-footer">
            <a:extLst xmlns:a="http://schemas.openxmlformats.org/drawingml/2006/main">
              <a:ext uri="{FF2B5EF4-FFF2-40B4-BE49-F238E27FC236}">
                <a16:creationId xmlns:a16="http://schemas.microsoft.com/office/drawing/2014/main" id="{B271CDF6-D7C4-42B1-A8AC-FD08528AD731}"/>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a:solidFill>
                  <a:srgbClr val="6B7280"/>
                </a:solidFill>
                <a:latin typeface="Arial"/>
                <a:ea typeface="Arial"/>
                <a:cs typeface="Arial"/>
              </a:defRPr>
            </a:pPr>
            <a:r>
              <a:rPr sz="900">
                <a:solidFill>
                  <a:srgbClr val="6B7280"/>
                </a:solidFill>
                <a:latin typeface="Arial"/>
                <a:ea typeface="Arial"/>
                <a:cs typeface="Arial"/>
              </a:rPr>
              <a:t>CAABC-FL: A Hybrid Privacy-Preserving Framework for Secure Multi-Institutional Collaboration</a:t>
            </a:r>
          </a:p>
        </p:txBody>
      </p:sp>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27eaddd65fd4ae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d5537d691574e9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476"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8ef3df097f384cc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77"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d8b4b832f2844c3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78"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ca47010320584c7e">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80"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2a441c07b0a84ac0">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cxnSp>
        <p:nvCxnSpPr>
          <p:cNvPr id="48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6d1b189ecca4a7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0828ac6d0af468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b528507f010b4583"/>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9742e8b54fa496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a6fe49503824de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e8dd45e8ebe491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d29aeb4f8ae4d5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83146dd880946f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24fdec9de94421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8311a084f744e7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4b73a258402494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8366e76a22d4e4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4b284a67297477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57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f691215954d4439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7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3bc45fc1d5024f0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7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2890e0b4c59d4ab5">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8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1b32f19e50834f5c">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8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7ec6d793c614ec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601ff9d7adb4df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d0461354241490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faae0489cfd46b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35f707301fee41b5"/>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5263b0e4804423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2691663afb843c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5dae28bc32154543"/>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34f51077855f4dfd"/>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621"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2c258dcc756042d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22"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ec8d8282103c493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23"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b689341456324c58">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25"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58d87db14f944618">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627"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a5ea7ce4d49471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a5fd4e6e28f4c0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7d28e78b91542f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7207fbd582a43b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8c3b261e43d44b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b652c795a0f422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7fc562c0419468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0e67916c3cb418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998dacb29c34b0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c6e533897b5475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1b57ec7cfa74d7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afc28c830664f7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2cb1fefbc78400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e1d5ee040e9451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254002a42614c8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b90e1105b18496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468b14cd56241b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1fe1c4b76fc470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e03f655a3b02448f">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fae7773ffaf04e4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4538158fd73f42dc">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a9c48669dc74d6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37</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2026-09-24T02:40:59.8890000Z</dcterms:created>
  <dcterms:modified xsi:type="dcterms:W3CDTF">2026-09-24T02:40:59.8890000Z</dcterms:modified>
</coreProperties>
</file>