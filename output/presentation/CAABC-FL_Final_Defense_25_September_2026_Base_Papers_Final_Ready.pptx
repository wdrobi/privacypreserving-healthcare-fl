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51b4aefa8c435b" /><Relationship Type="http://schemas.openxmlformats.org/officeDocument/2006/relationships/extended-properties" Target="/docProps/app.xml" Id="Rfe673d2731b9424b" /><Relationship Type="http://schemas.openxmlformats.org/officeDocument/2006/relationships/officeDocument" Target="/ppt/presentation.xml" Id="R56eb388432aa417f" /></Relationships>
</file>

<file path=ppt/presentation.xml><?xml version="1.0" encoding="utf-8"?>
<p:presentation xmlns:p="http://schemas.openxmlformats.org/presentationml/2006/main">
  <p:sldMasterIdLst>
    <p:sldMasterId xmlns:r="http://schemas.openxmlformats.org/officeDocument/2006/relationships" id="2147483648" r:id="Rfe23a4ba0c2f4a93"/>
  </p:sldMasterIdLst>
  <p:notesMasterIdLst>
    <p:notesMasterId xmlns:r="http://schemas.openxmlformats.org/officeDocument/2006/relationships" r:id="Rad0043372acb4f52"/>
  </p:notesMasterIdLst>
  <p:sldIdLst>
    <p:sldId xmlns:r="http://schemas.openxmlformats.org/officeDocument/2006/relationships" id="256" r:id="R4e3237d2433c4326"/>
    <p:sldId xmlns:r="http://schemas.openxmlformats.org/officeDocument/2006/relationships" id="257" r:id="Re14653520e02403b"/>
    <p:sldId xmlns:r="http://schemas.openxmlformats.org/officeDocument/2006/relationships" id="258" r:id="Rc7fba8e5a1414453"/>
    <p:sldId xmlns:r="http://schemas.openxmlformats.org/officeDocument/2006/relationships" id="259" r:id="R656cb231bf3c4df3"/>
    <p:sldId xmlns:r="http://schemas.openxmlformats.org/officeDocument/2006/relationships" id="260" r:id="Re29e1d74a3ad4922"/>
    <p:sldId xmlns:r="http://schemas.openxmlformats.org/officeDocument/2006/relationships" id="261" r:id="R4ce2e78d07fa4034"/>
    <p:sldId xmlns:r="http://schemas.openxmlformats.org/officeDocument/2006/relationships" id="262" r:id="R3ad7ab551df64eb3"/>
    <p:sldId xmlns:r="http://schemas.openxmlformats.org/officeDocument/2006/relationships" id="263" r:id="Rcd0e7a7b78034639"/>
    <p:sldId xmlns:r="http://schemas.openxmlformats.org/officeDocument/2006/relationships" id="264" r:id="Rddac311800d14420"/>
    <p:sldId xmlns:r="http://schemas.openxmlformats.org/officeDocument/2006/relationships" id="265" r:id="R897565a7e81c4009"/>
    <p:sldId xmlns:r="http://schemas.openxmlformats.org/officeDocument/2006/relationships" id="266" r:id="R1ffce8afb6b3427f"/>
    <p:sldId xmlns:r="http://schemas.openxmlformats.org/officeDocument/2006/relationships" id="267" r:id="Rd923ffb76efe4123"/>
    <p:sldId xmlns:r="http://schemas.openxmlformats.org/officeDocument/2006/relationships" id="268" r:id="Rf0a98143d4c44b7c"/>
    <p:sldId xmlns:r="http://schemas.openxmlformats.org/officeDocument/2006/relationships" id="269" r:id="R5fb473bb983848b5"/>
    <p:sldId xmlns:r="http://schemas.openxmlformats.org/officeDocument/2006/relationships" id="270" r:id="R70aef4dba7f840fa"/>
    <p:sldId xmlns:r="http://schemas.openxmlformats.org/officeDocument/2006/relationships" id="271" r:id="R440832924c9e4be5"/>
    <p:sldId xmlns:r="http://schemas.openxmlformats.org/officeDocument/2006/relationships" id="272" r:id="R3be501b487be4140"/>
    <p:sldId xmlns:r="http://schemas.openxmlformats.org/officeDocument/2006/relationships" id="273" r:id="R256ffa09402a4ca4"/>
    <p:sldId xmlns:r="http://schemas.openxmlformats.org/officeDocument/2006/relationships" id="274" r:id="Rfc5425a052c74790"/>
    <p:sldId xmlns:r="http://schemas.openxmlformats.org/officeDocument/2006/relationships" id="275" r:id="R7f667406dc844b19"/>
    <p:sldId xmlns:r="http://schemas.openxmlformats.org/officeDocument/2006/relationships" id="276" r:id="Rc519d4cdacd04dc7"/>
    <p:sldId xmlns:r="http://schemas.openxmlformats.org/officeDocument/2006/relationships" id="277" r:id="Rd3b7770f91df4324"/>
    <p:sldId xmlns:r="http://schemas.openxmlformats.org/officeDocument/2006/relationships" id="278" r:id="R51a8473790e0484d"/>
    <p:sldId xmlns:r="http://schemas.openxmlformats.org/officeDocument/2006/relationships" id="279" r:id="R1101d6d8337f4f00"/>
    <p:sldId xmlns:r="http://schemas.openxmlformats.org/officeDocument/2006/relationships" id="280" r:id="R9272286ff46e4fea"/>
    <p:sldId xmlns:r="http://schemas.openxmlformats.org/officeDocument/2006/relationships" id="281" r:id="R76d9647074bc4710"/>
    <p:sldId xmlns:r="http://schemas.openxmlformats.org/officeDocument/2006/relationships" id="282" r:id="R23a43ad7e14b41b4"/>
    <p:sldId xmlns:r="http://schemas.openxmlformats.org/officeDocument/2006/relationships" id="283" r:id="R53257547f1d04d68"/>
    <p:sldId xmlns:r="http://schemas.openxmlformats.org/officeDocument/2006/relationships" id="284" r:id="R0bff874df6c3465b"/>
    <p:sldId xmlns:r="http://schemas.openxmlformats.org/officeDocument/2006/relationships" id="285" r:id="R68c69084259d4e3f"/>
    <p:sldId xmlns:r="http://schemas.openxmlformats.org/officeDocument/2006/relationships" id="286" r:id="R8b2827e22be84a1d"/>
    <p:sldId xmlns:r="http://schemas.openxmlformats.org/officeDocument/2006/relationships" id="287" r:id="R77be6c8786c8463f"/>
    <p:sldId xmlns:r="http://schemas.openxmlformats.org/officeDocument/2006/relationships" id="288" r:id="Rdb49285893d54668"/>
    <p:sldId xmlns:r="http://schemas.openxmlformats.org/officeDocument/2006/relationships" id="289" r:id="R1a0970630e434407"/>
    <p:sldId xmlns:r="http://schemas.openxmlformats.org/officeDocument/2006/relationships" id="290" r:id="R1c49f1b2e6964692"/>
    <p:sldId xmlns:r="http://schemas.openxmlformats.org/officeDocument/2006/relationships" id="291" r:id="R3c766851fe5642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add7bf25fb14fb1" /><Relationship Type="http://schemas.openxmlformats.org/officeDocument/2006/relationships/slideMaster" Target="/ppt/slideMasters/slideMaster1.xml" Id="Rfe23a4ba0c2f4a93" /><Relationship Type="http://schemas.openxmlformats.org/officeDocument/2006/relationships/notesMaster" Target="/ppt/notesMasters/notesMaster1.xml" Id="Rad0043372acb4f52" /><Relationship Type="http://schemas.openxmlformats.org/officeDocument/2006/relationships/presProps" Target="/ppt/presProps.xml" Id="R940709f6e7874d66" /><Relationship Type="http://schemas.openxmlformats.org/officeDocument/2006/relationships/viewProps" Target="/ppt/viewProps.xml" Id="R62be8442f95c43b2" /><Relationship Type="http://schemas.openxmlformats.org/officeDocument/2006/relationships/tableStyles" Target="/ppt/tableStyles.xml" Id="Ra30ab51575074c9f" /><Relationship Type="http://schemas.openxmlformats.org/officeDocument/2006/relationships/slide" Target="/ppt/slides/slide1.xml" Id="R4e3237d2433c4326" /><Relationship Type="http://schemas.openxmlformats.org/officeDocument/2006/relationships/slide" Target="/ppt/slides/slide2.xml" Id="Re14653520e02403b" /><Relationship Type="http://schemas.openxmlformats.org/officeDocument/2006/relationships/slide" Target="/ppt/slides/slide3.xml" Id="Rc7fba8e5a1414453" /><Relationship Type="http://schemas.openxmlformats.org/officeDocument/2006/relationships/slide" Target="/ppt/slides/slide4.xml" Id="R656cb231bf3c4df3" /><Relationship Type="http://schemas.openxmlformats.org/officeDocument/2006/relationships/slide" Target="/ppt/slides/slide5.xml" Id="Re29e1d74a3ad4922" /><Relationship Type="http://schemas.openxmlformats.org/officeDocument/2006/relationships/slide" Target="/ppt/slides/slide6.xml" Id="R4ce2e78d07fa4034" /><Relationship Type="http://schemas.openxmlformats.org/officeDocument/2006/relationships/slide" Target="/ppt/slides/slide7.xml" Id="R3ad7ab551df64eb3" /><Relationship Type="http://schemas.openxmlformats.org/officeDocument/2006/relationships/slide" Target="/ppt/slides/slide8.xml" Id="Rcd0e7a7b78034639" /><Relationship Type="http://schemas.openxmlformats.org/officeDocument/2006/relationships/slide" Target="/ppt/slides/slide9.xml" Id="Rddac311800d14420" /><Relationship Type="http://schemas.openxmlformats.org/officeDocument/2006/relationships/slide" Target="/ppt/slides/slide10.xml" Id="R897565a7e81c4009" /><Relationship Type="http://schemas.openxmlformats.org/officeDocument/2006/relationships/slide" Target="/ppt/slides/slide11.xml" Id="R1ffce8afb6b3427f" /><Relationship Type="http://schemas.openxmlformats.org/officeDocument/2006/relationships/slide" Target="/ppt/slides/slide12.xml" Id="Rd923ffb76efe4123" /><Relationship Type="http://schemas.openxmlformats.org/officeDocument/2006/relationships/slide" Target="/ppt/slides/slide13.xml" Id="Rf0a98143d4c44b7c" /><Relationship Type="http://schemas.openxmlformats.org/officeDocument/2006/relationships/slide" Target="/ppt/slides/slide14.xml" Id="R5fb473bb983848b5" /><Relationship Type="http://schemas.openxmlformats.org/officeDocument/2006/relationships/slide" Target="/ppt/slides/slide15.xml" Id="R70aef4dba7f840fa" /><Relationship Type="http://schemas.openxmlformats.org/officeDocument/2006/relationships/slide" Target="/ppt/slides/slide16.xml" Id="R440832924c9e4be5" /><Relationship Type="http://schemas.openxmlformats.org/officeDocument/2006/relationships/slide" Target="/ppt/slides/slide17.xml" Id="R3be501b487be4140" /><Relationship Type="http://schemas.openxmlformats.org/officeDocument/2006/relationships/slide" Target="/ppt/slides/slide18.xml" Id="R256ffa09402a4ca4" /><Relationship Type="http://schemas.openxmlformats.org/officeDocument/2006/relationships/slide" Target="/ppt/slides/slide19.xml" Id="Rfc5425a052c74790" /><Relationship Type="http://schemas.openxmlformats.org/officeDocument/2006/relationships/slide" Target="/ppt/slides/slide20.xml" Id="R7f667406dc844b19" /><Relationship Type="http://schemas.openxmlformats.org/officeDocument/2006/relationships/slide" Target="/ppt/slides/slide21.xml" Id="Rc519d4cdacd04dc7" /><Relationship Type="http://schemas.openxmlformats.org/officeDocument/2006/relationships/slide" Target="/ppt/slides/slide22.xml" Id="Rd3b7770f91df4324" /><Relationship Type="http://schemas.openxmlformats.org/officeDocument/2006/relationships/slide" Target="/ppt/slides/slide23.xml" Id="R51a8473790e0484d" /><Relationship Type="http://schemas.openxmlformats.org/officeDocument/2006/relationships/slide" Target="/ppt/slides/slide24.xml" Id="R1101d6d8337f4f00" /><Relationship Type="http://schemas.openxmlformats.org/officeDocument/2006/relationships/slide" Target="/ppt/slides/slide25.xml" Id="R9272286ff46e4fea" /><Relationship Type="http://schemas.openxmlformats.org/officeDocument/2006/relationships/slide" Target="/ppt/slides/slide26.xml" Id="R76d9647074bc4710" /><Relationship Type="http://schemas.openxmlformats.org/officeDocument/2006/relationships/slide" Target="/ppt/slides/slide27.xml" Id="R23a43ad7e14b41b4" /><Relationship Type="http://schemas.openxmlformats.org/officeDocument/2006/relationships/slide" Target="/ppt/slides/slide28.xml" Id="R53257547f1d04d68" /><Relationship Type="http://schemas.openxmlformats.org/officeDocument/2006/relationships/slide" Target="/ppt/slides/slide29.xml" Id="R0bff874df6c3465b" /><Relationship Type="http://schemas.openxmlformats.org/officeDocument/2006/relationships/slide" Target="/ppt/slides/slide30.xml" Id="R68c69084259d4e3f" /><Relationship Type="http://schemas.openxmlformats.org/officeDocument/2006/relationships/slide" Target="/ppt/slides/slide31.xml" Id="R8b2827e22be84a1d" /><Relationship Type="http://schemas.openxmlformats.org/officeDocument/2006/relationships/slide" Target="/ppt/slides/slide32.xml" Id="R77be6c8786c8463f" /><Relationship Type="http://schemas.openxmlformats.org/officeDocument/2006/relationships/slide" Target="/ppt/slides/slide33.xml" Id="Rdb49285893d54668" /><Relationship Type="http://schemas.openxmlformats.org/officeDocument/2006/relationships/slide" Target="/ppt/slides/slide34.xml" Id="R1a0970630e434407" /><Relationship Type="http://schemas.openxmlformats.org/officeDocument/2006/relationships/slide" Target="/ppt/slides/slide35.xml" Id="R1c49f1b2e6964692" /><Relationship Type="http://schemas.openxmlformats.org/officeDocument/2006/relationships/slide" Target="/ppt/slides/slide36.xml" Id="R3c766851fe5642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9ecb5db15f45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0f659426a14a16" /><Relationship Type="http://schemas.openxmlformats.org/officeDocument/2006/relationships/notesMaster" Target="/ppt/notesMasters/notesMaster1.xml" Id="Rc42d2c5af41d47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d94f8d6d02493c" /><Relationship Type="http://schemas.openxmlformats.org/officeDocument/2006/relationships/notesMaster" Target="/ppt/notesMasters/notesMaster1.xml" Id="R1edf2e8cc55942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dbe1ddb04d4352" /><Relationship Type="http://schemas.openxmlformats.org/officeDocument/2006/relationships/notesMaster" Target="/ppt/notesMasters/notesMaster1.xml" Id="Re398dfc207044e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684e6cb0624074" /><Relationship Type="http://schemas.openxmlformats.org/officeDocument/2006/relationships/notesMaster" Target="/ppt/notesMasters/notesMaster1.xml" Id="Rc47da37638834e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087465011b4def" /><Relationship Type="http://schemas.openxmlformats.org/officeDocument/2006/relationships/notesMaster" Target="/ppt/notesMasters/notesMaster1.xml" Id="R00e26f67eb2c48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42cd77144f4948" /><Relationship Type="http://schemas.openxmlformats.org/officeDocument/2006/relationships/notesMaster" Target="/ppt/notesMasters/notesMaster1.xml" Id="R96b1766ff2374d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462cbb97714802" /><Relationship Type="http://schemas.openxmlformats.org/officeDocument/2006/relationships/notesMaster" Target="/ppt/notesMasters/notesMaster1.xml" Id="R2a092388812043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2d630394a44fca" /><Relationship Type="http://schemas.openxmlformats.org/officeDocument/2006/relationships/notesMaster" Target="/ppt/notesMasters/notesMaster1.xml" Id="Rb354ebcd995245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327d1485a54961" /><Relationship Type="http://schemas.openxmlformats.org/officeDocument/2006/relationships/notesMaster" Target="/ppt/notesMasters/notesMaster1.xml" Id="R41cba9f696d144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59cd0a2f6c4a82" /><Relationship Type="http://schemas.openxmlformats.org/officeDocument/2006/relationships/notesMaster" Target="/ppt/notesMasters/notesMaster1.xml" Id="R723b26374dfb47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24d5c3f1bb4b0c" /><Relationship Type="http://schemas.openxmlformats.org/officeDocument/2006/relationships/notesMaster" Target="/ppt/notesMasters/notesMaster1.xml" Id="R7f8ce49110e345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7994a30b7d4fb4" /><Relationship Type="http://schemas.openxmlformats.org/officeDocument/2006/relationships/notesMaster" Target="/ppt/notesMasters/notesMaster1.xml" Id="Rd1f117b107d54c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e07b2417324652" /><Relationship Type="http://schemas.openxmlformats.org/officeDocument/2006/relationships/notesMaster" Target="/ppt/notesMasters/notesMaster1.xml" Id="R5e0f2149cbb24a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2ddb4237444ecf" /><Relationship Type="http://schemas.openxmlformats.org/officeDocument/2006/relationships/notesMaster" Target="/ppt/notesMasters/notesMaster1.xml" Id="R6aee0598a8734c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f6a1609b6747a2" /><Relationship Type="http://schemas.openxmlformats.org/officeDocument/2006/relationships/notesMaster" Target="/ppt/notesMasters/notesMaster1.xml" Id="R336f271e0eac49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4f2ec7c68645f4" /><Relationship Type="http://schemas.openxmlformats.org/officeDocument/2006/relationships/notesMaster" Target="/ppt/notesMasters/notesMaster1.xml" Id="R329b094de3a54a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1cc7ea39274673" /><Relationship Type="http://schemas.openxmlformats.org/officeDocument/2006/relationships/notesMaster" Target="/ppt/notesMasters/notesMaster1.xml" Id="R94590eb75af44b9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2b083e71eff4b5a" /><Relationship Type="http://schemas.openxmlformats.org/officeDocument/2006/relationships/notesMaster" Target="/ppt/notesMasters/notesMaster1.xml" Id="R5adc131f62e84d7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3b02f564c5473a" /><Relationship Type="http://schemas.openxmlformats.org/officeDocument/2006/relationships/notesMaster" Target="/ppt/notesMasters/notesMaster1.xml" Id="R63b6daab8392458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cb7db53fae49d6" /><Relationship Type="http://schemas.openxmlformats.org/officeDocument/2006/relationships/notesMaster" Target="/ppt/notesMasters/notesMaster1.xml" Id="Rbced053716d64a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c982ebe3df4427" /><Relationship Type="http://schemas.openxmlformats.org/officeDocument/2006/relationships/notesMaster" Target="/ppt/notesMasters/notesMaster1.xml" Id="R8f76912aa2a64db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ee6439d90245dd" /><Relationship Type="http://schemas.openxmlformats.org/officeDocument/2006/relationships/notesMaster" Target="/ppt/notesMasters/notesMaster1.xml" Id="R16a45201a29f4a2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fa02bd9d07f437c" /><Relationship Type="http://schemas.openxmlformats.org/officeDocument/2006/relationships/notesMaster" Target="/ppt/notesMasters/notesMaster1.xml" Id="R834e5e68ab55492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4ce563375554dce" /><Relationship Type="http://schemas.openxmlformats.org/officeDocument/2006/relationships/notesMaster" Target="/ppt/notesMasters/notesMaster1.xml" Id="Refeee55daa9f4b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2a0e248d4f6483a" /><Relationship Type="http://schemas.openxmlformats.org/officeDocument/2006/relationships/notesMaster" Target="/ppt/notesMasters/notesMaster1.xml" Id="R155a2514c0914b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0cb718eb5ca45c4" /><Relationship Type="http://schemas.openxmlformats.org/officeDocument/2006/relationships/notesMaster" Target="/ppt/notesMasters/notesMaster1.xml" Id="R446bb24cfe31461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1679fc62d6145aa" /><Relationship Type="http://schemas.openxmlformats.org/officeDocument/2006/relationships/notesMaster" Target="/ppt/notesMasters/notesMaster1.xml" Id="Rd27e96496aa54bc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28d255942e4ea7" /><Relationship Type="http://schemas.openxmlformats.org/officeDocument/2006/relationships/notesMaster" Target="/ppt/notesMasters/notesMaster1.xml" Id="R2a94ea0651e645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cf9ede053a24bcd" /><Relationship Type="http://schemas.openxmlformats.org/officeDocument/2006/relationships/notesMaster" Target="/ppt/notesMasters/notesMaster1.xml" Id="Rdd86941488664fa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e68a91790ef49e0" /><Relationship Type="http://schemas.openxmlformats.org/officeDocument/2006/relationships/notesMaster" Target="/ppt/notesMasters/notesMaster1.xml" Id="R813dae2c479d40d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265c3b330b344b0" /><Relationship Type="http://schemas.openxmlformats.org/officeDocument/2006/relationships/notesMaster" Target="/ppt/notesMasters/notesMaster1.xml" Id="Rad90ed640a2a4b9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1c0393f987e495e" /><Relationship Type="http://schemas.openxmlformats.org/officeDocument/2006/relationships/notesMaster" Target="/ppt/notesMasters/notesMaster1.xml" Id="R60b5f2fc72974de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3c29f7c238d40f9" /><Relationship Type="http://schemas.openxmlformats.org/officeDocument/2006/relationships/notesMaster" Target="/ppt/notesMasters/notesMaster1.xml" Id="Ra9985c813aff452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448c06f611848ca" /><Relationship Type="http://schemas.openxmlformats.org/officeDocument/2006/relationships/notesMaster" Target="/ppt/notesMasters/notesMaster1.xml" Id="Rf0b9e3f1a1b64d7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ecd75c76f714268" /><Relationship Type="http://schemas.openxmlformats.org/officeDocument/2006/relationships/notesMaster" Target="/ppt/notesMasters/notesMaster1.xml" Id="R5056b83c5a58430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f998e75ad5457a" /><Relationship Type="http://schemas.openxmlformats.org/officeDocument/2006/relationships/notesMaster" Target="/ppt/notesMasters/notesMaster1.xml" Id="R6ca450cf9c9a4e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fe02155e9849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ccca09f8c04a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ab0c1b93ff40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593d0f815e4e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9e87da236d49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c93d123846493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d9f3880dca447f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5d929268c6147f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5837fdefb534a1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58e2811cc484c1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88bf32b22b3478d"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d38baf5b50443c" /><Relationship Type="http://schemas.openxmlformats.org/officeDocument/2006/relationships/slideLayout" Target="/ppt/slideLayouts/slideLayout1.xml" Id="R753366e1544641ba" /><Relationship Type="http://schemas.openxmlformats.org/officeDocument/2006/relationships/slideLayout" Target="/ppt/slideLayouts/slideLayout2.xml" Id="R4d385dd7ab5f45d2" /><Relationship Type="http://schemas.openxmlformats.org/officeDocument/2006/relationships/slideLayout" Target="/ppt/slideLayouts/slideLayout3.xml" Id="Rc98d00521a044cb3" /><Relationship Type="http://schemas.openxmlformats.org/officeDocument/2006/relationships/slideLayout" Target="/ppt/slideLayouts/slideLayout4.xml" Id="R8c64c87f16244db0" /><Relationship Type="http://schemas.openxmlformats.org/officeDocument/2006/relationships/slideLayout" Target="/ppt/slideLayouts/slideLayout5.xml" Id="R4f186b254c874ab6" /><Relationship Type="http://schemas.openxmlformats.org/officeDocument/2006/relationships/slideLayout" Target="/ppt/slideLayouts/slideLayout6.xml" Id="R9dab91cb3e3b4cba" /><Relationship Type="http://schemas.openxmlformats.org/officeDocument/2006/relationships/slideLayout" Target="/ppt/slideLayouts/slideLayout7.xml" Id="Ra2528e3bb2b7411c" /><Relationship Type="http://schemas.openxmlformats.org/officeDocument/2006/relationships/slideLayout" Target="/ppt/slideLayouts/slideLayout8.xml" Id="R62f4aec1d0dc4310" /><Relationship Type="http://schemas.openxmlformats.org/officeDocument/2006/relationships/slideLayout" Target="/ppt/slideLayouts/slideLayout9.xml" Id="R8a576fdaf8044354" /><Relationship Type="http://schemas.openxmlformats.org/officeDocument/2006/relationships/slideLayout" Target="/ppt/slideLayouts/slideLayout10.xml" Id="R1c11d6e06d1b42de" /><Relationship Type="http://schemas.openxmlformats.org/officeDocument/2006/relationships/slideLayout" Target="/ppt/slideLayouts/slideLayout11.xml" Id="Rb24c5f6912ac473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53366e1544641ba"/>
    <p:sldLayoutId xmlns:r="http://schemas.openxmlformats.org/officeDocument/2006/relationships" id="2147483650" r:id="R4d385dd7ab5f45d2"/>
    <p:sldLayoutId xmlns:r="http://schemas.openxmlformats.org/officeDocument/2006/relationships" id="2147483651" r:id="Rc98d00521a044cb3"/>
    <p:sldLayoutId xmlns:r="http://schemas.openxmlformats.org/officeDocument/2006/relationships" id="2147483652" r:id="R8c64c87f16244db0"/>
    <p:sldLayoutId xmlns:r="http://schemas.openxmlformats.org/officeDocument/2006/relationships" id="2147483653" r:id="R4f186b254c874ab6"/>
    <p:sldLayoutId xmlns:r="http://schemas.openxmlformats.org/officeDocument/2006/relationships" id="2147483654" r:id="R9dab91cb3e3b4cba"/>
    <p:sldLayoutId xmlns:r="http://schemas.openxmlformats.org/officeDocument/2006/relationships" id="2147483655" r:id="Ra2528e3bb2b7411c"/>
    <p:sldLayoutId xmlns:r="http://schemas.openxmlformats.org/officeDocument/2006/relationships" id="2147483656" r:id="R62f4aec1d0dc4310"/>
    <p:sldLayoutId xmlns:r="http://schemas.openxmlformats.org/officeDocument/2006/relationships" id="2147483657" r:id="R8a576fdaf8044354"/>
    <p:sldLayoutId xmlns:r="http://schemas.openxmlformats.org/officeDocument/2006/relationships" id="2147483658" r:id="R1c11d6e06d1b42de"/>
    <p:sldLayoutId xmlns:r="http://schemas.openxmlformats.org/officeDocument/2006/relationships" id="2147483659" r:id="Rb24c5f6912ac4739"/>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18baf477df4c5b" /><Relationship Type="http://schemas.openxmlformats.org/officeDocument/2006/relationships/image" Target="/ppt/media/image.png" Id="R7af11810d7144ff3" /><Relationship Type="http://schemas.openxmlformats.org/officeDocument/2006/relationships/image" Target="/ppt/media/image2.png" Id="Rd4f9d8d78217440a" /><Relationship Type="http://schemas.openxmlformats.org/officeDocument/2006/relationships/notesSlide" Target="/ppt/notesSlides/notesSlide1.xml" Id="R0ef38b87c72942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94e0f730a14c61" /><Relationship Type="http://schemas.openxmlformats.org/officeDocument/2006/relationships/image" Target="/ppt/media/image.jpeg" Id="Rd143cacc82134c86" /><Relationship Type="http://schemas.openxmlformats.org/officeDocument/2006/relationships/image" Target="/ppt/media/image3.png" Id="R4776f80c327b48dd" /><Relationship Type="http://schemas.openxmlformats.org/officeDocument/2006/relationships/notesSlide" Target="/ppt/notesSlides/notesSlide2.xml" Id="R42aebb28f06b4d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d49bf9b23ee4e11" /><Relationship Type="http://schemas.openxmlformats.org/officeDocument/2006/relationships/image" Target="/ppt/media/image2.jpeg" Id="Ra9102b86a8044ba2" /><Relationship Type="http://schemas.openxmlformats.org/officeDocument/2006/relationships/image" Target="/ppt/media/image2.png" Id="Rcbe8b2f902454f1a" /><Relationship Type="http://schemas.openxmlformats.org/officeDocument/2006/relationships/image" Target="/ppt/media/image4.png" Id="Rd45cd1a1fd4c4b0c" /><Relationship Type="http://schemas.openxmlformats.org/officeDocument/2006/relationships/image" Target="/ppt/media/image5.png" Id="R01f122e012c34b92" /><Relationship Type="http://schemas.openxmlformats.org/officeDocument/2006/relationships/notesSlide" Target="/ppt/notesSlides/notesSlide3.xml" Id="R8205d9397ef64b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2726c77dda4bae" /><Relationship Type="http://schemas.openxmlformats.org/officeDocument/2006/relationships/image" Target="/ppt/media/image2.jpeg" Id="R8db5ca20293043eb" /><Relationship Type="http://schemas.openxmlformats.org/officeDocument/2006/relationships/image" Target="/ppt/media/image2.png" Id="R26972e2f41b14339" /><Relationship Type="http://schemas.openxmlformats.org/officeDocument/2006/relationships/image" Target="/ppt/media/image6.png" Id="Rb885211897164db9" /><Relationship Type="http://schemas.openxmlformats.org/officeDocument/2006/relationships/notesSlide" Target="/ppt/notesSlides/notesSlide4.xml" Id="R630777d9af1145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cc262a89df41c6" /><Relationship Type="http://schemas.openxmlformats.org/officeDocument/2006/relationships/image" Target="/ppt/media/image2.jpeg" Id="Rbca128853df541aa" /><Relationship Type="http://schemas.openxmlformats.org/officeDocument/2006/relationships/image" Target="/ppt/media/image2.png" Id="Ra0f616b0dc844818" /><Relationship Type="http://schemas.openxmlformats.org/officeDocument/2006/relationships/notesSlide" Target="/ppt/notesSlides/notesSlide5.xml" Id="R6ea0848f343a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aff32113a54501" /><Relationship Type="http://schemas.openxmlformats.org/officeDocument/2006/relationships/image" Target="/ppt/media/image2.jpeg" Id="R33af58688729496d" /><Relationship Type="http://schemas.openxmlformats.org/officeDocument/2006/relationships/image" Target="/ppt/media/image2.png" Id="Raab1388ca8ab485d" /><Relationship Type="http://schemas.openxmlformats.org/officeDocument/2006/relationships/notesSlide" Target="/ppt/notesSlides/notesSlide6.xml" Id="R2ef4b71acb2e41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693dbe5dfc4940" /><Relationship Type="http://schemas.openxmlformats.org/officeDocument/2006/relationships/image" Target="/ppt/media/image2.jpeg" Id="R83b1ebdbf3e042b5" /><Relationship Type="http://schemas.openxmlformats.org/officeDocument/2006/relationships/image" Target="/ppt/media/image2.png" Id="R401fd0e713194244" /><Relationship Type="http://schemas.openxmlformats.org/officeDocument/2006/relationships/chart" Target="/ppt/slides/charts/chart1.xml" Id="R67c6fdd7fd9746d5" /><Relationship Type="http://schemas.openxmlformats.org/officeDocument/2006/relationships/notesSlide" Target="/ppt/notesSlides/notesSlide7.xml" Id="Rd3c8ce502d3a47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203f2b7e664e4c" /><Relationship Type="http://schemas.openxmlformats.org/officeDocument/2006/relationships/image" Target="/ppt/media/image2.jpeg" Id="R372aa0d7de74445e" /><Relationship Type="http://schemas.openxmlformats.org/officeDocument/2006/relationships/image" Target="/ppt/media/image2.png" Id="R1d253ad84a88482e" /><Relationship Type="http://schemas.openxmlformats.org/officeDocument/2006/relationships/notesSlide" Target="/ppt/notesSlides/notesSlide8.xml" Id="Rf48ef5b5e0ff4e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b3ff1ea1b24a04" /><Relationship Type="http://schemas.openxmlformats.org/officeDocument/2006/relationships/image" Target="/ppt/media/image2.jpeg" Id="R901978cbab64432f" /><Relationship Type="http://schemas.openxmlformats.org/officeDocument/2006/relationships/image" Target="/ppt/media/image2.png" Id="R9b1f2d6cd3f749a7" /><Relationship Type="http://schemas.openxmlformats.org/officeDocument/2006/relationships/notesSlide" Target="/ppt/notesSlides/notesSlide9.xml" Id="R92a9dff8198b47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e84964f14c74c99" /><Relationship Type="http://schemas.openxmlformats.org/officeDocument/2006/relationships/image" Target="/ppt/media/image2.jpeg" Id="R830d5d264b3b4a5c" /><Relationship Type="http://schemas.openxmlformats.org/officeDocument/2006/relationships/image" Target="/ppt/media/image2.png" Id="R0a822e0e4fb14645" /><Relationship Type="http://schemas.openxmlformats.org/officeDocument/2006/relationships/image" Target="/ppt/media/image4.png" Id="Rd1bc800d572244bc" /><Relationship Type="http://schemas.openxmlformats.org/officeDocument/2006/relationships/image" Target="/ppt/media/image7.png" Id="Rf8ecbe0c3fa34e38" /><Relationship Type="http://schemas.openxmlformats.org/officeDocument/2006/relationships/notesSlide" Target="/ppt/notesSlides/notesSlide10.xml" Id="Rd71a718cc5304e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29ab278c454302" /><Relationship Type="http://schemas.openxmlformats.org/officeDocument/2006/relationships/image" Target="/ppt/media/image2.jpeg" Id="R6d74b85cca994092" /><Relationship Type="http://schemas.openxmlformats.org/officeDocument/2006/relationships/image" Target="/ppt/media/image2.png" Id="Re6f5371858bf4543" /><Relationship Type="http://schemas.openxmlformats.org/officeDocument/2006/relationships/notesSlide" Target="/ppt/notesSlides/notesSlide11.xml" Id="R24bb2705966a43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b8be990ae4476e" /><Relationship Type="http://schemas.openxmlformats.org/officeDocument/2006/relationships/image" Target="/ppt/media/image3.jpeg" Id="Rb18b71d60eee46ec" /><Relationship Type="http://schemas.openxmlformats.org/officeDocument/2006/relationships/image" Target="/ppt/media/image8.png" Id="R479ca1d21a2d43c3" /><Relationship Type="http://schemas.openxmlformats.org/officeDocument/2006/relationships/notesSlide" Target="/ppt/notesSlides/notesSlide12.xml" Id="R825b8994896e40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99d2ece0cf460e" /><Relationship Type="http://schemas.openxmlformats.org/officeDocument/2006/relationships/image" Target="/ppt/media/image2.jpeg" Id="Rc599035f9f404973" /><Relationship Type="http://schemas.openxmlformats.org/officeDocument/2006/relationships/image" Target="/ppt/media/image2.png" Id="R767fd9a16a22474e" /><Relationship Type="http://schemas.openxmlformats.org/officeDocument/2006/relationships/notesSlide" Target="/ppt/notesSlides/notesSlide13.xml" Id="R4844f997e77145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6673fcf6f44fd4" /><Relationship Type="http://schemas.openxmlformats.org/officeDocument/2006/relationships/image" Target="/ppt/media/image2.jpeg" Id="R5886eeeef8ce40e3" /><Relationship Type="http://schemas.openxmlformats.org/officeDocument/2006/relationships/image" Target="/ppt/media/image2.png" Id="Rcbde3fa7803249c3" /><Relationship Type="http://schemas.openxmlformats.org/officeDocument/2006/relationships/notesSlide" Target="/ppt/notesSlides/notesSlide14.xml" Id="R02905c23bc3d48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bf496cdc9204295" /><Relationship Type="http://schemas.openxmlformats.org/officeDocument/2006/relationships/image" Target="/ppt/media/image2.jpeg" Id="R494d104732014065" /><Relationship Type="http://schemas.openxmlformats.org/officeDocument/2006/relationships/image" Target="/ppt/media/image2.png" Id="Rd11fda04ae804c66" /><Relationship Type="http://schemas.openxmlformats.org/officeDocument/2006/relationships/image" Target="/ppt/media/image4.png" Id="Ra6660eb05fe34487" /><Relationship Type="http://schemas.openxmlformats.org/officeDocument/2006/relationships/image" Target="/ppt/media/image9.png" Id="R37330b2d28fe43bd" /><Relationship Type="http://schemas.openxmlformats.org/officeDocument/2006/relationships/notesSlide" Target="/ppt/notesSlides/notesSlide15.xml" Id="R7e4d2be7a02e4b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61b52219204a68" /><Relationship Type="http://schemas.openxmlformats.org/officeDocument/2006/relationships/image" Target="/ppt/media/image2.jpeg" Id="R53b080a9e6c541d2" /><Relationship Type="http://schemas.openxmlformats.org/officeDocument/2006/relationships/image" Target="/ppt/media/image2.png" Id="R99a4fc42f2bc4c8d" /><Relationship Type="http://schemas.openxmlformats.org/officeDocument/2006/relationships/image" Target="/ppt/media/image10.png" Id="Rd4328a9682774cac" /><Relationship Type="http://schemas.openxmlformats.org/officeDocument/2006/relationships/notesSlide" Target="/ppt/notesSlides/notesSlide16.xml" Id="R3d566e50719d4a6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5bfda760c24860" /><Relationship Type="http://schemas.openxmlformats.org/officeDocument/2006/relationships/image" Target="/ppt/media/image2.jpeg" Id="R29837a164f054174" /><Relationship Type="http://schemas.openxmlformats.org/officeDocument/2006/relationships/image" Target="/ppt/media/image2.png" Id="R6de792087d184bda" /><Relationship Type="http://schemas.openxmlformats.org/officeDocument/2006/relationships/notesSlide" Target="/ppt/notesSlides/notesSlide17.xml" Id="R1f151577947148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c7778a795845fd" /><Relationship Type="http://schemas.openxmlformats.org/officeDocument/2006/relationships/image" Target="/ppt/media/image2.jpeg" Id="Rfc4b419ca72548cb" /><Relationship Type="http://schemas.openxmlformats.org/officeDocument/2006/relationships/image" Target="/ppt/media/image2.png" Id="R85d0e9ea4f2e4494" /><Relationship Type="http://schemas.openxmlformats.org/officeDocument/2006/relationships/notesSlide" Target="/ppt/notesSlides/notesSlide18.xml" Id="Ra7c1069e73064f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e3a02d72c824b7e" /><Relationship Type="http://schemas.openxmlformats.org/officeDocument/2006/relationships/image" Target="/ppt/media/image2.jpeg" Id="Rd2b8fd88fe3b41ce" /><Relationship Type="http://schemas.openxmlformats.org/officeDocument/2006/relationships/image" Target="/ppt/media/image2.png" Id="R633dc10ab2964d2b" /><Relationship Type="http://schemas.openxmlformats.org/officeDocument/2006/relationships/notesSlide" Target="/ppt/notesSlides/notesSlide19.xml" Id="Rf280266ae97e4d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463a98e7434816" /><Relationship Type="http://schemas.openxmlformats.org/officeDocument/2006/relationships/image" Target="/ppt/media/image2.jpeg" Id="R10ec681820af4211" /><Relationship Type="http://schemas.openxmlformats.org/officeDocument/2006/relationships/image" Target="/ppt/media/image2.png" Id="R2e2cc2ad8f7545a6" /><Relationship Type="http://schemas.openxmlformats.org/officeDocument/2006/relationships/notesSlide" Target="/ppt/notesSlides/notesSlide20.xml" Id="Ra28c322e2016475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3a5488b0b8d4862" /><Relationship Type="http://schemas.openxmlformats.org/officeDocument/2006/relationships/image" Target="/ppt/media/image2.jpeg" Id="R22f38d3c9bd04caf" /><Relationship Type="http://schemas.openxmlformats.org/officeDocument/2006/relationships/image" Target="/ppt/media/image2.png" Id="R41e32cb842644724" /><Relationship Type="http://schemas.openxmlformats.org/officeDocument/2006/relationships/notesSlide" Target="/ppt/notesSlides/notesSlide21.xml" Id="R2688f66f488e47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95e5934a6da4831" /><Relationship Type="http://schemas.openxmlformats.org/officeDocument/2006/relationships/image" Target="/ppt/media/image2.jpeg" Id="R7e1e2d31f3f648ce" /><Relationship Type="http://schemas.openxmlformats.org/officeDocument/2006/relationships/image" Target="/ppt/media/image2.png" Id="R1d58a9e7512340a9" /><Relationship Type="http://schemas.openxmlformats.org/officeDocument/2006/relationships/image" Target="/ppt/media/image4.png" Id="Rfaa564a152a54124" /><Relationship Type="http://schemas.openxmlformats.org/officeDocument/2006/relationships/image" Target="/ppt/media/image11.png" Id="Rca239b26a0df474b" /><Relationship Type="http://schemas.openxmlformats.org/officeDocument/2006/relationships/notesSlide" Target="/ppt/notesSlides/notesSlide22.xml" Id="Rf00304b5d5c34c7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15002a67b224a1a" /><Relationship Type="http://schemas.openxmlformats.org/officeDocument/2006/relationships/image" Target="/ppt/media/image2.jpeg" Id="R890ea7d620d24344" /><Relationship Type="http://schemas.openxmlformats.org/officeDocument/2006/relationships/image" Target="/ppt/media/image2.png" Id="R8a99db8084674f79" /><Relationship Type="http://schemas.openxmlformats.org/officeDocument/2006/relationships/notesSlide" Target="/ppt/notesSlides/notesSlide23.xml" Id="R7b9a3b3799684e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ec8555c7ea44aeb" /><Relationship Type="http://schemas.openxmlformats.org/officeDocument/2006/relationships/image" Target="/ppt/media/image2.jpeg" Id="Re5bc02aee06d4c66" /><Relationship Type="http://schemas.openxmlformats.org/officeDocument/2006/relationships/image" Target="/ppt/media/image2.png" Id="R38d356753a724006" /><Relationship Type="http://schemas.openxmlformats.org/officeDocument/2006/relationships/chart" Target="/ppt/slides/charts/chart2.xml" Id="Re2a4ec37a7704931" /><Relationship Type="http://schemas.openxmlformats.org/officeDocument/2006/relationships/notesSlide" Target="/ppt/notesSlides/notesSlide24.xml" Id="R190ee03f4ea445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66a6312d25b44dd" /><Relationship Type="http://schemas.openxmlformats.org/officeDocument/2006/relationships/image" Target="/ppt/media/image2.jpeg" Id="R443e30b3c5b94267" /><Relationship Type="http://schemas.openxmlformats.org/officeDocument/2006/relationships/image" Target="/ppt/media/image2.png" Id="R5cb0969ad18945ed" /><Relationship Type="http://schemas.openxmlformats.org/officeDocument/2006/relationships/image" Target="/ppt/media/image12.png" Id="R6a2e4a06f7f74ad0" /><Relationship Type="http://schemas.openxmlformats.org/officeDocument/2006/relationships/image" Target="/ppt/media/image13.png" Id="Rd22c93934b1a4fcd" /><Relationship Type="http://schemas.openxmlformats.org/officeDocument/2006/relationships/notesSlide" Target="/ppt/notesSlides/notesSlide25.xml" Id="Rfa3d23888d144b6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81173ad1ae6b4784" /><Relationship Type="http://schemas.openxmlformats.org/officeDocument/2006/relationships/image" Target="/ppt/media/image2.jpeg" Id="R5d195b511b624639" /><Relationship Type="http://schemas.openxmlformats.org/officeDocument/2006/relationships/image" Target="/ppt/media/image2.png" Id="R5279d8bfca664a6b" /><Relationship Type="http://schemas.openxmlformats.org/officeDocument/2006/relationships/image" Target="/ppt/media/image4.png" Id="R06131a63b97a46ed" /><Relationship Type="http://schemas.openxmlformats.org/officeDocument/2006/relationships/image" Target="/ppt/media/image14.png" Id="R65cc7b68e8544427" /><Relationship Type="http://schemas.openxmlformats.org/officeDocument/2006/relationships/notesSlide" Target="/ppt/notesSlides/notesSlide26.xml" Id="R759e2fdfb6c94f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d82c3c086554fe7" /><Relationship Type="http://schemas.openxmlformats.org/officeDocument/2006/relationships/image" Target="/ppt/media/image2.jpeg" Id="Rff1a47ae286b4292" /><Relationship Type="http://schemas.openxmlformats.org/officeDocument/2006/relationships/image" Target="/ppt/media/image2.png" Id="Rc5a30e1e9df64afb" /><Relationship Type="http://schemas.openxmlformats.org/officeDocument/2006/relationships/notesSlide" Target="/ppt/notesSlides/notesSlide27.xml" Id="R5ae208cb3b41433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9a9fddce0c4400d" /><Relationship Type="http://schemas.openxmlformats.org/officeDocument/2006/relationships/image" Target="/ppt/media/image2.jpeg" Id="Rb62864c5a42c4897" /><Relationship Type="http://schemas.openxmlformats.org/officeDocument/2006/relationships/image" Target="/ppt/media/image2.png" Id="Rb5d5c3d577a14be0" /><Relationship Type="http://schemas.openxmlformats.org/officeDocument/2006/relationships/notesSlide" Target="/ppt/notesSlides/notesSlide28.xml" Id="R3bd08c4ddc7a417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c623ec339324d0d" /><Relationship Type="http://schemas.openxmlformats.org/officeDocument/2006/relationships/image" Target="/ppt/media/image2.jpeg" Id="R70a0a29c8f0149d4" /><Relationship Type="http://schemas.openxmlformats.org/officeDocument/2006/relationships/image" Target="/ppt/media/image2.png" Id="R595acbbd821748fc" /><Relationship Type="http://schemas.openxmlformats.org/officeDocument/2006/relationships/notesSlide" Target="/ppt/notesSlides/notesSlide29.xml" Id="R55fa0419cbfb458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301fd81ec224ca6" /><Relationship Type="http://schemas.openxmlformats.org/officeDocument/2006/relationships/image" Target="/ppt/media/image2.jpeg" Id="R6e920b7613e243ea" /><Relationship Type="http://schemas.openxmlformats.org/officeDocument/2006/relationships/image" Target="/ppt/media/image2.png" Id="Rdafa80f69d2d471a" /><Relationship Type="http://schemas.openxmlformats.org/officeDocument/2006/relationships/notesSlide" Target="/ppt/notesSlides/notesSlide30.xml" Id="R7bdb61b3e29a471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7120103ae6d474c" /><Relationship Type="http://schemas.openxmlformats.org/officeDocument/2006/relationships/image" Target="/ppt/media/image2.jpeg" Id="Rff2a85105a674637" /><Relationship Type="http://schemas.openxmlformats.org/officeDocument/2006/relationships/image" Target="/ppt/media/image2.png" Id="R6d67c7bd953a45c1" /><Relationship Type="http://schemas.openxmlformats.org/officeDocument/2006/relationships/notesSlide" Target="/ppt/notesSlides/notesSlide31.xml" Id="Rc85bcca64eed422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c3a12dc22b441dd" /><Relationship Type="http://schemas.openxmlformats.org/officeDocument/2006/relationships/image" Target="/ppt/media/image2.jpeg" Id="Rbb81aa43e0854947" /><Relationship Type="http://schemas.openxmlformats.org/officeDocument/2006/relationships/image" Target="/ppt/media/image2.png" Id="Rf5b38ab6690441c7" /><Relationship Type="http://schemas.openxmlformats.org/officeDocument/2006/relationships/notesSlide" Target="/ppt/notesSlides/notesSlide32.xml" Id="R91f62cf661ac4af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bbdc20350e44102" /><Relationship Type="http://schemas.openxmlformats.org/officeDocument/2006/relationships/image" Target="/ppt/media/image2.jpeg" Id="R2d1c0a660bd94890" /><Relationship Type="http://schemas.openxmlformats.org/officeDocument/2006/relationships/image" Target="/ppt/media/image2.png" Id="R1fb90d6507c8414e" /><Relationship Type="http://schemas.openxmlformats.org/officeDocument/2006/relationships/notesSlide" Target="/ppt/notesSlides/notesSlide33.xml" Id="R97e9ba946dbb4b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84b1f8c298241e9" /><Relationship Type="http://schemas.openxmlformats.org/officeDocument/2006/relationships/image" Target="/ppt/media/image2.jpeg" Id="Rd2908a242a52415e" /><Relationship Type="http://schemas.openxmlformats.org/officeDocument/2006/relationships/image" Target="/ppt/media/image2.png" Id="R199cd229aefc47d2" /><Relationship Type="http://schemas.openxmlformats.org/officeDocument/2006/relationships/notesSlide" Target="/ppt/notesSlides/notesSlide34.xml" Id="R967b97c76871429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be28ffd76e04f9e" /><Relationship Type="http://schemas.openxmlformats.org/officeDocument/2006/relationships/image" Target="/ppt/media/image2.jpeg" Id="R72198456f12d4314" /><Relationship Type="http://schemas.openxmlformats.org/officeDocument/2006/relationships/image" Target="/ppt/media/image2.png" Id="Rf4ab258a9f394537" /><Relationship Type="http://schemas.openxmlformats.org/officeDocument/2006/relationships/image" Target="/ppt/media/image15.png" Id="R23f0d5df1252453c" /><Relationship Type="http://schemas.openxmlformats.org/officeDocument/2006/relationships/notesSlide" Target="/ppt/notesSlides/notesSlide35.xml" Id="R6624aa9e1d09426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4ea714691a814368" /><Relationship Type="http://schemas.openxmlformats.org/officeDocument/2006/relationships/image" Target="/ppt/media/image2.jpeg" Id="R0b795e15ab304d67" /><Relationship Type="http://schemas.openxmlformats.org/officeDocument/2006/relationships/image" Target="/ppt/media/image.gif" Id="R83edde27f25a4b11" /><Relationship Type="http://schemas.openxmlformats.org/officeDocument/2006/relationships/image" Target="/ppt/media/image2.png" Id="R2e4b6d74e2ba4c85" /><Relationship Type="http://schemas.openxmlformats.org/officeDocument/2006/relationships/notesSlide" Target="/ppt/notesSlides/notesSlide36.xml" Id="R97c42df268cb461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7af11810d7144ff3">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d4f9d8d78217440a">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143cacc82134c8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776f80c327b48d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a9102b86a8044b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cbe8b2f902454f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d45cd1a1fd4c4b0c">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01f122e012c34b92">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b5ca20293043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972e2f41b143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b885211897164db9"/>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ca128853df541a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f616b0dc84481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af5868872949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ab1388ca8ab48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3b1ebdbf3e042b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1fd0e71319424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67c6fdd7fd9746d5"/>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72aa0d7de7444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d253ad84a8848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01978cbab64432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b1f2d6cd3f749a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830d5d264b3b4a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0a822e0e4fb146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d1bc800d572244bc">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f8ecbe0c3fa34e38">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d74b85cca99409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6f5371858bf45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1">
            <a:extLst xmlns:a="http://schemas.openxmlformats.org/drawingml/2006/main">
              <a:ext uri="{FF2B5EF4-FFF2-40B4-BE49-F238E27FC236}">
                <a16:creationId xmlns:a16="http://schemas.microsoft.com/office/drawing/2014/main" id="{FD625AE5-9173-471C-82EF-DE8743D877EE}"/>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1">
            <a:extLst xmlns:a="http://schemas.openxmlformats.org/drawingml/2006/main">
              <a:ext uri="{FF2B5EF4-FFF2-40B4-BE49-F238E27FC236}">
                <a16:creationId xmlns:a16="http://schemas.microsoft.com/office/drawing/2014/main" id="{E611814B-1B3B-4AEA-9985-B817FA4EE6E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1">
            <a:extLst xmlns:a="http://schemas.openxmlformats.org/drawingml/2006/main">
              <a:ext uri="{FF2B5EF4-FFF2-40B4-BE49-F238E27FC236}">
                <a16:creationId xmlns:a16="http://schemas.microsoft.com/office/drawing/2014/main" id="{115F56E5-07F3-4228-B299-9782910D8659}"/>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(1/3)</a:t>
            </a:r>
          </a:p>
        </p:txBody>
      </p:sp>
      <p:sp>
        <p:nvSpPr>
          <p:cNvPr id="233" name="related-study-cover-1">
            <a:extLst xmlns:a="http://schemas.openxmlformats.org/drawingml/2006/main">
              <a:ext uri="{FF2B5EF4-FFF2-40B4-BE49-F238E27FC236}">
                <a16:creationId xmlns:a16="http://schemas.microsoft.com/office/drawing/2014/main" id="{08987F20-6393-4A6B-BBB8-87D4CF4FFFD3}"/>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1">
            <a:extLst xmlns:a="http://schemas.openxmlformats.org/drawingml/2006/main">
              <a:ext uri="{FF2B5EF4-FFF2-40B4-BE49-F238E27FC236}">
                <a16:creationId xmlns:a16="http://schemas.microsoft.com/office/drawing/2014/main" id="{B872012D-4414-4E33-9222-DA55938CAE23}"/>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5" name="paper-summary-1">
            <a:extLst xmlns:a="http://schemas.openxmlformats.org/drawingml/2006/main">
              <a:ext uri="{FF2B5EF4-FFF2-40B4-BE49-F238E27FC236}">
                <a16:creationId xmlns:a16="http://schemas.microsoft.com/office/drawing/2014/main" id="{E86D2C21-23CF-4579-A04E-8321DF23710B}"/>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6" name="paper-source-1">
            <a:extLst xmlns:a="http://schemas.openxmlformats.org/drawingml/2006/main">
              <a:ext uri="{FF2B5EF4-FFF2-40B4-BE49-F238E27FC236}">
                <a16:creationId xmlns:a16="http://schemas.microsoft.com/office/drawing/2014/main" id="{7F55E2A1-A573-4E39-8E09-3DAC83CD4D59}"/>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7" name="ddfed-strengths-heading">
            <a:extLst xmlns:a="http://schemas.openxmlformats.org/drawingml/2006/main">
              <a:ext uri="{FF2B5EF4-FFF2-40B4-BE49-F238E27FC236}">
                <a16:creationId xmlns:a16="http://schemas.microsoft.com/office/drawing/2014/main" id="{A26CE83D-0D49-41D4-ADBB-1C8572F15C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ddfed-strengths-bullets">
            <a:extLst xmlns:a="http://schemas.openxmlformats.org/drawingml/2006/main">
              <a:ext uri="{FF2B5EF4-FFF2-40B4-BE49-F238E27FC236}">
                <a16:creationId xmlns:a16="http://schemas.microsoft.com/office/drawing/2014/main" id="{3A0A9485-62C7-4BD8-8BF3-033994639EF8}"/>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9" name="ddfed-limits-heading">
            <a:extLst xmlns:a="http://schemas.openxmlformats.org/drawingml/2006/main">
              <a:ext uri="{FF2B5EF4-FFF2-40B4-BE49-F238E27FC236}">
                <a16:creationId xmlns:a16="http://schemas.microsoft.com/office/drawing/2014/main" id="{EE25FB1E-B751-4525-92C9-F5280957359A}"/>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ddfed-limits-bullets">
            <a:extLst xmlns:a="http://schemas.openxmlformats.org/drawingml/2006/main">
              <a:ext uri="{FF2B5EF4-FFF2-40B4-BE49-F238E27FC236}">
                <a16:creationId xmlns:a16="http://schemas.microsoft.com/office/drawing/2014/main" id="{F82886C6-9821-4F94-927B-BA3E3EB7388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41" name="ddfed-flow-title">
            <a:extLst xmlns:a="http://schemas.openxmlformats.org/drawingml/2006/main">
              <a:ext uri="{FF2B5EF4-FFF2-40B4-BE49-F238E27FC236}">
                <a16:creationId xmlns:a16="http://schemas.microsoft.com/office/drawing/2014/main" id="{34766D56-757C-4ACE-816D-9B1D1880365F}"/>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42" name="ddfed-box-1">
            <a:extLst xmlns:a="http://schemas.openxmlformats.org/drawingml/2006/main">
              <a:ext uri="{FF2B5EF4-FFF2-40B4-BE49-F238E27FC236}">
                <a16:creationId xmlns:a16="http://schemas.microsoft.com/office/drawing/2014/main" id="{223426C5-5D8A-46DA-9A90-16BFCE8A7F83}"/>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3" name="ddfed-arrow-1">
            <a:extLst xmlns:a="http://schemas.openxmlformats.org/drawingml/2006/main">
              <a:ext uri="{FF2B5EF4-FFF2-40B4-BE49-F238E27FC236}">
                <a16:creationId xmlns:a16="http://schemas.microsoft.com/office/drawing/2014/main" id="{FFA55614-2901-4A76-9FFC-BAE08CF2048F}"/>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4" name="ddfed-box-2">
            <a:extLst xmlns:a="http://schemas.openxmlformats.org/drawingml/2006/main">
              <a:ext uri="{FF2B5EF4-FFF2-40B4-BE49-F238E27FC236}">
                <a16:creationId xmlns:a16="http://schemas.microsoft.com/office/drawing/2014/main" id="{86F021C9-085B-4A9A-AAA7-03114D5AB715}"/>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5" name="ddfed-arrow-2">
            <a:extLst xmlns:a="http://schemas.openxmlformats.org/drawingml/2006/main">
              <a:ext uri="{FF2B5EF4-FFF2-40B4-BE49-F238E27FC236}">
                <a16:creationId xmlns:a16="http://schemas.microsoft.com/office/drawing/2014/main" id="{31F93FF2-F34D-4DF1-8095-4910C1225D5C}"/>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6" name="ddfed-box-3">
            <a:extLst xmlns:a="http://schemas.openxmlformats.org/drawingml/2006/main">
              <a:ext uri="{FF2B5EF4-FFF2-40B4-BE49-F238E27FC236}">
                <a16:creationId xmlns:a16="http://schemas.microsoft.com/office/drawing/2014/main" id="{1F9240D5-E41D-4FAF-AC30-C3AAF2771E49}"/>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7" name="ddfed-arrow-3">
            <a:extLst xmlns:a="http://schemas.openxmlformats.org/drawingml/2006/main">
              <a:ext uri="{FF2B5EF4-FFF2-40B4-BE49-F238E27FC236}">
                <a16:creationId xmlns:a16="http://schemas.microsoft.com/office/drawing/2014/main" id="{2EC1653C-033F-4AA1-B693-9C28B375AB70}"/>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8" name="ddfed-box-4">
            <a:extLst xmlns:a="http://schemas.openxmlformats.org/drawingml/2006/main">
              <a:ext uri="{FF2B5EF4-FFF2-40B4-BE49-F238E27FC236}">
                <a16:creationId xmlns:a16="http://schemas.microsoft.com/office/drawing/2014/main" id="{54DED2E9-FDC8-41FF-B399-0DC171E90072}"/>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9" name="ddfed-diagram-caption">
            <a:extLst xmlns:a="http://schemas.openxmlformats.org/drawingml/2006/main">
              <a:ext uri="{FF2B5EF4-FFF2-40B4-BE49-F238E27FC236}">
                <a16:creationId xmlns:a16="http://schemas.microsoft.com/office/drawing/2014/main" id="{5A0EAFAF-558F-4E6B-B1DC-FC99C8082066}"/>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18b71d60eee46e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79ca1d21a2d43c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5"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F76713EC-8F4C-414C-9066-E4D3D586B4C9}"/>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797B7D16-F1D0-476F-AF29-085240B2C10F}"/>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3FC38C29-B48F-4B08-A047-522E1391233B}"/>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4B9CDB3D-3988-4808-99B7-75B98A3D1938}"/>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E2E3EE1F-20EE-400C-B305-C4641D8B9ED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C34D377A-1DC2-4A1A-AA24-1F06C982B8DE}"/>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C9CB8EB5-76D2-4BBE-B07C-9E5BF570FA09}"/>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7CA79A05-8DF6-47B5-A963-59C9A6FEB9DE}"/>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5A43B4EE-4090-4E14-92CB-99D016AC3B96}"/>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CB2CB285-CCF3-430E-83C5-1E0670CA65BB}"/>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1B1E91A3-852F-4B42-BF45-6ADD426D3EB4}"/>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4347FB6E-44F3-4227-9150-CBED45712D6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FB6FA3E6-1B31-4983-9FF5-8AACF93BABF1}"/>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6BE8BBB2-BD1C-47C0-A0BA-40611FD6C6AC}"/>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CB42F495-9C07-472B-B349-A3C3D107240A}"/>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4847A934-48D0-449A-BD0B-F4247745738C}"/>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6E73E051-696C-4619-9502-2E74365B18A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40C2726D-2490-45C9-B721-4522F69CD74B}"/>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3F13CF32-7B40-40AB-A489-48189B3E9212}"/>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16ABAAF8-2B55-4515-9134-03CFD5E215EC}"/>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599035f9f40497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67fd9a16a2247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3">
            <a:extLst xmlns:a="http://schemas.openxmlformats.org/drawingml/2006/main">
              <a:ext uri="{FF2B5EF4-FFF2-40B4-BE49-F238E27FC236}">
                <a16:creationId xmlns:a16="http://schemas.microsoft.com/office/drawing/2014/main" id="{F64A57C6-76AE-4084-9B93-C159C8E19CBB}"/>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3">
            <a:extLst xmlns:a="http://schemas.openxmlformats.org/drawingml/2006/main">
              <a:ext uri="{FF2B5EF4-FFF2-40B4-BE49-F238E27FC236}">
                <a16:creationId xmlns:a16="http://schemas.microsoft.com/office/drawing/2014/main" id="{27D4FB3F-20D2-4239-AB75-AAF6A5DFD9CF}"/>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3">
            <a:extLst xmlns:a="http://schemas.openxmlformats.org/drawingml/2006/main">
              <a:ext uri="{FF2B5EF4-FFF2-40B4-BE49-F238E27FC236}">
                <a16:creationId xmlns:a16="http://schemas.microsoft.com/office/drawing/2014/main" id="{66BAE5C5-B054-4F24-AE0D-A63A50DCA68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(3/3)</a:t>
            </a:r>
          </a:p>
        </p:txBody>
      </p:sp>
      <p:sp>
        <p:nvSpPr>
          <p:cNvPr id="233" name="related-study-cover-3">
            <a:extLst xmlns:a="http://schemas.openxmlformats.org/drawingml/2006/main">
              <a:ext uri="{FF2B5EF4-FFF2-40B4-BE49-F238E27FC236}">
                <a16:creationId xmlns:a16="http://schemas.microsoft.com/office/drawing/2014/main" id="{B69EB3E6-89A5-44F2-A48F-6135ED9D55C5}"/>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3">
            <a:extLst xmlns:a="http://schemas.openxmlformats.org/drawingml/2006/main">
              <a:ext uri="{FF2B5EF4-FFF2-40B4-BE49-F238E27FC236}">
                <a16:creationId xmlns:a16="http://schemas.microsoft.com/office/drawing/2014/main" id="{310DEFC4-6442-4119-85F9-F9C21BE2B7FD}"/>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5" name="paper-summary-3">
            <a:extLst xmlns:a="http://schemas.openxmlformats.org/drawingml/2006/main">
              <a:ext uri="{FF2B5EF4-FFF2-40B4-BE49-F238E27FC236}">
                <a16:creationId xmlns:a16="http://schemas.microsoft.com/office/drawing/2014/main" id="{3B7CFEA7-C721-4F70-894D-58BD7B8E1E4C}"/>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6" name="paper-source-3">
            <a:extLst xmlns:a="http://schemas.openxmlformats.org/drawingml/2006/main">
              <a:ext uri="{FF2B5EF4-FFF2-40B4-BE49-F238E27FC236}">
                <a16:creationId xmlns:a16="http://schemas.microsoft.com/office/drawing/2014/main" id="{0461E9A7-033D-411C-80B5-95358B524B32}"/>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7" name="preamble-strengths-heading">
            <a:extLst xmlns:a="http://schemas.openxmlformats.org/drawingml/2006/main">
              <a:ext uri="{FF2B5EF4-FFF2-40B4-BE49-F238E27FC236}">
                <a16:creationId xmlns:a16="http://schemas.microsoft.com/office/drawing/2014/main" id="{63404F36-5EC0-403A-997C-48172A64CFEA}"/>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preamble-strengths-bullets">
            <a:extLst xmlns:a="http://schemas.openxmlformats.org/drawingml/2006/main">
              <a:ext uri="{FF2B5EF4-FFF2-40B4-BE49-F238E27FC236}">
                <a16:creationId xmlns:a16="http://schemas.microsoft.com/office/drawing/2014/main" id="{C15A63B1-2F10-45CA-BD5E-EAB656B69FA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9" name="preamble-limits-heading">
            <a:extLst xmlns:a="http://schemas.openxmlformats.org/drawingml/2006/main">
              <a:ext uri="{FF2B5EF4-FFF2-40B4-BE49-F238E27FC236}">
                <a16:creationId xmlns:a16="http://schemas.microsoft.com/office/drawing/2014/main" id="{C4C6FD70-32FF-4FB2-999D-98C8615F3379}"/>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preamble-limits-bullets">
            <a:extLst xmlns:a="http://schemas.openxmlformats.org/drawingml/2006/main">
              <a:ext uri="{FF2B5EF4-FFF2-40B4-BE49-F238E27FC236}">
                <a16:creationId xmlns:a16="http://schemas.microsoft.com/office/drawing/2014/main" id="{E85E8B83-11BA-45C7-8365-ADBAB245D4B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41" name="preamble-flow-title">
            <a:extLst xmlns:a="http://schemas.openxmlformats.org/drawingml/2006/main">
              <a:ext uri="{FF2B5EF4-FFF2-40B4-BE49-F238E27FC236}">
                <a16:creationId xmlns:a16="http://schemas.microsoft.com/office/drawing/2014/main" id="{86CD51CD-468A-499C-A533-ED04C88308B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42" name="preamble-box-1">
            <a:extLst xmlns:a="http://schemas.openxmlformats.org/drawingml/2006/main">
              <a:ext uri="{FF2B5EF4-FFF2-40B4-BE49-F238E27FC236}">
                <a16:creationId xmlns:a16="http://schemas.microsoft.com/office/drawing/2014/main" id="{D9008134-F10F-48F4-984A-1B48B4C77016}"/>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3" name="preamble-arrow-split">
            <a:extLst xmlns:a="http://schemas.openxmlformats.org/drawingml/2006/main">
              <a:ext uri="{FF2B5EF4-FFF2-40B4-BE49-F238E27FC236}">
                <a16:creationId xmlns:a16="http://schemas.microsoft.com/office/drawing/2014/main" id="{27144E60-FCF8-47F4-B0C7-333698A12C35}"/>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2a">
            <a:extLst xmlns:a="http://schemas.openxmlformats.org/drawingml/2006/main">
              <a:ext uri="{FF2B5EF4-FFF2-40B4-BE49-F238E27FC236}">
                <a16:creationId xmlns:a16="http://schemas.microsoft.com/office/drawing/2014/main" id="{63D57A80-6801-4523-AFCE-F94CA90CC704}"/>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5" name="preamble-box-2b">
            <a:extLst xmlns:a="http://schemas.openxmlformats.org/drawingml/2006/main">
              <a:ext uri="{FF2B5EF4-FFF2-40B4-BE49-F238E27FC236}">
                <a16:creationId xmlns:a16="http://schemas.microsoft.com/office/drawing/2014/main" id="{53A9EC87-DEEA-4F61-854A-AFFAAA8E532A}"/>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6" name="preamble-arrow-merge">
            <a:extLst xmlns:a="http://schemas.openxmlformats.org/drawingml/2006/main">
              <a:ext uri="{FF2B5EF4-FFF2-40B4-BE49-F238E27FC236}">
                <a16:creationId xmlns:a16="http://schemas.microsoft.com/office/drawing/2014/main" id="{CAB0B7C5-07E1-4945-B968-5C07DEDC9B0A}"/>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7" name="preamble-box-3">
            <a:extLst xmlns:a="http://schemas.openxmlformats.org/drawingml/2006/main">
              <a:ext uri="{FF2B5EF4-FFF2-40B4-BE49-F238E27FC236}">
                <a16:creationId xmlns:a16="http://schemas.microsoft.com/office/drawing/2014/main" id="{2FDE88EF-87C9-49A9-8C1E-AC9E4D2BDE7D}"/>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8" name="preamble-diagram-caption">
            <a:extLst xmlns:a="http://schemas.openxmlformats.org/drawingml/2006/main">
              <a:ext uri="{FF2B5EF4-FFF2-40B4-BE49-F238E27FC236}">
                <a16:creationId xmlns:a16="http://schemas.microsoft.com/office/drawing/2014/main" id="{8EAB11A3-5A73-4AD0-B2A7-9EFE7B41FFF9}"/>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886eeeef8ce40e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bde3fa7803249c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494d10473201406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d11fda04ae804c6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a6660eb05fe34487">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37330b2d28fe43bd">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3b080a9e6c541d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9a4fc42f2bc4c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d4328a9682774cac"/>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9837a164f0541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e792087d184bd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c4b419ca72548c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5d0e9ea4f2e44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2b8fd88fe3b41c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33dc10ab2964d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0ec681820af42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e2cc2ad8f7545a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2f38d3c9bd04ca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e32cb84264472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7e1e2d31f3f648c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1d58a9e7512340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faa564a152a54124">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ca239b26a0df474b">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0ea7d620d243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a99db8084674f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5bc02aee06d4c6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8d356753a7240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e2a4ec37a7704931"/>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43e30b3c5b942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cb0969ad18945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6a2e4a06f7f74ad0"/>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d22c93934b1a4fcd"/>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5d195b511b62463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5279d8bfca664a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06131a63b97a46e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65cc7b68e8544427">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1a47ae286b429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5a30e1e9df64a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62864c5a42c48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d5c3d577a14b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0a0a29c8f0149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95acbbd821748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e920b7613e243e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afa80f69d2d47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2a85105a6746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67c7bd953a45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81aa43e085494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b38ab6690441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1c0a660bd9489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fb90d6507c841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2908a242a5241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99cd229aefc47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2198456f12d431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ab258a9f3945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23f0d5df1252453c">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0b795e15ab304d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83edde27f25a4b11">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e4b6d74e2ba4c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2026-09-24T02:14:50.4290000Z</dcterms:created>
  <dcterms:modified xsi:type="dcterms:W3CDTF">2026-09-24T02:14:50.4290000Z</dcterms:modified>
</coreProperties>
</file>