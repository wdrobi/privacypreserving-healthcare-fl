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f935f4152a423e" /><Relationship Type="http://schemas.openxmlformats.org/officeDocument/2006/relationships/extended-properties" Target="/docProps/app.xml" Id="Rd90b04636e0341f4" /><Relationship Type="http://schemas.openxmlformats.org/officeDocument/2006/relationships/officeDocument" Target="/ppt/presentation.xml" Id="R9719a16ca71d41f9" /></Relationships>
</file>

<file path=ppt/presentation.xml><?xml version="1.0" encoding="utf-8"?>
<p:presentation xmlns:p="http://schemas.openxmlformats.org/presentationml/2006/main">
  <p:sldMasterIdLst>
    <p:sldMasterId xmlns:r="http://schemas.openxmlformats.org/officeDocument/2006/relationships" id="2147483648" r:id="R3c6ce72e971d4453"/>
  </p:sldMasterIdLst>
  <p:notesMasterIdLst>
    <p:notesMasterId xmlns:r="http://schemas.openxmlformats.org/officeDocument/2006/relationships" r:id="Rde9d26e9124741a2"/>
  </p:notesMasterIdLst>
  <p:sldIdLst>
    <p:sldId xmlns:r="http://schemas.openxmlformats.org/officeDocument/2006/relationships" id="256" r:id="Rbaf3ec5b763741c9"/>
    <p:sldId xmlns:r="http://schemas.openxmlformats.org/officeDocument/2006/relationships" id="257" r:id="Rcbbe6ecebce94700"/>
    <p:sldId xmlns:r="http://schemas.openxmlformats.org/officeDocument/2006/relationships" id="258" r:id="R413613e19f404d77"/>
    <p:sldId xmlns:r="http://schemas.openxmlformats.org/officeDocument/2006/relationships" id="259" r:id="R9a1db2b995354f99"/>
    <p:sldId xmlns:r="http://schemas.openxmlformats.org/officeDocument/2006/relationships" id="260" r:id="R9817bd7693ec4dcc"/>
    <p:sldId xmlns:r="http://schemas.openxmlformats.org/officeDocument/2006/relationships" id="261" r:id="Re120afbe95bd4570"/>
    <p:sldId xmlns:r="http://schemas.openxmlformats.org/officeDocument/2006/relationships" id="262" r:id="Rba31a44a7acc49b8"/>
    <p:sldId xmlns:r="http://schemas.openxmlformats.org/officeDocument/2006/relationships" id="263" r:id="R024895cb94514f5e"/>
    <p:sldId xmlns:r="http://schemas.openxmlformats.org/officeDocument/2006/relationships" id="264" r:id="R09cc18d653b44f1a"/>
    <p:sldId xmlns:r="http://schemas.openxmlformats.org/officeDocument/2006/relationships" id="265" r:id="Re818b46a613146e1"/>
    <p:sldId xmlns:r="http://schemas.openxmlformats.org/officeDocument/2006/relationships" id="266" r:id="Rcfb3cd51e2844070"/>
    <p:sldId xmlns:r="http://schemas.openxmlformats.org/officeDocument/2006/relationships" id="267" r:id="R72d68ff3dae947a9"/>
    <p:sldId xmlns:r="http://schemas.openxmlformats.org/officeDocument/2006/relationships" id="268" r:id="R3884745d89f54a46"/>
    <p:sldId xmlns:r="http://schemas.openxmlformats.org/officeDocument/2006/relationships" id="269" r:id="Re6d288a43c9447c2"/>
    <p:sldId xmlns:r="http://schemas.openxmlformats.org/officeDocument/2006/relationships" id="270" r:id="R50a47a8a337343ae"/>
    <p:sldId xmlns:r="http://schemas.openxmlformats.org/officeDocument/2006/relationships" id="271" r:id="Rb5596193da1f4a4c"/>
    <p:sldId xmlns:r="http://schemas.openxmlformats.org/officeDocument/2006/relationships" id="272" r:id="R7b1f09e3df5a496d"/>
    <p:sldId xmlns:r="http://schemas.openxmlformats.org/officeDocument/2006/relationships" id="273" r:id="R7aae14aaed514ded"/>
    <p:sldId xmlns:r="http://schemas.openxmlformats.org/officeDocument/2006/relationships" id="274" r:id="Re71cfc259aa041a1"/>
    <p:sldId xmlns:r="http://schemas.openxmlformats.org/officeDocument/2006/relationships" id="275" r:id="R3b14a8761a3d46d2"/>
    <p:sldId xmlns:r="http://schemas.openxmlformats.org/officeDocument/2006/relationships" id="276" r:id="R7d5146d785b74ff8"/>
    <p:sldId xmlns:r="http://schemas.openxmlformats.org/officeDocument/2006/relationships" id="277" r:id="Ra891d4921fce4d25"/>
    <p:sldId xmlns:r="http://schemas.openxmlformats.org/officeDocument/2006/relationships" id="278" r:id="R36dff275a7f54924"/>
    <p:sldId xmlns:r="http://schemas.openxmlformats.org/officeDocument/2006/relationships" id="279" r:id="Rb756d1fe4bbd459a"/>
    <p:sldId xmlns:r="http://schemas.openxmlformats.org/officeDocument/2006/relationships" id="280" r:id="R8685386fe153405d"/>
    <p:sldId xmlns:r="http://schemas.openxmlformats.org/officeDocument/2006/relationships" id="281" r:id="R1856c9079f3b490d"/>
    <p:sldId xmlns:r="http://schemas.openxmlformats.org/officeDocument/2006/relationships" id="282" r:id="R6becaa7e5cf94320"/>
    <p:sldId xmlns:r="http://schemas.openxmlformats.org/officeDocument/2006/relationships" id="283" r:id="Rb2bf51f8b27e43c9"/>
    <p:sldId xmlns:r="http://schemas.openxmlformats.org/officeDocument/2006/relationships" id="284" r:id="R69193324be2f4824"/>
    <p:sldId xmlns:r="http://schemas.openxmlformats.org/officeDocument/2006/relationships" id="285" r:id="Re8081272d5704a0d"/>
    <p:sldId xmlns:r="http://schemas.openxmlformats.org/officeDocument/2006/relationships" id="286" r:id="Rde90a34ad1e0451b"/>
    <p:sldId xmlns:r="http://schemas.openxmlformats.org/officeDocument/2006/relationships" id="287" r:id="Ra401d234a1a74c3c"/>
    <p:sldId xmlns:r="http://schemas.openxmlformats.org/officeDocument/2006/relationships" id="288" r:id="R3c9d1ba414a14ce9"/>
    <p:sldId xmlns:r="http://schemas.openxmlformats.org/officeDocument/2006/relationships" id="289" r:id="R7c1ae71688124464"/>
    <p:sldId xmlns:r="http://schemas.openxmlformats.org/officeDocument/2006/relationships" id="290" r:id="R3f63a5c86ec142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30cbff15cdb416d" /><Relationship Type="http://schemas.openxmlformats.org/officeDocument/2006/relationships/slideMaster" Target="/ppt/slideMasters/slideMaster1.xml" Id="R3c6ce72e971d4453" /><Relationship Type="http://schemas.openxmlformats.org/officeDocument/2006/relationships/notesMaster" Target="/ppt/notesMasters/notesMaster1.xml" Id="Rde9d26e9124741a2" /><Relationship Type="http://schemas.openxmlformats.org/officeDocument/2006/relationships/presProps" Target="/ppt/presProps.xml" Id="R3b744d28f94744c9" /><Relationship Type="http://schemas.openxmlformats.org/officeDocument/2006/relationships/viewProps" Target="/ppt/viewProps.xml" Id="Rf9d78dac8386415f" /><Relationship Type="http://schemas.openxmlformats.org/officeDocument/2006/relationships/tableStyles" Target="/ppt/tableStyles.xml" Id="R70d72bf2af3e4275" /><Relationship Type="http://schemas.openxmlformats.org/officeDocument/2006/relationships/slide" Target="/ppt/slides/slide1.xml" Id="Rbaf3ec5b763741c9" /><Relationship Type="http://schemas.openxmlformats.org/officeDocument/2006/relationships/slide" Target="/ppt/slides/slide2.xml" Id="Rcbbe6ecebce94700" /><Relationship Type="http://schemas.openxmlformats.org/officeDocument/2006/relationships/slide" Target="/ppt/slides/slide3.xml" Id="R413613e19f404d77" /><Relationship Type="http://schemas.openxmlformats.org/officeDocument/2006/relationships/slide" Target="/ppt/slides/slide4.xml" Id="R9a1db2b995354f99" /><Relationship Type="http://schemas.openxmlformats.org/officeDocument/2006/relationships/slide" Target="/ppt/slides/slide5.xml" Id="R9817bd7693ec4dcc" /><Relationship Type="http://schemas.openxmlformats.org/officeDocument/2006/relationships/slide" Target="/ppt/slides/slide6.xml" Id="Re120afbe95bd4570" /><Relationship Type="http://schemas.openxmlformats.org/officeDocument/2006/relationships/slide" Target="/ppt/slides/slide7.xml" Id="Rba31a44a7acc49b8" /><Relationship Type="http://schemas.openxmlformats.org/officeDocument/2006/relationships/slide" Target="/ppt/slides/slide8.xml" Id="R024895cb94514f5e" /><Relationship Type="http://schemas.openxmlformats.org/officeDocument/2006/relationships/slide" Target="/ppt/slides/slide9.xml" Id="R09cc18d653b44f1a" /><Relationship Type="http://schemas.openxmlformats.org/officeDocument/2006/relationships/slide" Target="/ppt/slides/slide10.xml" Id="Re818b46a613146e1" /><Relationship Type="http://schemas.openxmlformats.org/officeDocument/2006/relationships/slide" Target="/ppt/slides/slide11.xml" Id="Rcfb3cd51e2844070" /><Relationship Type="http://schemas.openxmlformats.org/officeDocument/2006/relationships/slide" Target="/ppt/slides/slide12.xml" Id="R72d68ff3dae947a9" /><Relationship Type="http://schemas.openxmlformats.org/officeDocument/2006/relationships/slide" Target="/ppt/slides/slide13.xml" Id="R3884745d89f54a46" /><Relationship Type="http://schemas.openxmlformats.org/officeDocument/2006/relationships/slide" Target="/ppt/slides/slide14.xml" Id="Re6d288a43c9447c2" /><Relationship Type="http://schemas.openxmlformats.org/officeDocument/2006/relationships/slide" Target="/ppt/slides/slide15.xml" Id="R50a47a8a337343ae" /><Relationship Type="http://schemas.openxmlformats.org/officeDocument/2006/relationships/slide" Target="/ppt/slides/slide16.xml" Id="Rb5596193da1f4a4c" /><Relationship Type="http://schemas.openxmlformats.org/officeDocument/2006/relationships/slide" Target="/ppt/slides/slide17.xml" Id="R7b1f09e3df5a496d" /><Relationship Type="http://schemas.openxmlformats.org/officeDocument/2006/relationships/slide" Target="/ppt/slides/slide18.xml" Id="R7aae14aaed514ded" /><Relationship Type="http://schemas.openxmlformats.org/officeDocument/2006/relationships/slide" Target="/ppt/slides/slide19.xml" Id="Re71cfc259aa041a1" /><Relationship Type="http://schemas.openxmlformats.org/officeDocument/2006/relationships/slide" Target="/ppt/slides/slide20.xml" Id="R3b14a8761a3d46d2" /><Relationship Type="http://schemas.openxmlformats.org/officeDocument/2006/relationships/slide" Target="/ppt/slides/slide21.xml" Id="R7d5146d785b74ff8" /><Relationship Type="http://schemas.openxmlformats.org/officeDocument/2006/relationships/slide" Target="/ppt/slides/slide22.xml" Id="Ra891d4921fce4d25" /><Relationship Type="http://schemas.openxmlformats.org/officeDocument/2006/relationships/slide" Target="/ppt/slides/slide23.xml" Id="R36dff275a7f54924" /><Relationship Type="http://schemas.openxmlformats.org/officeDocument/2006/relationships/slide" Target="/ppt/slides/slide24.xml" Id="Rb756d1fe4bbd459a" /><Relationship Type="http://schemas.openxmlformats.org/officeDocument/2006/relationships/slide" Target="/ppt/slides/slide25.xml" Id="R8685386fe153405d" /><Relationship Type="http://schemas.openxmlformats.org/officeDocument/2006/relationships/slide" Target="/ppt/slides/slide26.xml" Id="R1856c9079f3b490d" /><Relationship Type="http://schemas.openxmlformats.org/officeDocument/2006/relationships/slide" Target="/ppt/slides/slide27.xml" Id="R6becaa7e5cf94320" /><Relationship Type="http://schemas.openxmlformats.org/officeDocument/2006/relationships/slide" Target="/ppt/slides/slide28.xml" Id="Rb2bf51f8b27e43c9" /><Relationship Type="http://schemas.openxmlformats.org/officeDocument/2006/relationships/slide" Target="/ppt/slides/slide29.xml" Id="R69193324be2f4824" /><Relationship Type="http://schemas.openxmlformats.org/officeDocument/2006/relationships/slide" Target="/ppt/slides/slide30.xml" Id="Re8081272d5704a0d" /><Relationship Type="http://schemas.openxmlformats.org/officeDocument/2006/relationships/slide" Target="/ppt/slides/slide31.xml" Id="Rde90a34ad1e0451b" /><Relationship Type="http://schemas.openxmlformats.org/officeDocument/2006/relationships/slide" Target="/ppt/slides/slide32.xml" Id="Ra401d234a1a74c3c" /><Relationship Type="http://schemas.openxmlformats.org/officeDocument/2006/relationships/slide" Target="/ppt/slides/slide33.xml" Id="R3c9d1ba414a14ce9" /><Relationship Type="http://schemas.openxmlformats.org/officeDocument/2006/relationships/slide" Target="/ppt/slides/slide34.xml" Id="R7c1ae71688124464" /><Relationship Type="http://schemas.openxmlformats.org/officeDocument/2006/relationships/slide" Target="/ppt/slides/slide35.xml" Id="R3f63a5c86ec142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d02b1fe5114c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1f17d79b58411f" /><Relationship Type="http://schemas.openxmlformats.org/officeDocument/2006/relationships/notesMaster" Target="/ppt/notesMasters/notesMaster1.xml" Id="Rd319745df6184e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5fb2cd1c99b4bf5" /><Relationship Type="http://schemas.openxmlformats.org/officeDocument/2006/relationships/notesMaster" Target="/ppt/notesMasters/notesMaster1.xml" Id="R6736fe1d061d48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a56872a1654e9b" /><Relationship Type="http://schemas.openxmlformats.org/officeDocument/2006/relationships/notesMaster" Target="/ppt/notesMasters/notesMaster1.xml" Id="R9d2d93e60e73479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7c5f096cee41dc" /><Relationship Type="http://schemas.openxmlformats.org/officeDocument/2006/relationships/notesMaster" Target="/ppt/notesMasters/notesMaster1.xml" Id="R5f5f1d565da74e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52d47b1a8eb4ae4" /><Relationship Type="http://schemas.openxmlformats.org/officeDocument/2006/relationships/notesMaster" Target="/ppt/notesMasters/notesMaster1.xml" Id="Rc90dd2b60d7d4b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61b1e789c9040b9" /><Relationship Type="http://schemas.openxmlformats.org/officeDocument/2006/relationships/notesMaster" Target="/ppt/notesMasters/notesMaster1.xml" Id="R4b10f8b3552046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a5a7ae295a4fd6" /><Relationship Type="http://schemas.openxmlformats.org/officeDocument/2006/relationships/notesMaster" Target="/ppt/notesMasters/notesMaster1.xml" Id="R88d03d94d02e460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0f183291ba450d" /><Relationship Type="http://schemas.openxmlformats.org/officeDocument/2006/relationships/notesMaster" Target="/ppt/notesMasters/notesMaster1.xml" Id="R07c6ba668eff46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9d3a747f4fd4290" /><Relationship Type="http://schemas.openxmlformats.org/officeDocument/2006/relationships/notesMaster" Target="/ppt/notesMasters/notesMaster1.xml" Id="Rf5459fa0abea411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ce11c1c2deb4f53" /><Relationship Type="http://schemas.openxmlformats.org/officeDocument/2006/relationships/notesMaster" Target="/ppt/notesMasters/notesMaster1.xml" Id="R1c95efa0cfd942b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42d79fc53440f1" /><Relationship Type="http://schemas.openxmlformats.org/officeDocument/2006/relationships/notesMaster" Target="/ppt/notesMasters/notesMaster1.xml" Id="R49f79b27abc44e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093db8878324b9d" /><Relationship Type="http://schemas.openxmlformats.org/officeDocument/2006/relationships/notesMaster" Target="/ppt/notesMasters/notesMaster1.xml" Id="R8668c452bb444b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c288152fcd94ebc" /><Relationship Type="http://schemas.openxmlformats.org/officeDocument/2006/relationships/notesMaster" Target="/ppt/notesMasters/notesMaster1.xml" Id="R84066a7e860744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3e192439f44940" /><Relationship Type="http://schemas.openxmlformats.org/officeDocument/2006/relationships/notesMaster" Target="/ppt/notesMasters/notesMaster1.xml" Id="Rd89de2417e0a4f1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404b23d8264422d" /><Relationship Type="http://schemas.openxmlformats.org/officeDocument/2006/relationships/notesMaster" Target="/ppt/notesMasters/notesMaster1.xml" Id="Radbd9fdc2df94df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4aa36115424447c" /><Relationship Type="http://schemas.openxmlformats.org/officeDocument/2006/relationships/notesMaster" Target="/ppt/notesMasters/notesMaster1.xml" Id="Rc2348901964746a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0adfa9262334bb5" /><Relationship Type="http://schemas.openxmlformats.org/officeDocument/2006/relationships/notesMaster" Target="/ppt/notesMasters/notesMaster1.xml" Id="Ra282af41854649b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3c6eb80b654420" /><Relationship Type="http://schemas.openxmlformats.org/officeDocument/2006/relationships/notesMaster" Target="/ppt/notesMasters/notesMaster1.xml" Id="Rdea157ce908b412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d3407fbdbc947d4" /><Relationship Type="http://schemas.openxmlformats.org/officeDocument/2006/relationships/notesMaster" Target="/ppt/notesMasters/notesMaster1.xml" Id="R4406edc37df64fb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3d4e5c9492e440b" /><Relationship Type="http://schemas.openxmlformats.org/officeDocument/2006/relationships/notesMaster" Target="/ppt/notesMasters/notesMaster1.xml" Id="R92b4d1cb585b48d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e7e0e67b69436a" /><Relationship Type="http://schemas.openxmlformats.org/officeDocument/2006/relationships/notesMaster" Target="/ppt/notesMasters/notesMaster1.xml" Id="Rb6913c0607da486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60f74398354539" /><Relationship Type="http://schemas.openxmlformats.org/officeDocument/2006/relationships/notesMaster" Target="/ppt/notesMasters/notesMaster1.xml" Id="R7520cee0595d4f0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f21d628d52a4218" /><Relationship Type="http://schemas.openxmlformats.org/officeDocument/2006/relationships/notesMaster" Target="/ppt/notesMasters/notesMaster1.xml" Id="R4fd4dbc143fd42d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791224d25f54cf4" /><Relationship Type="http://schemas.openxmlformats.org/officeDocument/2006/relationships/notesMaster" Target="/ppt/notesMasters/notesMaster1.xml" Id="Ra04daafa4b244bc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cb71a777e2f4c68" /><Relationship Type="http://schemas.openxmlformats.org/officeDocument/2006/relationships/notesMaster" Target="/ppt/notesMasters/notesMaster1.xml" Id="Rdb41749faf2b4f6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c13cf2e0d834266" /><Relationship Type="http://schemas.openxmlformats.org/officeDocument/2006/relationships/notesMaster" Target="/ppt/notesMasters/notesMaster1.xml" Id="R5f1828ea7b6a4ed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3d13611eb05498e" /><Relationship Type="http://schemas.openxmlformats.org/officeDocument/2006/relationships/notesMaster" Target="/ppt/notesMasters/notesMaster1.xml" Id="R3a48ff7952e8465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c64545aff464b58" /><Relationship Type="http://schemas.openxmlformats.org/officeDocument/2006/relationships/notesMaster" Target="/ppt/notesMasters/notesMaster1.xml" Id="Rb5fffd9f33e942b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4f2aebd413c4ba8" /><Relationship Type="http://schemas.openxmlformats.org/officeDocument/2006/relationships/notesMaster" Target="/ppt/notesMasters/notesMaster1.xml" Id="Rd851694555c34c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abff05e5a914ec3" /><Relationship Type="http://schemas.openxmlformats.org/officeDocument/2006/relationships/notesMaster" Target="/ppt/notesMasters/notesMaster1.xml" Id="Red8ffeab588e45d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fb17f05e159485c" /><Relationship Type="http://schemas.openxmlformats.org/officeDocument/2006/relationships/notesMaster" Target="/ppt/notesMasters/notesMaster1.xml" Id="R307fb8617ace436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3f7c32597f84b73" /><Relationship Type="http://schemas.openxmlformats.org/officeDocument/2006/relationships/notesMaster" Target="/ppt/notesMasters/notesMaster1.xml" Id="R5a50799d84b043b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edfca9b6a934a32" /><Relationship Type="http://schemas.openxmlformats.org/officeDocument/2006/relationships/notesMaster" Target="/ppt/notesMasters/notesMaster1.xml" Id="R082c6acbbfa3402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c175d3e74a44041" /><Relationship Type="http://schemas.openxmlformats.org/officeDocument/2006/relationships/notesMaster" Target="/ppt/notesMasters/notesMaster1.xml" Id="R636a4c74f7fe4a4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fc2ba2d02fa44e0" /><Relationship Type="http://schemas.openxmlformats.org/officeDocument/2006/relationships/notesMaster" Target="/ppt/notesMasters/notesMaster1.xml" Id="R8c21e14736084f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2ca0810477d43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3ef35815b041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949ca4993146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82e23dbfe44417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f35e9a19eb4d1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a202f94b824f3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ac1fd57625e4a4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8e051128dc35405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916965824de4af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e8843b89bc82481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368a14a09f54420"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66"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6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b61df3d0a741bd" /><Relationship Type="http://schemas.openxmlformats.org/officeDocument/2006/relationships/slideLayout" Target="/ppt/slideLayouts/slideLayout1.xml" Id="Refff44c3584c4597" /><Relationship Type="http://schemas.openxmlformats.org/officeDocument/2006/relationships/slideLayout" Target="/ppt/slideLayouts/slideLayout2.xml" Id="R76a726b645b8484e" /><Relationship Type="http://schemas.openxmlformats.org/officeDocument/2006/relationships/slideLayout" Target="/ppt/slideLayouts/slideLayout3.xml" Id="Rf15204b7cccd405b" /><Relationship Type="http://schemas.openxmlformats.org/officeDocument/2006/relationships/slideLayout" Target="/ppt/slideLayouts/slideLayout4.xml" Id="R39a5d7d4e9ea4874" /><Relationship Type="http://schemas.openxmlformats.org/officeDocument/2006/relationships/slideLayout" Target="/ppt/slideLayouts/slideLayout5.xml" Id="R3be20a8db24147c5" /><Relationship Type="http://schemas.openxmlformats.org/officeDocument/2006/relationships/slideLayout" Target="/ppt/slideLayouts/slideLayout6.xml" Id="R030a3c076bbd432b" /><Relationship Type="http://schemas.openxmlformats.org/officeDocument/2006/relationships/slideLayout" Target="/ppt/slideLayouts/slideLayout7.xml" Id="R648613f1ad634f60" /><Relationship Type="http://schemas.openxmlformats.org/officeDocument/2006/relationships/slideLayout" Target="/ppt/slideLayouts/slideLayout8.xml" Id="R3490eb0f4abb490c" /><Relationship Type="http://schemas.openxmlformats.org/officeDocument/2006/relationships/slideLayout" Target="/ppt/slideLayouts/slideLayout9.xml" Id="R8d298b8f483744ec" /><Relationship Type="http://schemas.openxmlformats.org/officeDocument/2006/relationships/slideLayout" Target="/ppt/slideLayouts/slideLayout10.xml" Id="Rcc4b030f71c349e5" /><Relationship Type="http://schemas.openxmlformats.org/officeDocument/2006/relationships/slideLayout" Target="/ppt/slideLayouts/slideLayout11.xml" Id="R780232b7367f41f4"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efff44c3584c4597"/>
    <p:sldLayoutId xmlns:r="http://schemas.openxmlformats.org/officeDocument/2006/relationships" id="2147483650" r:id="R76a726b645b8484e"/>
    <p:sldLayoutId xmlns:r="http://schemas.openxmlformats.org/officeDocument/2006/relationships" id="2147483651" r:id="Rf15204b7cccd405b"/>
    <p:sldLayoutId xmlns:r="http://schemas.openxmlformats.org/officeDocument/2006/relationships" id="2147483652" r:id="R39a5d7d4e9ea4874"/>
    <p:sldLayoutId xmlns:r="http://schemas.openxmlformats.org/officeDocument/2006/relationships" id="2147483653" r:id="R3be20a8db24147c5"/>
    <p:sldLayoutId xmlns:r="http://schemas.openxmlformats.org/officeDocument/2006/relationships" id="2147483654" r:id="R030a3c076bbd432b"/>
    <p:sldLayoutId xmlns:r="http://schemas.openxmlformats.org/officeDocument/2006/relationships" id="2147483655" r:id="R648613f1ad634f60"/>
    <p:sldLayoutId xmlns:r="http://schemas.openxmlformats.org/officeDocument/2006/relationships" id="2147483656" r:id="R3490eb0f4abb490c"/>
    <p:sldLayoutId xmlns:r="http://schemas.openxmlformats.org/officeDocument/2006/relationships" id="2147483657" r:id="R8d298b8f483744ec"/>
    <p:sldLayoutId xmlns:r="http://schemas.openxmlformats.org/officeDocument/2006/relationships" id="2147483658" r:id="Rcc4b030f71c349e5"/>
    <p:sldLayoutId xmlns:r="http://schemas.openxmlformats.org/officeDocument/2006/relationships" id="2147483659" r:id="R780232b7367f41f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fb1260b31d24d6e" /><Relationship Type="http://schemas.openxmlformats.org/officeDocument/2006/relationships/image" Target="/ppt/media/image.png" Id="R91fe9969eff441ca" /><Relationship Type="http://schemas.openxmlformats.org/officeDocument/2006/relationships/image" Target="/ppt/media/image2.png" Id="R0fa97947d6454001" /><Relationship Type="http://schemas.openxmlformats.org/officeDocument/2006/relationships/notesSlide" Target="/ppt/notesSlides/notesSlide1.xml" Id="Ra963739b4f514a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7d5a64971e47d4" /><Relationship Type="http://schemas.openxmlformats.org/officeDocument/2006/relationships/image" Target="/ppt/media/image.jpeg" Id="R9f63356ee4b94470" /><Relationship Type="http://schemas.openxmlformats.org/officeDocument/2006/relationships/image" Target="/ppt/media/image3.png" Id="Rf5870cb2d4c04563" /><Relationship Type="http://schemas.openxmlformats.org/officeDocument/2006/relationships/notesSlide" Target="/ppt/notesSlides/notesSlide2.xml" Id="Rda0de85fca1c499d"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7a7cec5bbf04c74" /><Relationship Type="http://schemas.openxmlformats.org/officeDocument/2006/relationships/image" Target="/ppt/media/image2.jpeg" Id="R535cf9fca8df456a" /><Relationship Type="http://schemas.openxmlformats.org/officeDocument/2006/relationships/image" Target="/ppt/media/image2.png" Id="R7fbf2ef724e943da" /><Relationship Type="http://schemas.openxmlformats.org/officeDocument/2006/relationships/image" Target="/ppt/media/image4.png" Id="R33a551c74f274c13" /><Relationship Type="http://schemas.openxmlformats.org/officeDocument/2006/relationships/image" Target="/ppt/media/image5.png" Id="Re48edf2cccc34781" /><Relationship Type="http://schemas.openxmlformats.org/officeDocument/2006/relationships/notesSlide" Target="/ppt/notesSlides/notesSlide3.xml" Id="R36193f22f3184b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08b97cd4e04251" /><Relationship Type="http://schemas.openxmlformats.org/officeDocument/2006/relationships/image" Target="/ppt/media/image2.jpeg" Id="R064a4115f8c5453a" /><Relationship Type="http://schemas.openxmlformats.org/officeDocument/2006/relationships/image" Target="/ppt/media/image2.png" Id="Rd47e851bc00f46a9" /><Relationship Type="http://schemas.openxmlformats.org/officeDocument/2006/relationships/notesSlide" Target="/ppt/notesSlides/notesSlide4.xml" Id="R42c6c21866b144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8103817c7ca4eee" /><Relationship Type="http://schemas.openxmlformats.org/officeDocument/2006/relationships/image" Target="/ppt/media/image2.jpeg" Id="Rd4163169dae945aa" /><Relationship Type="http://schemas.openxmlformats.org/officeDocument/2006/relationships/image" Target="/ppt/media/image2.png" Id="R5eebd8a11d3645fc" /><Relationship Type="http://schemas.openxmlformats.org/officeDocument/2006/relationships/notesSlide" Target="/ppt/notesSlides/notesSlide5.xml" Id="Rbf3371c8a0f641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7a4f18e87049b3" /><Relationship Type="http://schemas.openxmlformats.org/officeDocument/2006/relationships/image" Target="/ppt/media/image2.jpeg" Id="R5e3b9aeb5dc043f4" /><Relationship Type="http://schemas.openxmlformats.org/officeDocument/2006/relationships/image" Target="/ppt/media/image2.png" Id="Rb2a77e79911b4079" /><Relationship Type="http://schemas.openxmlformats.org/officeDocument/2006/relationships/notesSlide" Target="/ppt/notesSlides/notesSlide6.xml" Id="Rbbcb969b0f49417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82d5374e5344b1d" /><Relationship Type="http://schemas.openxmlformats.org/officeDocument/2006/relationships/image" Target="/ppt/media/image2.jpeg" Id="R65453ee57483464b" /><Relationship Type="http://schemas.openxmlformats.org/officeDocument/2006/relationships/image" Target="/ppt/media/image2.png" Id="Ra07e784f4635427f" /><Relationship Type="http://schemas.openxmlformats.org/officeDocument/2006/relationships/notesSlide" Target="/ppt/notesSlides/notesSlide7.xml" Id="R9ab911a1ad4d42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54f25b28064033" /><Relationship Type="http://schemas.openxmlformats.org/officeDocument/2006/relationships/image" Target="/ppt/media/image2.jpeg" Id="R8e6fb1577d75464f" /><Relationship Type="http://schemas.openxmlformats.org/officeDocument/2006/relationships/image" Target="/ppt/media/image2.png" Id="Raa829b438bcd4d84" /><Relationship Type="http://schemas.openxmlformats.org/officeDocument/2006/relationships/notesSlide" Target="/ppt/notesSlides/notesSlide8.xml" Id="R33acc7058d7b45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e56ec040b284070" /><Relationship Type="http://schemas.openxmlformats.org/officeDocument/2006/relationships/image" Target="/ppt/media/image2.jpeg" Id="Ra2ceb44840634111" /><Relationship Type="http://schemas.openxmlformats.org/officeDocument/2006/relationships/image" Target="/ppt/media/image2.png" Id="Ra0eab34eec204b4e" /><Relationship Type="http://schemas.openxmlformats.org/officeDocument/2006/relationships/image" Target="/ppt/media/image4.png" Id="R14c930ee564c4294" /><Relationship Type="http://schemas.openxmlformats.org/officeDocument/2006/relationships/image" Target="/ppt/media/image6.png" Id="Rf43933b36a9a41cd" /><Relationship Type="http://schemas.openxmlformats.org/officeDocument/2006/relationships/notesSlide" Target="/ppt/notesSlides/notesSlide9.xml" Id="R6b772301ef7e41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3876a7232b4e03" /><Relationship Type="http://schemas.openxmlformats.org/officeDocument/2006/relationships/image" Target="/ppt/media/image2.jpeg" Id="Rc06c5c237e0f4aaf" /><Relationship Type="http://schemas.openxmlformats.org/officeDocument/2006/relationships/image" Target="/ppt/media/image2.png" Id="R657ba8f128d84fce" /><Relationship Type="http://schemas.openxmlformats.org/officeDocument/2006/relationships/notesSlide" Target="/ppt/notesSlides/notesSlide10.xml" Id="R037a037688f341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a7252d60cf4911" /><Relationship Type="http://schemas.openxmlformats.org/officeDocument/2006/relationships/image" Target="/ppt/media/image3.jpeg" Id="R4412b3dc155c4e68" /><Relationship Type="http://schemas.openxmlformats.org/officeDocument/2006/relationships/image" Target="/ppt/media/image7.png" Id="Red4d5d0c6e65425a" /><Relationship Type="http://schemas.openxmlformats.org/officeDocument/2006/relationships/notesSlide" Target="/ppt/notesSlides/notesSlide11.xml" Id="Rf7b69d9dc12849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b601ef762454719" /><Relationship Type="http://schemas.openxmlformats.org/officeDocument/2006/relationships/image" Target="/ppt/media/image2.jpeg" Id="Ra752fc7944fc4a81" /><Relationship Type="http://schemas.openxmlformats.org/officeDocument/2006/relationships/image" Target="/ppt/media/image2.png" Id="R017066130a1741c4" /><Relationship Type="http://schemas.openxmlformats.org/officeDocument/2006/relationships/notesSlide" Target="/ppt/notesSlides/notesSlide12.xml" Id="R12ee8b261426496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e7f396622934ca9" /><Relationship Type="http://schemas.openxmlformats.org/officeDocument/2006/relationships/image" Target="/ppt/media/image2.jpeg" Id="Rc3fad87ca70341a8" /><Relationship Type="http://schemas.openxmlformats.org/officeDocument/2006/relationships/image" Target="/ppt/media/image2.png" Id="R83e101e3c93b48fe" /><Relationship Type="http://schemas.openxmlformats.org/officeDocument/2006/relationships/notesSlide" Target="/ppt/notesSlides/notesSlide13.xml" Id="Rd66b6635075d4a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20e227b345ab4132" /><Relationship Type="http://schemas.openxmlformats.org/officeDocument/2006/relationships/image" Target="/ppt/media/image2.jpeg" Id="R8a93f4803e024320" /><Relationship Type="http://schemas.openxmlformats.org/officeDocument/2006/relationships/image" Target="/ppt/media/image2.png" Id="Rafbef277a16b4937" /><Relationship Type="http://schemas.openxmlformats.org/officeDocument/2006/relationships/image" Target="/ppt/media/image4.png" Id="R96e0ca174eb24889" /><Relationship Type="http://schemas.openxmlformats.org/officeDocument/2006/relationships/image" Target="/ppt/media/image8.png" Id="Re80f514e0c6a490b" /><Relationship Type="http://schemas.openxmlformats.org/officeDocument/2006/relationships/notesSlide" Target="/ppt/notesSlides/notesSlide14.xml" Id="Rc72f4b79a45c48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9b5e897ef14f12" /><Relationship Type="http://schemas.openxmlformats.org/officeDocument/2006/relationships/image" Target="/ppt/media/image2.jpeg" Id="R7ca568342a884182" /><Relationship Type="http://schemas.openxmlformats.org/officeDocument/2006/relationships/image" Target="/ppt/media/image2.png" Id="R6cc777624cf348fc" /><Relationship Type="http://schemas.openxmlformats.org/officeDocument/2006/relationships/image" Target="/ppt/media/image9.png" Id="Ra9d01e2f57f94a1d" /><Relationship Type="http://schemas.openxmlformats.org/officeDocument/2006/relationships/notesSlide" Target="/ppt/notesSlides/notesSlide15.xml" Id="R4621c25619344ac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bd0df22e1af4b1e" /><Relationship Type="http://schemas.openxmlformats.org/officeDocument/2006/relationships/image" Target="/ppt/media/image2.jpeg" Id="Rb4f9d81f2d31438d" /><Relationship Type="http://schemas.openxmlformats.org/officeDocument/2006/relationships/image" Target="/ppt/media/image2.png" Id="R37d8b41ead264ac9" /><Relationship Type="http://schemas.openxmlformats.org/officeDocument/2006/relationships/notesSlide" Target="/ppt/notesSlides/notesSlide16.xml" Id="Re38c0ee63a9940d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51077b7982b4adb" /><Relationship Type="http://schemas.openxmlformats.org/officeDocument/2006/relationships/image" Target="/ppt/media/image2.jpeg" Id="R4bc369ef680c42fb" /><Relationship Type="http://schemas.openxmlformats.org/officeDocument/2006/relationships/image" Target="/ppt/media/image2.png" Id="R84507ef8ed034570" /><Relationship Type="http://schemas.openxmlformats.org/officeDocument/2006/relationships/notesSlide" Target="/ppt/notesSlides/notesSlide17.xml" Id="Raf4c75540f184b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6e2e647fc5a4af3" /><Relationship Type="http://schemas.openxmlformats.org/officeDocument/2006/relationships/image" Target="/ppt/media/image2.jpeg" Id="Ra91e3ea69bdd4c1f" /><Relationship Type="http://schemas.openxmlformats.org/officeDocument/2006/relationships/image" Target="/ppt/media/image2.png" Id="R5577131726e04d47" /><Relationship Type="http://schemas.openxmlformats.org/officeDocument/2006/relationships/notesSlide" Target="/ppt/notesSlides/notesSlide18.xml" Id="Rde117bbf0cbc48b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e31c72309ef4641" /><Relationship Type="http://schemas.openxmlformats.org/officeDocument/2006/relationships/image" Target="/ppt/media/image2.jpeg" Id="R7e5540d313494e18" /><Relationship Type="http://schemas.openxmlformats.org/officeDocument/2006/relationships/image" Target="/ppt/media/image2.png" Id="Rd491ada861b24338" /><Relationship Type="http://schemas.openxmlformats.org/officeDocument/2006/relationships/notesSlide" Target="/ppt/notesSlides/notesSlide19.xml" Id="Rfcd91957e2f441b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5199d2cce06461a" /><Relationship Type="http://schemas.openxmlformats.org/officeDocument/2006/relationships/image" Target="/ppt/media/image2.jpeg" Id="Rfdcf73a9960f49be" /><Relationship Type="http://schemas.openxmlformats.org/officeDocument/2006/relationships/image" Target="/ppt/media/image2.png" Id="R41e43e363b834663" /><Relationship Type="http://schemas.openxmlformats.org/officeDocument/2006/relationships/notesSlide" Target="/ppt/notesSlides/notesSlide20.xml" Id="R1617bc6a14d44bc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7836e30a7d94eca" /><Relationship Type="http://schemas.openxmlformats.org/officeDocument/2006/relationships/image" Target="/ppt/media/image2.jpeg" Id="R117c611936cb4351" /><Relationship Type="http://schemas.openxmlformats.org/officeDocument/2006/relationships/image" Target="/ppt/media/image2.png" Id="Rb61c4915f7fe49e1" /><Relationship Type="http://schemas.openxmlformats.org/officeDocument/2006/relationships/image" Target="/ppt/media/image4.png" Id="R2b589a79fc174398" /><Relationship Type="http://schemas.openxmlformats.org/officeDocument/2006/relationships/image" Target="/ppt/media/image10.png" Id="R1297e5ee301643e8" /><Relationship Type="http://schemas.openxmlformats.org/officeDocument/2006/relationships/notesSlide" Target="/ppt/notesSlides/notesSlide21.xml" Id="Raa0de2d8f89a4b7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76ce416975c43fd" /><Relationship Type="http://schemas.openxmlformats.org/officeDocument/2006/relationships/image" Target="/ppt/media/image2.jpeg" Id="R918b83817bbc4029" /><Relationship Type="http://schemas.openxmlformats.org/officeDocument/2006/relationships/image" Target="/ppt/media/image2.png" Id="Rbf1f979b4be94c46" /><Relationship Type="http://schemas.openxmlformats.org/officeDocument/2006/relationships/notesSlide" Target="/ppt/notesSlides/notesSlide22.xml" Id="R09149a71dc094c0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fd6dd7995144619" /><Relationship Type="http://schemas.openxmlformats.org/officeDocument/2006/relationships/image" Target="/ppt/media/image2.jpeg" Id="R775584ecb88e423a" /><Relationship Type="http://schemas.openxmlformats.org/officeDocument/2006/relationships/image" Target="/ppt/media/image2.png" Id="R587dc0895e474765" /><Relationship Type="http://schemas.openxmlformats.org/officeDocument/2006/relationships/chart" Target="/ppt/slides/charts/chart1.xml" Id="R2c4ea103fd094bc2" /><Relationship Type="http://schemas.openxmlformats.org/officeDocument/2006/relationships/notesSlide" Target="/ppt/notesSlides/notesSlide23.xml" Id="Ra61017bc70dd4e6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7114360abeb46ad" /><Relationship Type="http://schemas.openxmlformats.org/officeDocument/2006/relationships/image" Target="/ppt/media/image2.jpeg" Id="R527cbd0f1fcd4cd1" /><Relationship Type="http://schemas.openxmlformats.org/officeDocument/2006/relationships/image" Target="/ppt/media/image2.png" Id="R5e930e43b9044a4c" /><Relationship Type="http://schemas.openxmlformats.org/officeDocument/2006/relationships/image" Target="/ppt/media/image11.png" Id="R57753af212b84cba" /><Relationship Type="http://schemas.openxmlformats.org/officeDocument/2006/relationships/image" Target="/ppt/media/image12.png" Id="R5dce38b074ee4329" /><Relationship Type="http://schemas.openxmlformats.org/officeDocument/2006/relationships/notesSlide" Target="/ppt/notesSlides/notesSlide24.xml" Id="R712334e2c264441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718f814c8802480f" /><Relationship Type="http://schemas.openxmlformats.org/officeDocument/2006/relationships/image" Target="/ppt/media/image2.jpeg" Id="R9c33dafe7d2f4988" /><Relationship Type="http://schemas.openxmlformats.org/officeDocument/2006/relationships/image" Target="/ppt/media/image2.png" Id="Rb32ef66521394223" /><Relationship Type="http://schemas.openxmlformats.org/officeDocument/2006/relationships/image" Target="/ppt/media/image4.png" Id="R725f29b5eb9b445f" /><Relationship Type="http://schemas.openxmlformats.org/officeDocument/2006/relationships/image" Target="/ppt/media/image13.png" Id="R46157327f47a4c60" /><Relationship Type="http://schemas.openxmlformats.org/officeDocument/2006/relationships/notesSlide" Target="/ppt/notesSlides/notesSlide25.xml" Id="Ra819c2c6d66f4c8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cfd39f3ae5e4be6" /><Relationship Type="http://schemas.openxmlformats.org/officeDocument/2006/relationships/image" Target="/ppt/media/image2.jpeg" Id="R7e9d06c38a75467c" /><Relationship Type="http://schemas.openxmlformats.org/officeDocument/2006/relationships/image" Target="/ppt/media/image2.png" Id="R87e70f7393f24914" /><Relationship Type="http://schemas.openxmlformats.org/officeDocument/2006/relationships/notesSlide" Target="/ppt/notesSlides/notesSlide26.xml" Id="R1fcb79e4e5854dd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33fef954fd34d19" /><Relationship Type="http://schemas.openxmlformats.org/officeDocument/2006/relationships/image" Target="/ppt/media/image2.jpeg" Id="R25f33fe1e35c4932" /><Relationship Type="http://schemas.openxmlformats.org/officeDocument/2006/relationships/image" Target="/ppt/media/image2.png" Id="R5ff5a4e6194642be" /><Relationship Type="http://schemas.openxmlformats.org/officeDocument/2006/relationships/notesSlide" Target="/ppt/notesSlides/notesSlide27.xml" Id="R0647d49e0b5c402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88785cb38084072" /><Relationship Type="http://schemas.openxmlformats.org/officeDocument/2006/relationships/image" Target="/ppt/media/image2.jpeg" Id="Ra89cc1a2f49a4153" /><Relationship Type="http://schemas.openxmlformats.org/officeDocument/2006/relationships/image" Target="/ppt/media/image2.png" Id="R28fd693311e24be0" /><Relationship Type="http://schemas.openxmlformats.org/officeDocument/2006/relationships/notesSlide" Target="/ppt/notesSlides/notesSlide28.xml" Id="Rf9d8812e7937457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14aa45b28ec4ca2" /><Relationship Type="http://schemas.openxmlformats.org/officeDocument/2006/relationships/image" Target="/ppt/media/image2.jpeg" Id="Rf020bddd697f41d4" /><Relationship Type="http://schemas.openxmlformats.org/officeDocument/2006/relationships/image" Target="/ppt/media/image2.png" Id="Rbf5432550267404f" /><Relationship Type="http://schemas.openxmlformats.org/officeDocument/2006/relationships/notesSlide" Target="/ppt/notesSlides/notesSlide29.xml" Id="Rd85ad1dfe90f475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6340bd3d7d34ad8" /><Relationship Type="http://schemas.openxmlformats.org/officeDocument/2006/relationships/image" Target="/ppt/media/image2.jpeg" Id="Rd33e9900f1db465b" /><Relationship Type="http://schemas.openxmlformats.org/officeDocument/2006/relationships/image" Target="/ppt/media/image2.png" Id="R8cfc0d52684047ae" /><Relationship Type="http://schemas.openxmlformats.org/officeDocument/2006/relationships/notesSlide" Target="/ppt/notesSlides/notesSlide30.xml" Id="Ra631ab2ef1e5472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d7ef51f86d44ee0" /><Relationship Type="http://schemas.openxmlformats.org/officeDocument/2006/relationships/image" Target="/ppt/media/image2.jpeg" Id="R27331cdeeca54576" /><Relationship Type="http://schemas.openxmlformats.org/officeDocument/2006/relationships/image" Target="/ppt/media/image2.png" Id="Re58243cf902947e7" /><Relationship Type="http://schemas.openxmlformats.org/officeDocument/2006/relationships/notesSlide" Target="/ppt/notesSlides/notesSlide31.xml" Id="R1e6cf4998200410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5cc153465444e69" /><Relationship Type="http://schemas.openxmlformats.org/officeDocument/2006/relationships/image" Target="/ppt/media/image2.jpeg" Id="Re26a1245b1544a33" /><Relationship Type="http://schemas.openxmlformats.org/officeDocument/2006/relationships/image" Target="/ppt/media/image2.png" Id="Rd01204c4413f462e" /><Relationship Type="http://schemas.openxmlformats.org/officeDocument/2006/relationships/notesSlide" Target="/ppt/notesSlides/notesSlide32.xml" Id="Rba0f57c7aae2447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2e2e3951f494b3e" /><Relationship Type="http://schemas.openxmlformats.org/officeDocument/2006/relationships/image" Target="/ppt/media/image2.jpeg" Id="R929ef236e1764608" /><Relationship Type="http://schemas.openxmlformats.org/officeDocument/2006/relationships/image" Target="/ppt/media/image2.png" Id="Re77288f3acf84b9f" /><Relationship Type="http://schemas.openxmlformats.org/officeDocument/2006/relationships/notesSlide" Target="/ppt/notesSlides/notesSlide33.xml" Id="Rbabdd8662fac499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0cb10db83284c20" /><Relationship Type="http://schemas.openxmlformats.org/officeDocument/2006/relationships/image" Target="/ppt/media/image2.jpeg" Id="R778d90bae32a413b" /><Relationship Type="http://schemas.openxmlformats.org/officeDocument/2006/relationships/image" Target="/ppt/media/image2.png" Id="R1bf30b3ec9cb4b6e" /><Relationship Type="http://schemas.openxmlformats.org/officeDocument/2006/relationships/image" Target="/ppt/media/image14.png" Id="Rcb5999daee704a24" /><Relationship Type="http://schemas.openxmlformats.org/officeDocument/2006/relationships/notesSlide" Target="/ppt/notesSlides/notesSlide34.xml" Id="R4c6695cadf5c4aa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36cd105aae0a4080" /><Relationship Type="http://schemas.openxmlformats.org/officeDocument/2006/relationships/image" Target="/ppt/media/image2.jpeg" Id="Re40041c73aa04bbe" /><Relationship Type="http://schemas.openxmlformats.org/officeDocument/2006/relationships/image" Target="/ppt/media/image.gif" Id="R7188f04a7c1747f1" /><Relationship Type="http://schemas.openxmlformats.org/officeDocument/2006/relationships/image" Target="/ppt/media/image2.png" Id="R4bcddc7273a24908" /><Relationship Type="http://schemas.openxmlformats.org/officeDocument/2006/relationships/notesSlide" Target="/ppt/notesSlides/notesSlide35.xml" Id="R125915e6b9634bff"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91fe9969eff441ca">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0fa97947d645400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f63356ee4b94470"/>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f5870cb2d4c04563"/>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3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535cf9fca8df456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7fbf2ef724e943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4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33a551c74f274c13">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4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e48edf2cccc34781">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4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64a4115f8c5453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47e851bc00f46a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4163169dae945a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ebd8a11d3645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e3b9aeb5dc043f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2a77e79911b407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5453ee57483464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07e784f463542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8e6fb1577d75464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a829b438bcd4d8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0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a2ceb4484063411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1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a0eab34eec204b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1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14c930ee564c4294">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1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f43933b36a9a41cd">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1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06c5c237e0f4aa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57ba8f128d84fc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4412b3dc155c4e68"/>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d4d5d0c6e65425a"/>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10</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11</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752fc7944fc4a8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7066130a1741c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3fad87ca70341a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3e101e3c93b48f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41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8a93f4803e02432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1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afbef277a16b49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1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96e0ca174eb24889">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1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e80f514e0c6a490b">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cxnSp>
        <p:nvCxnSpPr>
          <p:cNvPr id="41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ca568342a88418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cc777624cf348f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a9d01e2f57f94a1d"/>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4f9d81f2d3143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7d8b41ead264a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bc369ef680c42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4507ef8ed03457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91e3ea69bdd4c1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577131726e04d4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5540d313494e1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491ada861b2433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dcf73a9960f49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1e43e363b83466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52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117c611936cb435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2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b61c4915f7fe49e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2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2b589a79fc174398">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3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1297e5ee301643e8">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3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8b83817bbc402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1f979b4be94c4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5584ecb88e423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87dc0895e47476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2c4ea103fd094bc2"/>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27cbd0f1fcd4cd1">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930e43b9044a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57753af212b84cba"/>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5dce38b074ee4329"/>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566"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9c33dafe7d2f498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7"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b32ef66521394223">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8"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725f29b5eb9b445f">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70"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46157327f47a4c60">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9d06c38a75467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7e70f7393f2491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5f33fe1e35c4932">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ff5a4e6194642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89cc1a2f49a415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8fd693311e24be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f020bddd697f41d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bf5432550267404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3e9900f1db465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cfc0d52684047a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7331cdeeca5457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58243cf902947e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26a1245b1544a33">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01204c4413f46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29ef236e176460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77288f3acf84b9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78d90bae32a413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bf30b3ec9cb4b6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cb5999daee704a24">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e40041c73aa04b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7188f04a7c1747f1">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bcddc7273a24908">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2026-09-24T01:13:25.4940000Z</dcterms:created>
  <dcterms:modified xsi:type="dcterms:W3CDTF">2026-09-24T01:13:25.4940000Z</dcterms:modified>
</coreProperties>
</file>